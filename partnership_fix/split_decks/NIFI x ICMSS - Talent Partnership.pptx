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NIFI x ICMSS - Talent Partnership</dc:title>
  <dc:subject>Focused export-safe partnership proposal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