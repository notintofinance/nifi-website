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Partnership NIFI x ICMSS — Export-Safe</dc:title>
  <dc:subject>Flattened high-resolution version to prevent stitching and clipping artifacts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