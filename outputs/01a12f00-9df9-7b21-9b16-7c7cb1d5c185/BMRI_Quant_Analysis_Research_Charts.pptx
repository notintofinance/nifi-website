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0ee1d830a146c0" /><Relationship Type="http://schemas.openxmlformats.org/officeDocument/2006/relationships/extended-properties" Target="/docProps/app.xml" Id="R04b36de883384863" /><Relationship Type="http://schemas.openxmlformats.org/officeDocument/2006/relationships/officeDocument" Target="/ppt/presentation.xml" Id="R58df879d77db41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541a9fccb4abd"/>
  </p:sldMasterIdLst>
  <p:notesMasterIdLst>
    <p:notesMasterId xmlns:r="http://schemas.openxmlformats.org/officeDocument/2006/relationships" r:id="Rf49bcb1319ae4d28"/>
  </p:notesMasterIdLst>
  <p:sldIdLst>
    <p:sldId xmlns:r="http://schemas.openxmlformats.org/officeDocument/2006/relationships" id="256" r:id="Rfc413e30bf8e4265"/>
    <p:sldId xmlns:r="http://schemas.openxmlformats.org/officeDocument/2006/relationships" id="257" r:id="R78eb658668e94d2d"/>
    <p:sldId xmlns:r="http://schemas.openxmlformats.org/officeDocument/2006/relationships" id="258" r:id="R6548c89a76e64de0"/>
    <p:sldId xmlns:r="http://schemas.openxmlformats.org/officeDocument/2006/relationships" id="259" r:id="R0eed3eda3da64523"/>
    <p:sldId xmlns:r="http://schemas.openxmlformats.org/officeDocument/2006/relationships" id="260" r:id="Rc98c53b664af42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2fd9871e7e4849" /><Relationship Type="http://schemas.openxmlformats.org/officeDocument/2006/relationships/slideMaster" Target="/ppt/slideMasters/slideMaster1.xml" Id="Rdc0541a9fccb4abd" /><Relationship Type="http://schemas.openxmlformats.org/officeDocument/2006/relationships/notesMaster" Target="/ppt/notesMasters/notesMaster1.xml" Id="Rf49bcb1319ae4d28" /><Relationship Type="http://schemas.openxmlformats.org/officeDocument/2006/relationships/presProps" Target="/ppt/presProps.xml" Id="Rd5f37bf325044132" /><Relationship Type="http://schemas.openxmlformats.org/officeDocument/2006/relationships/tableStyles" Target="/ppt/tableStyles.xml" Id="R4f5e4429fe08442a" /><Relationship Type="http://schemas.openxmlformats.org/officeDocument/2006/relationships/slide" Target="/ppt/slides/slide1.xml" Id="Rfc413e30bf8e4265" /><Relationship Type="http://schemas.openxmlformats.org/officeDocument/2006/relationships/slide" Target="/ppt/slides/slide2.xml" Id="R78eb658668e94d2d" /><Relationship Type="http://schemas.openxmlformats.org/officeDocument/2006/relationships/slide" Target="/ppt/slides/slide3.xml" Id="R6548c89a76e64de0" /><Relationship Type="http://schemas.openxmlformats.org/officeDocument/2006/relationships/slide" Target="/ppt/slides/slide4.xml" Id="R0eed3eda3da64523" /><Relationship Type="http://schemas.openxmlformats.org/officeDocument/2006/relationships/slide" Target="/ppt/slides/slide5.xml" Id="Rc98c53b664af42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a5494cde424c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934ffe97fe4b0b" /><Relationship Type="http://schemas.openxmlformats.org/officeDocument/2006/relationships/notesMaster" Target="/ppt/notesMasters/notesMaster1.xml" Id="Rd89eda5d09be47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9e4974b0ec4c55" /><Relationship Type="http://schemas.openxmlformats.org/officeDocument/2006/relationships/notesMaster" Target="/ppt/notesMasters/notesMaster1.xml" Id="R73adf6996f5f49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49076fe37d4365" /><Relationship Type="http://schemas.openxmlformats.org/officeDocument/2006/relationships/notesMaster" Target="/ppt/notesMasters/notesMaster1.xml" Id="Rb60251fdc2f14d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ebe4a90154436b" /><Relationship Type="http://schemas.openxmlformats.org/officeDocument/2006/relationships/notesMaster" Target="/ppt/notesMasters/notesMaster1.xml" Id="R8e1b37a006b642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67ccf9240741dd" /><Relationship Type="http://schemas.openxmlformats.org/officeDocument/2006/relationships/notesMaster" Target="/ppt/notesMasters/notesMaster1.xml" Id="R1b57ec7d4fb9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BMRI-2.xlsx, user-provided. Design reference: Market Update - 29 September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BMRI-2.xlsx. Z-score = (latest value minus full-history mean) divided by full-history sample standard deviation.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BMRI-2.xlsx. Price z-score uses the full Sep 2021 to Oct 2026 price 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BMRI-2.xlsx. Weekly values carry forward the latest available observation when a weekly price date lacks a valuation observation. Historical z-scores are best kept trailing; forward P/E and P/BV should be used as a separate current cross-check when consensus forecasts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BMRI-2.xlsx. Implied DPS equals latest price multiplied by source dividend yield. It is not a substitute for declared cash dividend.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2869a829748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81a2fba6fc4c45" /><Relationship Type="http://schemas.openxmlformats.org/officeDocument/2006/relationships/slideLayout" Target="/ppt/slideLayouts/slideLayout1.xml" Id="Rd0e369515b1843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e369515b1843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765eafbc34e5c" /><Relationship Type="http://schemas.openxmlformats.org/officeDocument/2006/relationships/chart" Target="/ppt/slides/charts/chart1.xml" Id="Rab531f89175c41e6" /><Relationship Type="http://schemas.openxmlformats.org/officeDocument/2006/relationships/notesSlide" Target="/ppt/notesSlides/notesSlide1.xml" Id="R945cc447e64448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c7c3a498e4558" /><Relationship Type="http://schemas.openxmlformats.org/officeDocument/2006/relationships/chart" Target="/ppt/slides/charts/chart2.xml" Id="R1d69a745804d4361" /><Relationship Type="http://schemas.openxmlformats.org/officeDocument/2006/relationships/notesSlide" Target="/ppt/notesSlides/notesSlide2.xml" Id="Racfb7187fce047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ed71957714391" /><Relationship Type="http://schemas.openxmlformats.org/officeDocument/2006/relationships/chart" Target="/ppt/slides/charts/chart3.xml" Id="Rce10628a32bd4a61" /><Relationship Type="http://schemas.openxmlformats.org/officeDocument/2006/relationships/chart" Target="/ppt/slides/charts/chart4.xml" Id="Rbaa21144f49a4c0e" /><Relationship Type="http://schemas.openxmlformats.org/officeDocument/2006/relationships/notesSlide" Target="/ppt/notesSlides/notesSlide3.xml" Id="Re4328c03ccd149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b4c240d144c13" /><Relationship Type="http://schemas.openxmlformats.org/officeDocument/2006/relationships/chart" Target="/ppt/slides/charts/chart5.xml" Id="R32db04041964465c" /><Relationship Type="http://schemas.openxmlformats.org/officeDocument/2006/relationships/notesSlide" Target="/ppt/notesSlides/notesSlide4.xml" Id="Ra57f099130be4a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db9f899374128" /><Relationship Type="http://schemas.openxmlformats.org/officeDocument/2006/relationships/chart" Target="/ppt/slides/charts/chart6.xml" Id="R5f51ec1e07164c21" /><Relationship Type="http://schemas.openxmlformats.org/officeDocument/2006/relationships/notesSlide" Target="/ppt/notesSlides/notesSlide5.xml" Id="R52bf565635324cf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Price</c:v>
          </c:tx>
          <c:spPr>
            <a:ln xmlns:a="http://schemas.openxmlformats.org/drawingml/2006/main" w="28575">
              <a:solidFill>
                <a:srgbClr val="062B6F"/>
              </a:solidFill>
              <a:prstDash val="solid"/>
            </a:ln>
          </c:spPr>
          <c:marker>
            <c:symbol val="none"/>
          </c:marker>
          <c:cat>
            <c:strLit>
              <c:ptCount val="262"/>
              <c:pt idx="0">
                <c:v>24-Sept-21</c:v>
              </c:pt>
              <c:pt idx="1">
                <c:v>01-Oct-21</c:v>
              </c:pt>
              <c:pt idx="2">
                <c:v>08-Oct-21</c:v>
              </c:pt>
              <c:pt idx="3">
                <c:v>15-Oct-21</c:v>
              </c:pt>
              <c:pt idx="4">
                <c:v>22-Oct-21</c:v>
              </c:pt>
              <c:pt idx="5">
                <c:v>29-Oct-21</c:v>
              </c:pt>
              <c:pt idx="6">
                <c:v>05-Nov-21</c:v>
              </c:pt>
              <c:pt idx="7">
                <c:v>12-Nov-21</c:v>
              </c:pt>
              <c:pt idx="8">
                <c:v>19-Nov-21</c:v>
              </c:pt>
              <c:pt idx="9">
                <c:v>26-Nov-21</c:v>
              </c:pt>
              <c:pt idx="10">
                <c:v>03-Dec-21</c:v>
              </c:pt>
              <c:pt idx="11">
                <c:v>10-Dec-21</c:v>
              </c:pt>
              <c:pt idx="12">
                <c:v>17-Dec-21</c:v>
              </c:pt>
              <c:pt idx="13">
                <c:v>24-Dec-21</c:v>
              </c:pt>
              <c:pt idx="14">
                <c:v>30-Dec-21</c:v>
              </c:pt>
              <c:pt idx="15">
                <c:v>07-Jan-22</c:v>
              </c:pt>
              <c:pt idx="16">
                <c:v>14-Jan-22</c:v>
              </c:pt>
              <c:pt idx="17">
                <c:v>21-Jan-22</c:v>
              </c:pt>
              <c:pt idx="18">
                <c:v>28-Jan-22</c:v>
              </c:pt>
              <c:pt idx="19">
                <c:v>04-Feb-22</c:v>
              </c:pt>
              <c:pt idx="20">
                <c:v>11-Feb-22</c:v>
              </c:pt>
              <c:pt idx="21">
                <c:v>18-Feb-22</c:v>
              </c:pt>
              <c:pt idx="22">
                <c:v>25-Feb-22</c:v>
              </c:pt>
              <c:pt idx="23">
                <c:v>04-Mar-22</c:v>
              </c:pt>
              <c:pt idx="24">
                <c:v>11-Mar-22</c:v>
              </c:pt>
              <c:pt idx="25">
                <c:v>18-Mar-22</c:v>
              </c:pt>
              <c:pt idx="26">
                <c:v>25-Mar-22</c:v>
              </c:pt>
              <c:pt idx="27">
                <c:v>01-Apr-22</c:v>
              </c:pt>
              <c:pt idx="28">
                <c:v>08-Apr-22</c:v>
              </c:pt>
              <c:pt idx="29">
                <c:v>14-Apr-22</c:v>
              </c:pt>
              <c:pt idx="30">
                <c:v>22-Apr-22</c:v>
              </c:pt>
              <c:pt idx="31">
                <c:v>28-Apr-22</c:v>
              </c:pt>
              <c:pt idx="32">
                <c:v>13-May-22</c:v>
              </c:pt>
              <c:pt idx="33">
                <c:v>20-May-22</c:v>
              </c:pt>
              <c:pt idx="34">
                <c:v>27-May-22</c:v>
              </c:pt>
              <c:pt idx="35">
                <c:v>03-Jun-22</c:v>
              </c:pt>
              <c:pt idx="36">
                <c:v>10-Jun-22</c:v>
              </c:pt>
              <c:pt idx="37">
                <c:v>17-Jun-22</c:v>
              </c:pt>
              <c:pt idx="38">
                <c:v>24-Jun-22</c:v>
              </c:pt>
              <c:pt idx="39">
                <c:v>01-Jul-22</c:v>
              </c:pt>
              <c:pt idx="40">
                <c:v>08-Jul-22</c:v>
              </c:pt>
              <c:pt idx="41">
                <c:v>15-Jul-22</c:v>
              </c:pt>
              <c:pt idx="42">
                <c:v>22-Jul-22</c:v>
              </c:pt>
              <c:pt idx="43">
                <c:v>29-Jul-22</c:v>
              </c:pt>
              <c:pt idx="44">
                <c:v>05-Aug-22</c:v>
              </c:pt>
              <c:pt idx="45">
                <c:v>12-Aug-22</c:v>
              </c:pt>
              <c:pt idx="46">
                <c:v>19-Aug-22</c:v>
              </c:pt>
              <c:pt idx="47">
                <c:v>26-Aug-22</c:v>
              </c:pt>
              <c:pt idx="48">
                <c:v>02-Sept-22</c:v>
              </c:pt>
              <c:pt idx="49">
                <c:v>09-Sept-22</c:v>
              </c:pt>
              <c:pt idx="50">
                <c:v>16-Sept-22</c:v>
              </c:pt>
              <c:pt idx="51">
                <c:v>23-Sept-22</c:v>
              </c:pt>
              <c:pt idx="52">
                <c:v>30-Sept-22</c:v>
              </c:pt>
              <c:pt idx="53">
                <c:v>07-Oct-22</c:v>
              </c:pt>
              <c:pt idx="54">
                <c:v>14-Oct-22</c:v>
              </c:pt>
              <c:pt idx="55">
                <c:v>21-Oct-22</c:v>
              </c:pt>
              <c:pt idx="56">
                <c:v>28-Oct-22</c:v>
              </c:pt>
              <c:pt idx="57">
                <c:v>04-Nov-22</c:v>
              </c:pt>
              <c:pt idx="58">
                <c:v>11-Nov-22</c:v>
              </c:pt>
              <c:pt idx="59">
                <c:v>18-Nov-22</c:v>
              </c:pt>
              <c:pt idx="60">
                <c:v>25-Nov-22</c:v>
              </c:pt>
              <c:pt idx="61">
                <c:v>02-Dec-22</c:v>
              </c:pt>
              <c:pt idx="62">
                <c:v>09-Dec-22</c:v>
              </c:pt>
              <c:pt idx="63">
                <c:v>16-Dec-22</c:v>
              </c:pt>
              <c:pt idx="64">
                <c:v>23-Dec-22</c:v>
              </c:pt>
              <c:pt idx="65">
                <c:v>30-Dec-22</c:v>
              </c:pt>
              <c:pt idx="66">
                <c:v>06-Jan-23</c:v>
              </c:pt>
              <c:pt idx="67">
                <c:v>13-Jan-23</c:v>
              </c:pt>
              <c:pt idx="68">
                <c:v>20-Jan-23</c:v>
              </c:pt>
              <c:pt idx="69">
                <c:v>27-Jan-23</c:v>
              </c:pt>
              <c:pt idx="70">
                <c:v>03-Feb-23</c:v>
              </c:pt>
              <c:pt idx="71">
                <c:v>10-Feb-23</c:v>
              </c:pt>
              <c:pt idx="72">
                <c:v>17-Feb-23</c:v>
              </c:pt>
              <c:pt idx="73">
                <c:v>24-Feb-23</c:v>
              </c:pt>
              <c:pt idx="74">
                <c:v>03-Mar-23</c:v>
              </c:pt>
              <c:pt idx="75">
                <c:v>10-Mar-23</c:v>
              </c:pt>
              <c:pt idx="76">
                <c:v>17-Mar-23</c:v>
              </c:pt>
              <c:pt idx="77">
                <c:v>24-Mar-23</c:v>
              </c:pt>
              <c:pt idx="78">
                <c:v>31-Mar-23</c:v>
              </c:pt>
              <c:pt idx="79">
                <c:v>06-Apr-23</c:v>
              </c:pt>
              <c:pt idx="80">
                <c:v>14-Apr-23</c:v>
              </c:pt>
              <c:pt idx="81">
                <c:v>18-Apr-23</c:v>
              </c:pt>
              <c:pt idx="82">
                <c:v>28-Apr-23</c:v>
              </c:pt>
              <c:pt idx="83">
                <c:v>05-May-23</c:v>
              </c:pt>
              <c:pt idx="84">
                <c:v>12-May-23</c:v>
              </c:pt>
              <c:pt idx="85">
                <c:v>19-May-23</c:v>
              </c:pt>
              <c:pt idx="86">
                <c:v>26-May-23</c:v>
              </c:pt>
              <c:pt idx="87">
                <c:v>31-May-23</c:v>
              </c:pt>
              <c:pt idx="88">
                <c:v>09-Jun-23</c:v>
              </c:pt>
              <c:pt idx="89">
                <c:v>16-Jun-23</c:v>
              </c:pt>
              <c:pt idx="90">
                <c:v>23-Jun-23</c:v>
              </c:pt>
              <c:pt idx="91">
                <c:v>27-Jun-23</c:v>
              </c:pt>
              <c:pt idx="92">
                <c:v>07-Jul-23</c:v>
              </c:pt>
              <c:pt idx="93">
                <c:v>14-Jul-23</c:v>
              </c:pt>
              <c:pt idx="94">
                <c:v>21-Jul-23</c:v>
              </c:pt>
              <c:pt idx="95">
                <c:v>28-Jul-23</c:v>
              </c:pt>
              <c:pt idx="96">
                <c:v>04-Aug-23</c:v>
              </c:pt>
              <c:pt idx="97">
                <c:v>11-Aug-23</c:v>
              </c:pt>
              <c:pt idx="98">
                <c:v>18-Aug-23</c:v>
              </c:pt>
              <c:pt idx="99">
                <c:v>25-Aug-23</c:v>
              </c:pt>
              <c:pt idx="100">
                <c:v>01-Sept-23</c:v>
              </c:pt>
              <c:pt idx="101">
                <c:v>08-Sept-23</c:v>
              </c:pt>
              <c:pt idx="102">
                <c:v>15-Sept-23</c:v>
              </c:pt>
              <c:pt idx="103">
                <c:v>22-Sept-23</c:v>
              </c:pt>
              <c:pt idx="104">
                <c:v>29-Sept-23</c:v>
              </c:pt>
              <c:pt idx="105">
                <c:v>06-Oct-23</c:v>
              </c:pt>
              <c:pt idx="106">
                <c:v>13-Oct-23</c:v>
              </c:pt>
              <c:pt idx="107">
                <c:v>20-Oct-23</c:v>
              </c:pt>
              <c:pt idx="108">
                <c:v>27-Oct-23</c:v>
              </c:pt>
              <c:pt idx="109">
                <c:v>03-Nov-23</c:v>
              </c:pt>
              <c:pt idx="110">
                <c:v>10-Nov-23</c:v>
              </c:pt>
              <c:pt idx="111">
                <c:v>17-Nov-23</c:v>
              </c:pt>
              <c:pt idx="112">
                <c:v>24-Nov-23</c:v>
              </c:pt>
              <c:pt idx="113">
                <c:v>01-Dec-23</c:v>
              </c:pt>
              <c:pt idx="114">
                <c:v>08-Dec-23</c:v>
              </c:pt>
              <c:pt idx="115">
                <c:v>15-Dec-23</c:v>
              </c:pt>
              <c:pt idx="116">
                <c:v>22-Dec-23</c:v>
              </c:pt>
              <c:pt idx="117">
                <c:v>29-Dec-23</c:v>
              </c:pt>
              <c:pt idx="118">
                <c:v>05-Jan-24</c:v>
              </c:pt>
              <c:pt idx="119">
                <c:v>12-Jan-24</c:v>
              </c:pt>
              <c:pt idx="120">
                <c:v>19-Jan-24</c:v>
              </c:pt>
              <c:pt idx="121">
                <c:v>26-Jan-24</c:v>
              </c:pt>
              <c:pt idx="122">
                <c:v>02-Feb-24</c:v>
              </c:pt>
              <c:pt idx="123">
                <c:v>07-Feb-24</c:v>
              </c:pt>
              <c:pt idx="124">
                <c:v>16-Feb-24</c:v>
              </c:pt>
              <c:pt idx="125">
                <c:v>23-Feb-24</c:v>
              </c:pt>
              <c:pt idx="126">
                <c:v>01-Mar-24</c:v>
              </c:pt>
              <c:pt idx="127">
                <c:v>08-Mar-24</c:v>
              </c:pt>
              <c:pt idx="128">
                <c:v>15-Mar-24</c:v>
              </c:pt>
              <c:pt idx="129">
                <c:v>22-Mar-24</c:v>
              </c:pt>
              <c:pt idx="130">
                <c:v>28-Mar-24</c:v>
              </c:pt>
              <c:pt idx="131">
                <c:v>05-Apr-24</c:v>
              </c:pt>
              <c:pt idx="132">
                <c:v>19-Apr-24</c:v>
              </c:pt>
              <c:pt idx="133">
                <c:v>26-Apr-24</c:v>
              </c:pt>
              <c:pt idx="134">
                <c:v>03-May-24</c:v>
              </c:pt>
              <c:pt idx="135">
                <c:v>08-May-24</c:v>
              </c:pt>
              <c:pt idx="136">
                <c:v>17-May-24</c:v>
              </c:pt>
              <c:pt idx="137">
                <c:v>22-May-24</c:v>
              </c:pt>
              <c:pt idx="138">
                <c:v>31-May-24</c:v>
              </c:pt>
              <c:pt idx="139">
                <c:v>07-Jun-24</c:v>
              </c:pt>
              <c:pt idx="140">
                <c:v>14-Jun-24</c:v>
              </c:pt>
              <c:pt idx="141">
                <c:v>21-Jun-24</c:v>
              </c:pt>
              <c:pt idx="142">
                <c:v>28-Jun-24</c:v>
              </c:pt>
              <c:pt idx="143">
                <c:v>05-Jul-24</c:v>
              </c:pt>
              <c:pt idx="144">
                <c:v>12-Jul-24</c:v>
              </c:pt>
              <c:pt idx="145">
                <c:v>19-Jul-24</c:v>
              </c:pt>
              <c:pt idx="146">
                <c:v>26-Jul-24</c:v>
              </c:pt>
              <c:pt idx="147">
                <c:v>02-Aug-24</c:v>
              </c:pt>
              <c:pt idx="148">
                <c:v>09-Aug-24</c:v>
              </c:pt>
              <c:pt idx="149">
                <c:v>16-Aug-24</c:v>
              </c:pt>
              <c:pt idx="150">
                <c:v>23-Aug-24</c:v>
              </c:pt>
              <c:pt idx="151">
                <c:v>30-Aug-24</c:v>
              </c:pt>
              <c:pt idx="152">
                <c:v>06-Sept-24</c:v>
              </c:pt>
              <c:pt idx="153">
                <c:v>13-Sept-24</c:v>
              </c:pt>
              <c:pt idx="154">
                <c:v>20-Sept-24</c:v>
              </c:pt>
              <c:pt idx="155">
                <c:v>27-Sept-24</c:v>
              </c:pt>
              <c:pt idx="156">
                <c:v>04-Oct-24</c:v>
              </c:pt>
              <c:pt idx="157">
                <c:v>11-Oct-24</c:v>
              </c:pt>
              <c:pt idx="158">
                <c:v>18-Oct-24</c:v>
              </c:pt>
              <c:pt idx="159">
                <c:v>25-Oct-24</c:v>
              </c:pt>
              <c:pt idx="160">
                <c:v>01-Nov-24</c:v>
              </c:pt>
              <c:pt idx="161">
                <c:v>08-Nov-24</c:v>
              </c:pt>
              <c:pt idx="162">
                <c:v>15-Nov-24</c:v>
              </c:pt>
              <c:pt idx="163">
                <c:v>22-Nov-24</c:v>
              </c:pt>
              <c:pt idx="164">
                <c:v>29-Nov-24</c:v>
              </c:pt>
              <c:pt idx="165">
                <c:v>06-Dec-24</c:v>
              </c:pt>
              <c:pt idx="166">
                <c:v>13-Dec-24</c:v>
              </c:pt>
              <c:pt idx="167">
                <c:v>20-Dec-24</c:v>
              </c:pt>
              <c:pt idx="168">
                <c:v>27-Dec-24</c:v>
              </c:pt>
              <c:pt idx="169">
                <c:v>03-Jan-25</c:v>
              </c:pt>
              <c:pt idx="170">
                <c:v>10-Jan-25</c:v>
              </c:pt>
              <c:pt idx="171">
                <c:v>17-Jan-25</c:v>
              </c:pt>
              <c:pt idx="172">
                <c:v>24-Jan-25</c:v>
              </c:pt>
              <c:pt idx="173">
                <c:v>31-Jan-25</c:v>
              </c:pt>
              <c:pt idx="174">
                <c:v>07-Feb-25</c:v>
              </c:pt>
              <c:pt idx="175">
                <c:v>14-Feb-25</c:v>
              </c:pt>
              <c:pt idx="176">
                <c:v>21-Feb-25</c:v>
              </c:pt>
              <c:pt idx="177">
                <c:v>28-Feb-25</c:v>
              </c:pt>
              <c:pt idx="178">
                <c:v>07-Mar-25</c:v>
              </c:pt>
              <c:pt idx="179">
                <c:v>14-Mar-25</c:v>
              </c:pt>
              <c:pt idx="180">
                <c:v>21-Mar-25</c:v>
              </c:pt>
              <c:pt idx="181">
                <c:v>27-Mar-25</c:v>
              </c:pt>
              <c:pt idx="182">
                <c:v>11-Apr-25</c:v>
              </c:pt>
              <c:pt idx="183">
                <c:v>17-Apr-25</c:v>
              </c:pt>
              <c:pt idx="184">
                <c:v>25-Apr-25</c:v>
              </c:pt>
              <c:pt idx="185">
                <c:v>02-May-25</c:v>
              </c:pt>
              <c:pt idx="186">
                <c:v>09-May-25</c:v>
              </c:pt>
              <c:pt idx="187">
                <c:v>16-May-25</c:v>
              </c:pt>
              <c:pt idx="188">
                <c:v>23-May-25</c:v>
              </c:pt>
              <c:pt idx="189">
                <c:v>28-May-25</c:v>
              </c:pt>
              <c:pt idx="190">
                <c:v>05-Jun-25</c:v>
              </c:pt>
              <c:pt idx="191">
                <c:v>13-Jun-25</c:v>
              </c:pt>
              <c:pt idx="192">
                <c:v>20-Jun-25</c:v>
              </c:pt>
              <c:pt idx="193">
                <c:v>26-Jun-25</c:v>
              </c:pt>
              <c:pt idx="194">
                <c:v>04-Jul-25</c:v>
              </c:pt>
              <c:pt idx="195">
                <c:v>11-Jul-25</c:v>
              </c:pt>
              <c:pt idx="196">
                <c:v>18-Jul-25</c:v>
              </c:pt>
              <c:pt idx="197">
                <c:v>25-Jul-25</c:v>
              </c:pt>
              <c:pt idx="198">
                <c:v>01-Aug-25</c:v>
              </c:pt>
              <c:pt idx="199">
                <c:v>08-Aug-25</c:v>
              </c:pt>
              <c:pt idx="200">
                <c:v>15-Aug-25</c:v>
              </c:pt>
              <c:pt idx="201">
                <c:v>22-Aug-25</c:v>
              </c:pt>
              <c:pt idx="202">
                <c:v>29-Aug-25</c:v>
              </c:pt>
              <c:pt idx="203">
                <c:v>04-Sept-25</c:v>
              </c:pt>
              <c:pt idx="204">
                <c:v>12-Sept-25</c:v>
              </c:pt>
              <c:pt idx="205">
                <c:v>19-Sept-25</c:v>
              </c:pt>
              <c:pt idx="206">
                <c:v>26-Sept-25</c:v>
              </c:pt>
              <c:pt idx="207">
                <c:v>03-Oct-25</c:v>
              </c:pt>
              <c:pt idx="208">
                <c:v>10-Oct-25</c:v>
              </c:pt>
              <c:pt idx="209">
                <c:v>17-Oct-25</c:v>
              </c:pt>
              <c:pt idx="210">
                <c:v>24-Oct-25</c:v>
              </c:pt>
              <c:pt idx="211">
                <c:v>31-Oct-25</c:v>
              </c:pt>
              <c:pt idx="212">
                <c:v>07-Nov-25</c:v>
              </c:pt>
              <c:pt idx="213">
                <c:v>14-Nov-25</c:v>
              </c:pt>
              <c:pt idx="214">
                <c:v>21-Nov-25</c:v>
              </c:pt>
              <c:pt idx="215">
                <c:v>28-Nov-25</c:v>
              </c:pt>
              <c:pt idx="216">
                <c:v>05-Dec-25</c:v>
              </c:pt>
              <c:pt idx="217">
                <c:v>12-Dec-25</c:v>
              </c:pt>
              <c:pt idx="218">
                <c:v>19-Dec-25</c:v>
              </c:pt>
              <c:pt idx="219">
                <c:v>24-Dec-25</c:v>
              </c:pt>
              <c:pt idx="220">
                <c:v>02-Jan-26</c:v>
              </c:pt>
              <c:pt idx="221">
                <c:v>09-Jan-26</c:v>
              </c:pt>
              <c:pt idx="222">
                <c:v>15-Jan-26</c:v>
              </c:pt>
              <c:pt idx="223">
                <c:v>23-Jan-26</c:v>
              </c:pt>
              <c:pt idx="224">
                <c:v>30-Jan-26</c:v>
              </c:pt>
              <c:pt idx="225">
                <c:v>06-Feb-26</c:v>
              </c:pt>
              <c:pt idx="226">
                <c:v>13-Feb-26</c:v>
              </c:pt>
              <c:pt idx="227">
                <c:v>20-Feb-26</c:v>
              </c:pt>
              <c:pt idx="228">
                <c:v>27-Feb-26</c:v>
              </c:pt>
              <c:pt idx="229">
                <c:v>06-Mar-26</c:v>
              </c:pt>
              <c:pt idx="230">
                <c:v>13-Mar-26</c:v>
              </c:pt>
              <c:pt idx="231">
                <c:v>17-Mar-26</c:v>
              </c:pt>
              <c:pt idx="232">
                <c:v>27-Mar-26</c:v>
              </c:pt>
              <c:pt idx="233">
                <c:v>02-Apr-26</c:v>
              </c:pt>
              <c:pt idx="234">
                <c:v>10-Apr-26</c:v>
              </c:pt>
              <c:pt idx="235">
                <c:v>17-Apr-26</c:v>
              </c:pt>
              <c:pt idx="236">
                <c:v>24-Apr-26</c:v>
              </c:pt>
              <c:pt idx="237">
                <c:v>30-Apr-26</c:v>
              </c:pt>
              <c:pt idx="238">
                <c:v>08-May-26</c:v>
              </c:pt>
              <c:pt idx="239">
                <c:v>13-May-26</c:v>
              </c:pt>
              <c:pt idx="240">
                <c:v>22-May-26</c:v>
              </c:pt>
              <c:pt idx="241">
                <c:v>29-May-26</c:v>
              </c:pt>
              <c:pt idx="242">
                <c:v>05-Jun-26</c:v>
              </c:pt>
              <c:pt idx="243">
                <c:v>12-Jun-26</c:v>
              </c:pt>
              <c:pt idx="244">
                <c:v>19-Jun-26</c:v>
              </c:pt>
              <c:pt idx="245">
                <c:v>26-Jun-26</c:v>
              </c:pt>
              <c:pt idx="246">
                <c:v>03-Jul-26</c:v>
              </c:pt>
              <c:pt idx="247">
                <c:v>10-Jul-26</c:v>
              </c:pt>
              <c:pt idx="248">
                <c:v>17-Jul-26</c:v>
              </c:pt>
              <c:pt idx="249">
                <c:v>24-Jul-26</c:v>
              </c:pt>
              <c:pt idx="250">
                <c:v>31-Jul-26</c:v>
              </c:pt>
              <c:pt idx="251">
                <c:v>07-Aug-26</c:v>
              </c:pt>
              <c:pt idx="252">
                <c:v>14-Aug-26</c:v>
              </c:pt>
              <c:pt idx="253">
                <c:v>21-Aug-26</c:v>
              </c:pt>
              <c:pt idx="254">
                <c:v>28-Aug-26</c:v>
              </c:pt>
              <c:pt idx="255">
                <c:v>04-Sept-26</c:v>
              </c:pt>
              <c:pt idx="256">
                <c:v>11-Sept-26</c:v>
              </c:pt>
              <c:pt idx="257">
                <c:v>18-Sept-26</c:v>
              </c:pt>
              <c:pt idx="258">
                <c:v>25-Sept-26</c:v>
              </c:pt>
              <c:pt idx="259">
                <c:v>02-Oct-26</c:v>
              </c:pt>
              <c:pt idx="260">
                <c:v>09-Oct-26</c:v>
              </c:pt>
              <c:pt idx="261">
                <c:v>12-Oct-26</c:v>
              </c:pt>
            </c:strLit>
          </c:cat>
          <c:val>
            <c:numLit>
              <c:formatCode>General</c:formatCode>
              <c:ptCount val="262"/>
              <c:pt idx="0">
                <c:v>2988</c:v>
              </c:pt>
              <c:pt idx="1">
                <c:v>3050</c:v>
              </c:pt>
              <c:pt idx="2">
                <c:v>3450</c:v>
              </c:pt>
              <c:pt idx="3">
                <c:v>3575</c:v>
              </c:pt>
              <c:pt idx="4">
                <c:v>3600</c:v>
              </c:pt>
              <c:pt idx="5">
                <c:v>3588</c:v>
              </c:pt>
              <c:pt idx="6">
                <c:v>3550</c:v>
              </c:pt>
              <c:pt idx="7">
                <c:v>3550</c:v>
              </c:pt>
              <c:pt idx="8">
                <c:v>3625</c:v>
              </c:pt>
              <c:pt idx="9">
                <c:v>3550</c:v>
              </c:pt>
              <c:pt idx="10">
                <c:v>3575</c:v>
              </c:pt>
              <c:pt idx="11">
                <c:v>3600</c:v>
              </c:pt>
              <c:pt idx="12">
                <c:v>3575</c:v>
              </c:pt>
              <c:pt idx="13">
                <c:v>3525</c:v>
              </c:pt>
              <c:pt idx="14">
                <c:v>3513</c:v>
              </c:pt>
              <c:pt idx="15">
                <c:v>3525</c:v>
              </c:pt>
              <c:pt idx="16">
                <c:v>3588</c:v>
              </c:pt>
              <c:pt idx="17">
                <c:v>3650</c:v>
              </c:pt>
              <c:pt idx="18">
                <c:v>3825</c:v>
              </c:pt>
              <c:pt idx="19">
                <c:v>3738</c:v>
              </c:pt>
              <c:pt idx="20">
                <c:v>3863</c:v>
              </c:pt>
              <c:pt idx="21">
                <c:v>3925</c:v>
              </c:pt>
              <c:pt idx="22">
                <c:v>3850</c:v>
              </c:pt>
              <c:pt idx="23">
                <c:v>3825</c:v>
              </c:pt>
              <c:pt idx="24">
                <c:v>3825</c:v>
              </c:pt>
              <c:pt idx="25">
                <c:v>3963</c:v>
              </c:pt>
              <c:pt idx="26">
                <c:v>3925</c:v>
              </c:pt>
              <c:pt idx="27">
                <c:v>3938</c:v>
              </c:pt>
              <c:pt idx="28">
                <c:v>3850</c:v>
              </c:pt>
              <c:pt idx="29">
                <c:v>3838</c:v>
              </c:pt>
              <c:pt idx="30">
                <c:v>4138</c:v>
              </c:pt>
              <c:pt idx="31">
                <c:v>4475</c:v>
              </c:pt>
              <c:pt idx="32">
                <c:v>3900</c:v>
              </c:pt>
              <c:pt idx="33">
                <c:v>4000</c:v>
              </c:pt>
              <c:pt idx="34">
                <c:v>4050</c:v>
              </c:pt>
              <c:pt idx="35">
                <c:v>4100</c:v>
              </c:pt>
              <c:pt idx="36">
                <c:v>4088</c:v>
              </c:pt>
              <c:pt idx="37">
                <c:v>4038</c:v>
              </c:pt>
              <c:pt idx="38">
                <c:v>4150</c:v>
              </c:pt>
              <c:pt idx="39">
                <c:v>3800</c:v>
              </c:pt>
              <c:pt idx="40">
                <c:v>3738</c:v>
              </c:pt>
              <c:pt idx="41">
                <c:v>3588</c:v>
              </c:pt>
              <c:pt idx="42">
                <c:v>3925</c:v>
              </c:pt>
              <c:pt idx="43">
                <c:v>4138</c:v>
              </c:pt>
              <c:pt idx="44">
                <c:v>4125</c:v>
              </c:pt>
              <c:pt idx="45">
                <c:v>4238</c:v>
              </c:pt>
              <c:pt idx="46">
                <c:v>4250</c:v>
              </c:pt>
              <c:pt idx="47">
                <c:v>4250</c:v>
              </c:pt>
              <c:pt idx="48">
                <c:v>4425</c:v>
              </c:pt>
              <c:pt idx="49">
                <c:v>4538</c:v>
              </c:pt>
              <c:pt idx="50">
                <c:v>4550</c:v>
              </c:pt>
              <c:pt idx="51">
                <c:v>4600</c:v>
              </c:pt>
              <c:pt idx="52">
                <c:v>4713</c:v>
              </c:pt>
              <c:pt idx="53">
                <c:v>4713</c:v>
              </c:pt>
              <c:pt idx="54">
                <c:v>4700</c:v>
              </c:pt>
              <c:pt idx="55">
                <c:v>5175</c:v>
              </c:pt>
              <c:pt idx="56">
                <c:v>5100</c:v>
              </c:pt>
              <c:pt idx="57">
                <c:v>5075</c:v>
              </c:pt>
              <c:pt idx="58">
                <c:v>5213</c:v>
              </c:pt>
              <c:pt idx="59">
                <c:v>5088</c:v>
              </c:pt>
              <c:pt idx="60">
                <c:v>5088</c:v>
              </c:pt>
              <c:pt idx="61">
                <c:v>5263</c:v>
              </c:pt>
              <c:pt idx="62">
                <c:v>4963</c:v>
              </c:pt>
              <c:pt idx="63">
                <c:v>5050</c:v>
              </c:pt>
              <c:pt idx="64">
                <c:v>4963</c:v>
              </c:pt>
              <c:pt idx="65">
                <c:v>4963</c:v>
              </c:pt>
              <c:pt idx="66">
                <c:v>4900</c:v>
              </c:pt>
              <c:pt idx="67">
                <c:v>4588</c:v>
              </c:pt>
              <c:pt idx="68">
                <c:v>4988</c:v>
              </c:pt>
              <c:pt idx="69">
                <c:v>5013</c:v>
              </c:pt>
              <c:pt idx="70">
                <c:v>4963</c:v>
              </c:pt>
              <c:pt idx="71">
                <c:v>5150</c:v>
              </c:pt>
              <c:pt idx="72">
                <c:v>5150</c:v>
              </c:pt>
              <c:pt idx="73">
                <c:v>5063</c:v>
              </c:pt>
              <c:pt idx="74">
                <c:v>5025</c:v>
              </c:pt>
              <c:pt idx="75">
                <c:v>5188</c:v>
              </c:pt>
              <c:pt idx="76">
                <c:v>5050</c:v>
              </c:pt>
              <c:pt idx="77">
                <c:v>5450</c:v>
              </c:pt>
              <c:pt idx="78">
                <c:v>5163</c:v>
              </c:pt>
              <c:pt idx="79">
                <c:v>5175</c:v>
              </c:pt>
              <c:pt idx="80">
                <c:v>5225</c:v>
              </c:pt>
              <c:pt idx="81">
                <c:v>5175</c:v>
              </c:pt>
              <c:pt idx="82">
                <c:v>5175</c:v>
              </c:pt>
              <c:pt idx="83">
                <c:v>5175</c:v>
              </c:pt>
              <c:pt idx="84">
                <c:v>5000</c:v>
              </c:pt>
              <c:pt idx="85">
                <c:v>5075</c:v>
              </c:pt>
              <c:pt idx="86">
                <c:v>5125</c:v>
              </c:pt>
              <c:pt idx="87">
                <c:v>5050</c:v>
              </c:pt>
              <c:pt idx="88">
                <c:v>5125</c:v>
              </c:pt>
              <c:pt idx="89">
                <c:v>5150</c:v>
              </c:pt>
              <c:pt idx="90">
                <c:v>5075</c:v>
              </c:pt>
              <c:pt idx="91">
                <c:v>5200</c:v>
              </c:pt>
              <c:pt idx="92">
                <c:v>5150</c:v>
              </c:pt>
              <c:pt idx="93">
                <c:v>5400</c:v>
              </c:pt>
              <c:pt idx="94">
                <c:v>5550</c:v>
              </c:pt>
              <c:pt idx="95">
                <c:v>5700</c:v>
              </c:pt>
              <c:pt idx="96">
                <c:v>5775</c:v>
              </c:pt>
              <c:pt idx="97">
                <c:v>5925</c:v>
              </c:pt>
              <c:pt idx="98">
                <c:v>5775</c:v>
              </c:pt>
              <c:pt idx="99">
                <c:v>5900</c:v>
              </c:pt>
              <c:pt idx="100">
                <c:v>6075</c:v>
              </c:pt>
              <c:pt idx="101">
                <c:v>5900</c:v>
              </c:pt>
              <c:pt idx="102">
                <c:v>5925</c:v>
              </c:pt>
              <c:pt idx="103">
                <c:v>6000</c:v>
              </c:pt>
              <c:pt idx="104">
                <c:v>6025</c:v>
              </c:pt>
              <c:pt idx="105">
                <c:v>6025</c:v>
              </c:pt>
              <c:pt idx="106">
                <c:v>6075</c:v>
              </c:pt>
              <c:pt idx="107">
                <c:v>5750</c:v>
              </c:pt>
              <c:pt idx="108">
                <c:v>5700</c:v>
              </c:pt>
              <c:pt idx="109">
                <c:v>5825</c:v>
              </c:pt>
              <c:pt idx="110">
                <c:v>5775</c:v>
              </c:pt>
              <c:pt idx="111">
                <c:v>5900</c:v>
              </c:pt>
              <c:pt idx="112">
                <c:v>5875</c:v>
              </c:pt>
              <c:pt idx="113">
                <c:v>5900</c:v>
              </c:pt>
              <c:pt idx="114">
                <c:v>5700</c:v>
              </c:pt>
              <c:pt idx="115">
                <c:v>5900</c:v>
              </c:pt>
              <c:pt idx="116">
                <c:v>5975</c:v>
              </c:pt>
              <c:pt idx="117">
                <c:v>6050</c:v>
              </c:pt>
              <c:pt idx="118">
                <c:v>6425</c:v>
              </c:pt>
              <c:pt idx="119">
                <c:v>6575</c:v>
              </c:pt>
              <c:pt idx="120">
                <c:v>6525</c:v>
              </c:pt>
              <c:pt idx="121">
                <c:v>6300</c:v>
              </c:pt>
              <c:pt idx="122">
                <c:v>6675</c:v>
              </c:pt>
              <c:pt idx="123">
                <c:v>6950</c:v>
              </c:pt>
              <c:pt idx="124">
                <c:v>7200</c:v>
              </c:pt>
              <c:pt idx="125">
                <c:v>7050</c:v>
              </c:pt>
              <c:pt idx="126">
                <c:v>7025</c:v>
              </c:pt>
              <c:pt idx="127">
                <c:v>7125</c:v>
              </c:pt>
              <c:pt idx="128">
                <c:v>7400</c:v>
              </c:pt>
              <c:pt idx="129">
                <c:v>7050</c:v>
              </c:pt>
              <c:pt idx="130">
                <c:v>7250</c:v>
              </c:pt>
              <c:pt idx="131">
                <c:v>6825</c:v>
              </c:pt>
              <c:pt idx="132">
                <c:v>6725</c:v>
              </c:pt>
              <c:pt idx="133">
                <c:v>6750</c:v>
              </c:pt>
              <c:pt idx="134">
                <c:v>6150</c:v>
              </c:pt>
              <c:pt idx="135">
                <c:v>6275</c:v>
              </c:pt>
              <c:pt idx="136">
                <c:v>6575</c:v>
              </c:pt>
              <c:pt idx="137">
                <c:v>6050</c:v>
              </c:pt>
              <c:pt idx="138">
                <c:v>5900</c:v>
              </c:pt>
              <c:pt idx="139">
                <c:v>6275</c:v>
              </c:pt>
              <c:pt idx="140">
                <c:v>5750</c:v>
              </c:pt>
              <c:pt idx="141">
                <c:v>6125</c:v>
              </c:pt>
              <c:pt idx="142">
                <c:v>6150</c:v>
              </c:pt>
              <c:pt idx="143">
                <c:v>6425</c:v>
              </c:pt>
              <c:pt idx="144">
                <c:v>6425</c:v>
              </c:pt>
              <c:pt idx="145">
                <c:v>6525</c:v>
              </c:pt>
              <c:pt idx="146">
                <c:v>6550</c:v>
              </c:pt>
              <c:pt idx="147">
                <c:v>6800</c:v>
              </c:pt>
              <c:pt idx="148">
                <c:v>6850</c:v>
              </c:pt>
              <c:pt idx="149">
                <c:v>7075</c:v>
              </c:pt>
              <c:pt idx="150">
                <c:v>7050</c:v>
              </c:pt>
              <c:pt idx="151">
                <c:v>7125</c:v>
              </c:pt>
              <c:pt idx="152">
                <c:v>7250</c:v>
              </c:pt>
              <c:pt idx="153">
                <c:v>7275</c:v>
              </c:pt>
              <c:pt idx="154">
                <c:v>7300</c:v>
              </c:pt>
              <c:pt idx="155">
                <c:v>7050</c:v>
              </c:pt>
              <c:pt idx="156">
                <c:v>6950</c:v>
              </c:pt>
              <c:pt idx="157">
                <c:v>6950</c:v>
              </c:pt>
              <c:pt idx="158">
                <c:v>7175</c:v>
              </c:pt>
              <c:pt idx="159">
                <c:v>7050</c:v>
              </c:pt>
              <c:pt idx="160">
                <c:v>6650</c:v>
              </c:pt>
              <c:pt idx="161">
                <c:v>6325</c:v>
              </c:pt>
              <c:pt idx="162">
                <c:v>6350</c:v>
              </c:pt>
              <c:pt idx="163">
                <c:v>6250</c:v>
              </c:pt>
              <c:pt idx="164">
                <c:v>6150</c:v>
              </c:pt>
              <c:pt idx="165">
                <c:v>6225</c:v>
              </c:pt>
              <c:pt idx="166">
                <c:v>6025</c:v>
              </c:pt>
              <c:pt idx="167">
                <c:v>5675</c:v>
              </c:pt>
              <c:pt idx="168">
                <c:v>5800</c:v>
              </c:pt>
              <c:pt idx="169">
                <c:v>5800</c:v>
              </c:pt>
              <c:pt idx="170">
                <c:v>5600</c:v>
              </c:pt>
              <c:pt idx="171">
                <c:v>5875</c:v>
              </c:pt>
              <c:pt idx="172">
                <c:v>6125</c:v>
              </c:pt>
              <c:pt idx="173">
                <c:v>6025</c:v>
              </c:pt>
              <c:pt idx="174">
                <c:v>5150</c:v>
              </c:pt>
              <c:pt idx="175">
                <c:v>5125</c:v>
              </c:pt>
              <c:pt idx="176">
                <c:v>5075</c:v>
              </c:pt>
              <c:pt idx="177">
                <c:v>4600</c:v>
              </c:pt>
              <c:pt idx="178">
                <c:v>4840</c:v>
              </c:pt>
              <c:pt idx="179">
                <c:v>4740</c:v>
              </c:pt>
              <c:pt idx="180">
                <c:v>4410</c:v>
              </c:pt>
              <c:pt idx="181">
                <c:v>5200</c:v>
              </c:pt>
              <c:pt idx="182">
                <c:v>5100</c:v>
              </c:pt>
              <c:pt idx="183">
                <c:v>4600</c:v>
              </c:pt>
              <c:pt idx="184">
                <c:v>4900</c:v>
              </c:pt>
              <c:pt idx="185">
                <c:v>4960</c:v>
              </c:pt>
              <c:pt idx="186">
                <c:v>4770</c:v>
              </c:pt>
              <c:pt idx="187">
                <c:v>5475</c:v>
              </c:pt>
              <c:pt idx="188">
                <c:v>5425</c:v>
              </c:pt>
              <c:pt idx="189">
                <c:v>5300</c:v>
              </c:pt>
              <c:pt idx="190">
                <c:v>5075</c:v>
              </c:pt>
              <c:pt idx="191">
                <c:v>5150</c:v>
              </c:pt>
              <c:pt idx="192">
                <c:v>4930</c:v>
              </c:pt>
              <c:pt idx="193">
                <c:v>5025</c:v>
              </c:pt>
              <c:pt idx="194">
                <c:v>4740</c:v>
              </c:pt>
              <c:pt idx="195">
                <c:v>4970</c:v>
              </c:pt>
              <c:pt idx="196">
                <c:v>4740</c:v>
              </c:pt>
              <c:pt idx="197">
                <c:v>4690</c:v>
              </c:pt>
              <c:pt idx="198">
                <c:v>4530</c:v>
              </c:pt>
              <c:pt idx="199">
                <c:v>4670</c:v>
              </c:pt>
              <c:pt idx="200">
                <c:v>4850</c:v>
              </c:pt>
              <c:pt idx="201">
                <c:v>4890</c:v>
              </c:pt>
              <c:pt idx="202">
                <c:v>4730</c:v>
              </c:pt>
              <c:pt idx="203">
                <c:v>4680</c:v>
              </c:pt>
              <c:pt idx="204">
                <c:v>4520</c:v>
              </c:pt>
              <c:pt idx="205">
                <c:v>4380</c:v>
              </c:pt>
              <c:pt idx="206">
                <c:v>4420</c:v>
              </c:pt>
              <c:pt idx="207">
                <c:v>4310</c:v>
              </c:pt>
              <c:pt idx="208">
                <c:v>4250</c:v>
              </c:pt>
              <c:pt idx="209">
                <c:v>4050</c:v>
              </c:pt>
              <c:pt idx="210">
                <c:v>4550</c:v>
              </c:pt>
              <c:pt idx="211">
                <c:v>4720</c:v>
              </c:pt>
              <c:pt idx="212">
                <c:v>4750</c:v>
              </c:pt>
              <c:pt idx="213">
                <c:v>4750</c:v>
              </c:pt>
              <c:pt idx="214">
                <c:v>4950</c:v>
              </c:pt>
              <c:pt idx="215">
                <c:v>4830</c:v>
              </c:pt>
              <c:pt idx="216">
                <c:v>4900</c:v>
              </c:pt>
              <c:pt idx="217">
                <c:v>4820</c:v>
              </c:pt>
              <c:pt idx="218">
                <c:v>5175</c:v>
              </c:pt>
              <c:pt idx="219">
                <c:v>5050</c:v>
              </c:pt>
              <c:pt idx="220">
                <c:v>5075</c:v>
              </c:pt>
              <c:pt idx="221">
                <c:v>4760</c:v>
              </c:pt>
              <c:pt idx="222">
                <c:v>4990</c:v>
              </c:pt>
              <c:pt idx="223">
                <c:v>4990</c:v>
              </c:pt>
              <c:pt idx="224">
                <c:v>4820</c:v>
              </c:pt>
              <c:pt idx="225">
                <c:v>5050</c:v>
              </c:pt>
              <c:pt idx="226">
                <c:v>5075</c:v>
              </c:pt>
              <c:pt idx="227">
                <c:v>5125</c:v>
              </c:pt>
              <c:pt idx="228">
                <c:v>5275</c:v>
              </c:pt>
              <c:pt idx="229">
                <c:v>4980</c:v>
              </c:pt>
              <c:pt idx="230">
                <c:v>4750</c:v>
              </c:pt>
              <c:pt idx="231">
                <c:v>4730</c:v>
              </c:pt>
              <c:pt idx="232">
                <c:v>4760</c:v>
              </c:pt>
              <c:pt idx="233">
                <c:v>4650</c:v>
              </c:pt>
              <c:pt idx="234">
                <c:v>4670</c:v>
              </c:pt>
              <c:pt idx="235">
                <c:v>4620</c:v>
              </c:pt>
              <c:pt idx="236">
                <c:v>4500</c:v>
              </c:pt>
              <c:pt idx="237">
                <c:v>4390</c:v>
              </c:pt>
              <c:pt idx="238">
                <c:v>4630</c:v>
              </c:pt>
              <c:pt idx="239">
                <c:v>4200</c:v>
              </c:pt>
              <c:pt idx="240">
                <c:v>4120</c:v>
              </c:pt>
              <c:pt idx="241">
                <c:v>4080</c:v>
              </c:pt>
              <c:pt idx="242">
                <c:v>3840</c:v>
              </c:pt>
              <c:pt idx="243">
                <c:v>4200</c:v>
              </c:pt>
              <c:pt idx="244">
                <c:v>4310</c:v>
              </c:pt>
              <c:pt idx="245">
                <c:v>3990</c:v>
              </c:pt>
              <c:pt idx="246">
                <c:v>4010</c:v>
              </c:pt>
              <c:pt idx="247">
                <c:v>4080</c:v>
              </c:pt>
              <c:pt idx="248">
                <c:v>4480</c:v>
              </c:pt>
              <c:pt idx="249">
                <c:v>4130</c:v>
              </c:pt>
              <c:pt idx="250">
                <c:v>4190</c:v>
              </c:pt>
              <c:pt idx="251">
                <c:v>4240</c:v>
              </c:pt>
              <c:pt idx="252">
                <c:v>4170</c:v>
              </c:pt>
              <c:pt idx="253">
                <c:v>4220</c:v>
              </c:pt>
              <c:pt idx="254">
                <c:v>4250</c:v>
              </c:pt>
              <c:pt idx="255">
                <c:v>4420</c:v>
              </c:pt>
              <c:pt idx="256">
                <c:v>4360</c:v>
              </c:pt>
              <c:pt idx="257">
                <c:v>4260</c:v>
              </c:pt>
              <c:pt idx="258">
                <c:v>4080</c:v>
              </c:pt>
              <c:pt idx="259">
                <c:v>4030</c:v>
              </c:pt>
              <c:pt idx="260">
                <c:v>4040</c:v>
              </c:pt>
              <c:pt idx="261">
                <c:v>4010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Z-score</c:v>
          </c:tx>
          <c:spPr>
            <a:solidFill xmlns:a="http://schemas.openxmlformats.org/drawingml/2006/main">
              <a:srgbClr val="062B6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A6A6A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62B6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62B6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36F2B"/>
              </a:solidFill>
            </c:spPr>
          </c:dPt>
          <c:cat>
            <c:strLit>
              <c:ptCount val="4"/>
              <c:pt idx="0">
                <c:v>Price</c:v>
              </c:pt>
              <c:pt idx="1">
                <c:v>P/E</c:v>
              </c:pt>
              <c:pt idx="2">
                <c:v>P/BV</c:v>
              </c:pt>
              <c:pt idx="3">
                <c:v>Dividend yield</c:v>
              </c:pt>
            </c:strLit>
          </c:cat>
          <c:val>
            <c:numLit>
              <c:formatCode>0.00</c:formatCode>
              <c:ptCount val="4"/>
              <c:pt idx="0">
                <c:v>-1.045631639394761</c:v>
              </c:pt>
              <c:pt idx="1">
                <c:v>-1.6407168021347944</c:v>
              </c:pt>
              <c:pt idx="2">
                <c:v>-1.6974543414547554</c:v>
              </c:pt>
              <c:pt idx="3">
                <c:v>2.28655929040268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62B6F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.5"/>
          <c:min val="-2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BMRI price</c:v>
          </c:tx>
          <c:spPr>
            <a:ln xmlns:a="http://schemas.openxmlformats.org/drawingml/2006/main" w="28575">
              <a:solidFill>
                <a:srgbClr val="062B6F"/>
              </a:solidFill>
              <a:prstDash val="solid"/>
            </a:ln>
          </c:spPr>
          <c:marker>
            <c:symbol val="none"/>
          </c:marker>
          <c:cat>
            <c:strLit>
              <c:ptCount val="262"/>
              <c:pt idx="0">
                <c:v>24-Sept-21</c:v>
              </c:pt>
              <c:pt idx="1">
                <c:v>01-Oct-21</c:v>
              </c:pt>
              <c:pt idx="2">
                <c:v>08-Oct-21</c:v>
              </c:pt>
              <c:pt idx="3">
                <c:v>15-Oct-21</c:v>
              </c:pt>
              <c:pt idx="4">
                <c:v>22-Oct-21</c:v>
              </c:pt>
              <c:pt idx="5">
                <c:v>29-Oct-21</c:v>
              </c:pt>
              <c:pt idx="6">
                <c:v>05-Nov-21</c:v>
              </c:pt>
              <c:pt idx="7">
                <c:v>12-Nov-21</c:v>
              </c:pt>
              <c:pt idx="8">
                <c:v>19-Nov-21</c:v>
              </c:pt>
              <c:pt idx="9">
                <c:v>26-Nov-21</c:v>
              </c:pt>
              <c:pt idx="10">
                <c:v>03-Dec-21</c:v>
              </c:pt>
              <c:pt idx="11">
                <c:v>10-Dec-21</c:v>
              </c:pt>
              <c:pt idx="12">
                <c:v>17-Dec-21</c:v>
              </c:pt>
              <c:pt idx="13">
                <c:v>24-Dec-21</c:v>
              </c:pt>
              <c:pt idx="14">
                <c:v>30-Dec-21</c:v>
              </c:pt>
              <c:pt idx="15">
                <c:v>07-Jan-22</c:v>
              </c:pt>
              <c:pt idx="16">
                <c:v>14-Jan-22</c:v>
              </c:pt>
              <c:pt idx="17">
                <c:v>21-Jan-22</c:v>
              </c:pt>
              <c:pt idx="18">
                <c:v>28-Jan-22</c:v>
              </c:pt>
              <c:pt idx="19">
                <c:v>04-Feb-22</c:v>
              </c:pt>
              <c:pt idx="20">
                <c:v>11-Feb-22</c:v>
              </c:pt>
              <c:pt idx="21">
                <c:v>18-Feb-22</c:v>
              </c:pt>
              <c:pt idx="22">
                <c:v>25-Feb-22</c:v>
              </c:pt>
              <c:pt idx="23">
                <c:v>04-Mar-22</c:v>
              </c:pt>
              <c:pt idx="24">
                <c:v>11-Mar-22</c:v>
              </c:pt>
              <c:pt idx="25">
                <c:v>18-Mar-22</c:v>
              </c:pt>
              <c:pt idx="26">
                <c:v>25-Mar-22</c:v>
              </c:pt>
              <c:pt idx="27">
                <c:v>01-Apr-22</c:v>
              </c:pt>
              <c:pt idx="28">
                <c:v>08-Apr-22</c:v>
              </c:pt>
              <c:pt idx="29">
                <c:v>14-Apr-22</c:v>
              </c:pt>
              <c:pt idx="30">
                <c:v>22-Apr-22</c:v>
              </c:pt>
              <c:pt idx="31">
                <c:v>28-Apr-22</c:v>
              </c:pt>
              <c:pt idx="32">
                <c:v>13-May-22</c:v>
              </c:pt>
              <c:pt idx="33">
                <c:v>20-May-22</c:v>
              </c:pt>
              <c:pt idx="34">
                <c:v>27-May-22</c:v>
              </c:pt>
              <c:pt idx="35">
                <c:v>03-Jun-22</c:v>
              </c:pt>
              <c:pt idx="36">
                <c:v>10-Jun-22</c:v>
              </c:pt>
              <c:pt idx="37">
                <c:v>17-Jun-22</c:v>
              </c:pt>
              <c:pt idx="38">
                <c:v>24-Jun-22</c:v>
              </c:pt>
              <c:pt idx="39">
                <c:v>01-Jul-22</c:v>
              </c:pt>
              <c:pt idx="40">
                <c:v>08-Jul-22</c:v>
              </c:pt>
              <c:pt idx="41">
                <c:v>15-Jul-22</c:v>
              </c:pt>
              <c:pt idx="42">
                <c:v>22-Jul-22</c:v>
              </c:pt>
              <c:pt idx="43">
                <c:v>29-Jul-22</c:v>
              </c:pt>
              <c:pt idx="44">
                <c:v>05-Aug-22</c:v>
              </c:pt>
              <c:pt idx="45">
                <c:v>12-Aug-22</c:v>
              </c:pt>
              <c:pt idx="46">
                <c:v>19-Aug-22</c:v>
              </c:pt>
              <c:pt idx="47">
                <c:v>26-Aug-22</c:v>
              </c:pt>
              <c:pt idx="48">
                <c:v>02-Sept-22</c:v>
              </c:pt>
              <c:pt idx="49">
                <c:v>09-Sept-22</c:v>
              </c:pt>
              <c:pt idx="50">
                <c:v>16-Sept-22</c:v>
              </c:pt>
              <c:pt idx="51">
                <c:v>23-Sept-22</c:v>
              </c:pt>
              <c:pt idx="52">
                <c:v>30-Sept-22</c:v>
              </c:pt>
              <c:pt idx="53">
                <c:v>07-Oct-22</c:v>
              </c:pt>
              <c:pt idx="54">
                <c:v>14-Oct-22</c:v>
              </c:pt>
              <c:pt idx="55">
                <c:v>21-Oct-22</c:v>
              </c:pt>
              <c:pt idx="56">
                <c:v>28-Oct-22</c:v>
              </c:pt>
              <c:pt idx="57">
                <c:v>04-Nov-22</c:v>
              </c:pt>
              <c:pt idx="58">
                <c:v>11-Nov-22</c:v>
              </c:pt>
              <c:pt idx="59">
                <c:v>18-Nov-22</c:v>
              </c:pt>
              <c:pt idx="60">
                <c:v>25-Nov-22</c:v>
              </c:pt>
              <c:pt idx="61">
                <c:v>02-Dec-22</c:v>
              </c:pt>
              <c:pt idx="62">
                <c:v>09-Dec-22</c:v>
              </c:pt>
              <c:pt idx="63">
                <c:v>16-Dec-22</c:v>
              </c:pt>
              <c:pt idx="64">
                <c:v>23-Dec-22</c:v>
              </c:pt>
              <c:pt idx="65">
                <c:v>30-Dec-22</c:v>
              </c:pt>
              <c:pt idx="66">
                <c:v>06-Jan-23</c:v>
              </c:pt>
              <c:pt idx="67">
                <c:v>13-Jan-23</c:v>
              </c:pt>
              <c:pt idx="68">
                <c:v>20-Jan-23</c:v>
              </c:pt>
              <c:pt idx="69">
                <c:v>27-Jan-23</c:v>
              </c:pt>
              <c:pt idx="70">
                <c:v>03-Feb-23</c:v>
              </c:pt>
              <c:pt idx="71">
                <c:v>10-Feb-23</c:v>
              </c:pt>
              <c:pt idx="72">
                <c:v>17-Feb-23</c:v>
              </c:pt>
              <c:pt idx="73">
                <c:v>24-Feb-23</c:v>
              </c:pt>
              <c:pt idx="74">
                <c:v>03-Mar-23</c:v>
              </c:pt>
              <c:pt idx="75">
                <c:v>10-Mar-23</c:v>
              </c:pt>
              <c:pt idx="76">
                <c:v>17-Mar-23</c:v>
              </c:pt>
              <c:pt idx="77">
                <c:v>24-Mar-23</c:v>
              </c:pt>
              <c:pt idx="78">
                <c:v>31-Mar-23</c:v>
              </c:pt>
              <c:pt idx="79">
                <c:v>06-Apr-23</c:v>
              </c:pt>
              <c:pt idx="80">
                <c:v>14-Apr-23</c:v>
              </c:pt>
              <c:pt idx="81">
                <c:v>18-Apr-23</c:v>
              </c:pt>
              <c:pt idx="82">
                <c:v>28-Apr-23</c:v>
              </c:pt>
              <c:pt idx="83">
                <c:v>05-May-23</c:v>
              </c:pt>
              <c:pt idx="84">
                <c:v>12-May-23</c:v>
              </c:pt>
              <c:pt idx="85">
                <c:v>19-May-23</c:v>
              </c:pt>
              <c:pt idx="86">
                <c:v>26-May-23</c:v>
              </c:pt>
              <c:pt idx="87">
                <c:v>31-May-23</c:v>
              </c:pt>
              <c:pt idx="88">
                <c:v>09-Jun-23</c:v>
              </c:pt>
              <c:pt idx="89">
                <c:v>16-Jun-23</c:v>
              </c:pt>
              <c:pt idx="90">
                <c:v>23-Jun-23</c:v>
              </c:pt>
              <c:pt idx="91">
                <c:v>27-Jun-23</c:v>
              </c:pt>
              <c:pt idx="92">
                <c:v>07-Jul-23</c:v>
              </c:pt>
              <c:pt idx="93">
                <c:v>14-Jul-23</c:v>
              </c:pt>
              <c:pt idx="94">
                <c:v>21-Jul-23</c:v>
              </c:pt>
              <c:pt idx="95">
                <c:v>28-Jul-23</c:v>
              </c:pt>
              <c:pt idx="96">
                <c:v>04-Aug-23</c:v>
              </c:pt>
              <c:pt idx="97">
                <c:v>11-Aug-23</c:v>
              </c:pt>
              <c:pt idx="98">
                <c:v>18-Aug-23</c:v>
              </c:pt>
              <c:pt idx="99">
                <c:v>25-Aug-23</c:v>
              </c:pt>
              <c:pt idx="100">
                <c:v>01-Sept-23</c:v>
              </c:pt>
              <c:pt idx="101">
                <c:v>08-Sept-23</c:v>
              </c:pt>
              <c:pt idx="102">
                <c:v>15-Sept-23</c:v>
              </c:pt>
              <c:pt idx="103">
                <c:v>22-Sept-23</c:v>
              </c:pt>
              <c:pt idx="104">
                <c:v>29-Sept-23</c:v>
              </c:pt>
              <c:pt idx="105">
                <c:v>06-Oct-23</c:v>
              </c:pt>
              <c:pt idx="106">
                <c:v>13-Oct-23</c:v>
              </c:pt>
              <c:pt idx="107">
                <c:v>20-Oct-23</c:v>
              </c:pt>
              <c:pt idx="108">
                <c:v>27-Oct-23</c:v>
              </c:pt>
              <c:pt idx="109">
                <c:v>03-Nov-23</c:v>
              </c:pt>
              <c:pt idx="110">
                <c:v>10-Nov-23</c:v>
              </c:pt>
              <c:pt idx="111">
                <c:v>17-Nov-23</c:v>
              </c:pt>
              <c:pt idx="112">
                <c:v>24-Nov-23</c:v>
              </c:pt>
              <c:pt idx="113">
                <c:v>01-Dec-23</c:v>
              </c:pt>
              <c:pt idx="114">
                <c:v>08-Dec-23</c:v>
              </c:pt>
              <c:pt idx="115">
                <c:v>15-Dec-23</c:v>
              </c:pt>
              <c:pt idx="116">
                <c:v>22-Dec-23</c:v>
              </c:pt>
              <c:pt idx="117">
                <c:v>29-Dec-23</c:v>
              </c:pt>
              <c:pt idx="118">
                <c:v>05-Jan-24</c:v>
              </c:pt>
              <c:pt idx="119">
                <c:v>12-Jan-24</c:v>
              </c:pt>
              <c:pt idx="120">
                <c:v>19-Jan-24</c:v>
              </c:pt>
              <c:pt idx="121">
                <c:v>26-Jan-24</c:v>
              </c:pt>
              <c:pt idx="122">
                <c:v>02-Feb-24</c:v>
              </c:pt>
              <c:pt idx="123">
                <c:v>07-Feb-24</c:v>
              </c:pt>
              <c:pt idx="124">
                <c:v>16-Feb-24</c:v>
              </c:pt>
              <c:pt idx="125">
                <c:v>23-Feb-24</c:v>
              </c:pt>
              <c:pt idx="126">
                <c:v>01-Mar-24</c:v>
              </c:pt>
              <c:pt idx="127">
                <c:v>08-Mar-24</c:v>
              </c:pt>
              <c:pt idx="128">
                <c:v>15-Mar-24</c:v>
              </c:pt>
              <c:pt idx="129">
                <c:v>22-Mar-24</c:v>
              </c:pt>
              <c:pt idx="130">
                <c:v>28-Mar-24</c:v>
              </c:pt>
              <c:pt idx="131">
                <c:v>05-Apr-24</c:v>
              </c:pt>
              <c:pt idx="132">
                <c:v>19-Apr-24</c:v>
              </c:pt>
              <c:pt idx="133">
                <c:v>26-Apr-24</c:v>
              </c:pt>
              <c:pt idx="134">
                <c:v>03-May-24</c:v>
              </c:pt>
              <c:pt idx="135">
                <c:v>08-May-24</c:v>
              </c:pt>
              <c:pt idx="136">
                <c:v>17-May-24</c:v>
              </c:pt>
              <c:pt idx="137">
                <c:v>22-May-24</c:v>
              </c:pt>
              <c:pt idx="138">
                <c:v>31-May-24</c:v>
              </c:pt>
              <c:pt idx="139">
                <c:v>07-Jun-24</c:v>
              </c:pt>
              <c:pt idx="140">
                <c:v>14-Jun-24</c:v>
              </c:pt>
              <c:pt idx="141">
                <c:v>21-Jun-24</c:v>
              </c:pt>
              <c:pt idx="142">
                <c:v>28-Jun-24</c:v>
              </c:pt>
              <c:pt idx="143">
                <c:v>05-Jul-24</c:v>
              </c:pt>
              <c:pt idx="144">
                <c:v>12-Jul-24</c:v>
              </c:pt>
              <c:pt idx="145">
                <c:v>19-Jul-24</c:v>
              </c:pt>
              <c:pt idx="146">
                <c:v>26-Jul-24</c:v>
              </c:pt>
              <c:pt idx="147">
                <c:v>02-Aug-24</c:v>
              </c:pt>
              <c:pt idx="148">
                <c:v>09-Aug-24</c:v>
              </c:pt>
              <c:pt idx="149">
                <c:v>16-Aug-24</c:v>
              </c:pt>
              <c:pt idx="150">
                <c:v>23-Aug-24</c:v>
              </c:pt>
              <c:pt idx="151">
                <c:v>30-Aug-24</c:v>
              </c:pt>
              <c:pt idx="152">
                <c:v>06-Sept-24</c:v>
              </c:pt>
              <c:pt idx="153">
                <c:v>13-Sept-24</c:v>
              </c:pt>
              <c:pt idx="154">
                <c:v>20-Sept-24</c:v>
              </c:pt>
              <c:pt idx="155">
                <c:v>27-Sept-24</c:v>
              </c:pt>
              <c:pt idx="156">
                <c:v>04-Oct-24</c:v>
              </c:pt>
              <c:pt idx="157">
                <c:v>11-Oct-24</c:v>
              </c:pt>
              <c:pt idx="158">
                <c:v>18-Oct-24</c:v>
              </c:pt>
              <c:pt idx="159">
                <c:v>25-Oct-24</c:v>
              </c:pt>
              <c:pt idx="160">
                <c:v>01-Nov-24</c:v>
              </c:pt>
              <c:pt idx="161">
                <c:v>08-Nov-24</c:v>
              </c:pt>
              <c:pt idx="162">
                <c:v>15-Nov-24</c:v>
              </c:pt>
              <c:pt idx="163">
                <c:v>22-Nov-24</c:v>
              </c:pt>
              <c:pt idx="164">
                <c:v>29-Nov-24</c:v>
              </c:pt>
              <c:pt idx="165">
                <c:v>06-Dec-24</c:v>
              </c:pt>
              <c:pt idx="166">
                <c:v>13-Dec-24</c:v>
              </c:pt>
              <c:pt idx="167">
                <c:v>20-Dec-24</c:v>
              </c:pt>
              <c:pt idx="168">
                <c:v>27-Dec-24</c:v>
              </c:pt>
              <c:pt idx="169">
                <c:v>03-Jan-25</c:v>
              </c:pt>
              <c:pt idx="170">
                <c:v>10-Jan-25</c:v>
              </c:pt>
              <c:pt idx="171">
                <c:v>17-Jan-25</c:v>
              </c:pt>
              <c:pt idx="172">
                <c:v>24-Jan-25</c:v>
              </c:pt>
              <c:pt idx="173">
                <c:v>31-Jan-25</c:v>
              </c:pt>
              <c:pt idx="174">
                <c:v>07-Feb-25</c:v>
              </c:pt>
              <c:pt idx="175">
                <c:v>14-Feb-25</c:v>
              </c:pt>
              <c:pt idx="176">
                <c:v>21-Feb-25</c:v>
              </c:pt>
              <c:pt idx="177">
                <c:v>28-Feb-25</c:v>
              </c:pt>
              <c:pt idx="178">
                <c:v>07-Mar-25</c:v>
              </c:pt>
              <c:pt idx="179">
                <c:v>14-Mar-25</c:v>
              </c:pt>
              <c:pt idx="180">
                <c:v>21-Mar-25</c:v>
              </c:pt>
              <c:pt idx="181">
                <c:v>27-Mar-25</c:v>
              </c:pt>
              <c:pt idx="182">
                <c:v>11-Apr-25</c:v>
              </c:pt>
              <c:pt idx="183">
                <c:v>17-Apr-25</c:v>
              </c:pt>
              <c:pt idx="184">
                <c:v>25-Apr-25</c:v>
              </c:pt>
              <c:pt idx="185">
                <c:v>02-May-25</c:v>
              </c:pt>
              <c:pt idx="186">
                <c:v>09-May-25</c:v>
              </c:pt>
              <c:pt idx="187">
                <c:v>16-May-25</c:v>
              </c:pt>
              <c:pt idx="188">
                <c:v>23-May-25</c:v>
              </c:pt>
              <c:pt idx="189">
                <c:v>28-May-25</c:v>
              </c:pt>
              <c:pt idx="190">
                <c:v>05-Jun-25</c:v>
              </c:pt>
              <c:pt idx="191">
                <c:v>13-Jun-25</c:v>
              </c:pt>
              <c:pt idx="192">
                <c:v>20-Jun-25</c:v>
              </c:pt>
              <c:pt idx="193">
                <c:v>26-Jun-25</c:v>
              </c:pt>
              <c:pt idx="194">
                <c:v>04-Jul-25</c:v>
              </c:pt>
              <c:pt idx="195">
                <c:v>11-Jul-25</c:v>
              </c:pt>
              <c:pt idx="196">
                <c:v>18-Jul-25</c:v>
              </c:pt>
              <c:pt idx="197">
                <c:v>25-Jul-25</c:v>
              </c:pt>
              <c:pt idx="198">
                <c:v>01-Aug-25</c:v>
              </c:pt>
              <c:pt idx="199">
                <c:v>08-Aug-25</c:v>
              </c:pt>
              <c:pt idx="200">
                <c:v>15-Aug-25</c:v>
              </c:pt>
              <c:pt idx="201">
                <c:v>22-Aug-25</c:v>
              </c:pt>
              <c:pt idx="202">
                <c:v>29-Aug-25</c:v>
              </c:pt>
              <c:pt idx="203">
                <c:v>04-Sept-25</c:v>
              </c:pt>
              <c:pt idx="204">
                <c:v>12-Sept-25</c:v>
              </c:pt>
              <c:pt idx="205">
                <c:v>19-Sept-25</c:v>
              </c:pt>
              <c:pt idx="206">
                <c:v>26-Sept-25</c:v>
              </c:pt>
              <c:pt idx="207">
                <c:v>03-Oct-25</c:v>
              </c:pt>
              <c:pt idx="208">
                <c:v>10-Oct-25</c:v>
              </c:pt>
              <c:pt idx="209">
                <c:v>17-Oct-25</c:v>
              </c:pt>
              <c:pt idx="210">
                <c:v>24-Oct-25</c:v>
              </c:pt>
              <c:pt idx="211">
                <c:v>31-Oct-25</c:v>
              </c:pt>
              <c:pt idx="212">
                <c:v>07-Nov-25</c:v>
              </c:pt>
              <c:pt idx="213">
                <c:v>14-Nov-25</c:v>
              </c:pt>
              <c:pt idx="214">
                <c:v>21-Nov-25</c:v>
              </c:pt>
              <c:pt idx="215">
                <c:v>28-Nov-25</c:v>
              </c:pt>
              <c:pt idx="216">
                <c:v>05-Dec-25</c:v>
              </c:pt>
              <c:pt idx="217">
                <c:v>12-Dec-25</c:v>
              </c:pt>
              <c:pt idx="218">
                <c:v>19-Dec-25</c:v>
              </c:pt>
              <c:pt idx="219">
                <c:v>24-Dec-25</c:v>
              </c:pt>
              <c:pt idx="220">
                <c:v>02-Jan-26</c:v>
              </c:pt>
              <c:pt idx="221">
                <c:v>09-Jan-26</c:v>
              </c:pt>
              <c:pt idx="222">
                <c:v>15-Jan-26</c:v>
              </c:pt>
              <c:pt idx="223">
                <c:v>23-Jan-26</c:v>
              </c:pt>
              <c:pt idx="224">
                <c:v>30-Jan-26</c:v>
              </c:pt>
              <c:pt idx="225">
                <c:v>06-Feb-26</c:v>
              </c:pt>
              <c:pt idx="226">
                <c:v>13-Feb-26</c:v>
              </c:pt>
              <c:pt idx="227">
                <c:v>20-Feb-26</c:v>
              </c:pt>
              <c:pt idx="228">
                <c:v>27-Feb-26</c:v>
              </c:pt>
              <c:pt idx="229">
                <c:v>06-Mar-26</c:v>
              </c:pt>
              <c:pt idx="230">
                <c:v>13-Mar-26</c:v>
              </c:pt>
              <c:pt idx="231">
                <c:v>17-Mar-26</c:v>
              </c:pt>
              <c:pt idx="232">
                <c:v>27-Mar-26</c:v>
              </c:pt>
              <c:pt idx="233">
                <c:v>02-Apr-26</c:v>
              </c:pt>
              <c:pt idx="234">
                <c:v>10-Apr-26</c:v>
              </c:pt>
              <c:pt idx="235">
                <c:v>17-Apr-26</c:v>
              </c:pt>
              <c:pt idx="236">
                <c:v>24-Apr-26</c:v>
              </c:pt>
              <c:pt idx="237">
                <c:v>30-Apr-26</c:v>
              </c:pt>
              <c:pt idx="238">
                <c:v>08-May-26</c:v>
              </c:pt>
              <c:pt idx="239">
                <c:v>13-May-26</c:v>
              </c:pt>
              <c:pt idx="240">
                <c:v>22-May-26</c:v>
              </c:pt>
              <c:pt idx="241">
                <c:v>29-May-26</c:v>
              </c:pt>
              <c:pt idx="242">
                <c:v>05-Jun-26</c:v>
              </c:pt>
              <c:pt idx="243">
                <c:v>12-Jun-26</c:v>
              </c:pt>
              <c:pt idx="244">
                <c:v>19-Jun-26</c:v>
              </c:pt>
              <c:pt idx="245">
                <c:v>26-Jun-26</c:v>
              </c:pt>
              <c:pt idx="246">
                <c:v>03-Jul-26</c:v>
              </c:pt>
              <c:pt idx="247">
                <c:v>10-Jul-26</c:v>
              </c:pt>
              <c:pt idx="248">
                <c:v>17-Jul-26</c:v>
              </c:pt>
              <c:pt idx="249">
                <c:v>24-Jul-26</c:v>
              </c:pt>
              <c:pt idx="250">
                <c:v>31-Jul-26</c:v>
              </c:pt>
              <c:pt idx="251">
                <c:v>07-Aug-26</c:v>
              </c:pt>
              <c:pt idx="252">
                <c:v>14-Aug-26</c:v>
              </c:pt>
              <c:pt idx="253">
                <c:v>21-Aug-26</c:v>
              </c:pt>
              <c:pt idx="254">
                <c:v>28-Aug-26</c:v>
              </c:pt>
              <c:pt idx="255">
                <c:v>04-Sept-26</c:v>
              </c:pt>
              <c:pt idx="256">
                <c:v>11-Sept-26</c:v>
              </c:pt>
              <c:pt idx="257">
                <c:v>18-Sept-26</c:v>
              </c:pt>
              <c:pt idx="258">
                <c:v>25-Sept-26</c:v>
              </c:pt>
              <c:pt idx="259">
                <c:v>02-Oct-26</c:v>
              </c:pt>
              <c:pt idx="260">
                <c:v>09-Oct-26</c:v>
              </c:pt>
              <c:pt idx="261">
                <c:v>12-Oct-26</c:v>
              </c:pt>
            </c:strLit>
          </c:cat>
          <c:val>
            <c:numLit>
              <c:formatCode>#,##0</c:formatCode>
              <c:ptCount val="262"/>
              <c:pt idx="0">
                <c:v>2988</c:v>
              </c:pt>
              <c:pt idx="1">
                <c:v>3050</c:v>
              </c:pt>
              <c:pt idx="2">
                <c:v>3450</c:v>
              </c:pt>
              <c:pt idx="3">
                <c:v>3575</c:v>
              </c:pt>
              <c:pt idx="4">
                <c:v>3600</c:v>
              </c:pt>
              <c:pt idx="5">
                <c:v>3588</c:v>
              </c:pt>
              <c:pt idx="6">
                <c:v>3550</c:v>
              </c:pt>
              <c:pt idx="7">
                <c:v>3550</c:v>
              </c:pt>
              <c:pt idx="8">
                <c:v>3625</c:v>
              </c:pt>
              <c:pt idx="9">
                <c:v>3550</c:v>
              </c:pt>
              <c:pt idx="10">
                <c:v>3575</c:v>
              </c:pt>
              <c:pt idx="11">
                <c:v>3600</c:v>
              </c:pt>
              <c:pt idx="12">
                <c:v>3575</c:v>
              </c:pt>
              <c:pt idx="13">
                <c:v>3525</c:v>
              </c:pt>
              <c:pt idx="14">
                <c:v>3513</c:v>
              </c:pt>
              <c:pt idx="15">
                <c:v>3525</c:v>
              </c:pt>
              <c:pt idx="16">
                <c:v>3588</c:v>
              </c:pt>
              <c:pt idx="17">
                <c:v>3650</c:v>
              </c:pt>
              <c:pt idx="18">
                <c:v>3825</c:v>
              </c:pt>
              <c:pt idx="19">
                <c:v>3738</c:v>
              </c:pt>
              <c:pt idx="20">
                <c:v>3863</c:v>
              </c:pt>
              <c:pt idx="21">
                <c:v>3925</c:v>
              </c:pt>
              <c:pt idx="22">
                <c:v>3850</c:v>
              </c:pt>
              <c:pt idx="23">
                <c:v>3825</c:v>
              </c:pt>
              <c:pt idx="24">
                <c:v>3825</c:v>
              </c:pt>
              <c:pt idx="25">
                <c:v>3963</c:v>
              </c:pt>
              <c:pt idx="26">
                <c:v>3925</c:v>
              </c:pt>
              <c:pt idx="27">
                <c:v>3938</c:v>
              </c:pt>
              <c:pt idx="28">
                <c:v>3850</c:v>
              </c:pt>
              <c:pt idx="29">
                <c:v>3838</c:v>
              </c:pt>
              <c:pt idx="30">
                <c:v>4138</c:v>
              </c:pt>
              <c:pt idx="31">
                <c:v>4475</c:v>
              </c:pt>
              <c:pt idx="32">
                <c:v>3900</c:v>
              </c:pt>
              <c:pt idx="33">
                <c:v>4000</c:v>
              </c:pt>
              <c:pt idx="34">
                <c:v>4050</c:v>
              </c:pt>
              <c:pt idx="35">
                <c:v>4100</c:v>
              </c:pt>
              <c:pt idx="36">
                <c:v>4088</c:v>
              </c:pt>
              <c:pt idx="37">
                <c:v>4038</c:v>
              </c:pt>
              <c:pt idx="38">
                <c:v>4150</c:v>
              </c:pt>
              <c:pt idx="39">
                <c:v>3800</c:v>
              </c:pt>
              <c:pt idx="40">
                <c:v>3738</c:v>
              </c:pt>
              <c:pt idx="41">
                <c:v>3588</c:v>
              </c:pt>
              <c:pt idx="42">
                <c:v>3925</c:v>
              </c:pt>
              <c:pt idx="43">
                <c:v>4138</c:v>
              </c:pt>
              <c:pt idx="44">
                <c:v>4125</c:v>
              </c:pt>
              <c:pt idx="45">
                <c:v>4238</c:v>
              </c:pt>
              <c:pt idx="46">
                <c:v>4250</c:v>
              </c:pt>
              <c:pt idx="47">
                <c:v>4250</c:v>
              </c:pt>
              <c:pt idx="48">
                <c:v>4425</c:v>
              </c:pt>
              <c:pt idx="49">
                <c:v>4538</c:v>
              </c:pt>
              <c:pt idx="50">
                <c:v>4550</c:v>
              </c:pt>
              <c:pt idx="51">
                <c:v>4600</c:v>
              </c:pt>
              <c:pt idx="52">
                <c:v>4713</c:v>
              </c:pt>
              <c:pt idx="53">
                <c:v>4713</c:v>
              </c:pt>
              <c:pt idx="54">
                <c:v>4700</c:v>
              </c:pt>
              <c:pt idx="55">
                <c:v>5175</c:v>
              </c:pt>
              <c:pt idx="56">
                <c:v>5100</c:v>
              </c:pt>
              <c:pt idx="57">
                <c:v>5075</c:v>
              </c:pt>
              <c:pt idx="58">
                <c:v>5213</c:v>
              </c:pt>
              <c:pt idx="59">
                <c:v>5088</c:v>
              </c:pt>
              <c:pt idx="60">
                <c:v>5088</c:v>
              </c:pt>
              <c:pt idx="61">
                <c:v>5263</c:v>
              </c:pt>
              <c:pt idx="62">
                <c:v>4963</c:v>
              </c:pt>
              <c:pt idx="63">
                <c:v>5050</c:v>
              </c:pt>
              <c:pt idx="64">
                <c:v>4963</c:v>
              </c:pt>
              <c:pt idx="65">
                <c:v>4963</c:v>
              </c:pt>
              <c:pt idx="66">
                <c:v>4900</c:v>
              </c:pt>
              <c:pt idx="67">
                <c:v>4588</c:v>
              </c:pt>
              <c:pt idx="68">
                <c:v>4988</c:v>
              </c:pt>
              <c:pt idx="69">
                <c:v>5013</c:v>
              </c:pt>
              <c:pt idx="70">
                <c:v>4963</c:v>
              </c:pt>
              <c:pt idx="71">
                <c:v>5150</c:v>
              </c:pt>
              <c:pt idx="72">
                <c:v>5150</c:v>
              </c:pt>
              <c:pt idx="73">
                <c:v>5063</c:v>
              </c:pt>
              <c:pt idx="74">
                <c:v>5025</c:v>
              </c:pt>
              <c:pt idx="75">
                <c:v>5188</c:v>
              </c:pt>
              <c:pt idx="76">
                <c:v>5050</c:v>
              </c:pt>
              <c:pt idx="77">
                <c:v>5450</c:v>
              </c:pt>
              <c:pt idx="78">
                <c:v>5163</c:v>
              </c:pt>
              <c:pt idx="79">
                <c:v>5175</c:v>
              </c:pt>
              <c:pt idx="80">
                <c:v>5225</c:v>
              </c:pt>
              <c:pt idx="81">
                <c:v>5175</c:v>
              </c:pt>
              <c:pt idx="82">
                <c:v>5175</c:v>
              </c:pt>
              <c:pt idx="83">
                <c:v>5175</c:v>
              </c:pt>
              <c:pt idx="84">
                <c:v>5000</c:v>
              </c:pt>
              <c:pt idx="85">
                <c:v>5075</c:v>
              </c:pt>
              <c:pt idx="86">
                <c:v>5125</c:v>
              </c:pt>
              <c:pt idx="87">
                <c:v>5050</c:v>
              </c:pt>
              <c:pt idx="88">
                <c:v>5125</c:v>
              </c:pt>
              <c:pt idx="89">
                <c:v>5150</c:v>
              </c:pt>
              <c:pt idx="90">
                <c:v>5075</c:v>
              </c:pt>
              <c:pt idx="91">
                <c:v>5200</c:v>
              </c:pt>
              <c:pt idx="92">
                <c:v>5150</c:v>
              </c:pt>
              <c:pt idx="93">
                <c:v>5400</c:v>
              </c:pt>
              <c:pt idx="94">
                <c:v>5550</c:v>
              </c:pt>
              <c:pt idx="95">
                <c:v>5700</c:v>
              </c:pt>
              <c:pt idx="96">
                <c:v>5775</c:v>
              </c:pt>
              <c:pt idx="97">
                <c:v>5925</c:v>
              </c:pt>
              <c:pt idx="98">
                <c:v>5775</c:v>
              </c:pt>
              <c:pt idx="99">
                <c:v>5900</c:v>
              </c:pt>
              <c:pt idx="100">
                <c:v>6075</c:v>
              </c:pt>
              <c:pt idx="101">
                <c:v>5900</c:v>
              </c:pt>
              <c:pt idx="102">
                <c:v>5925</c:v>
              </c:pt>
              <c:pt idx="103">
                <c:v>6000</c:v>
              </c:pt>
              <c:pt idx="104">
                <c:v>6025</c:v>
              </c:pt>
              <c:pt idx="105">
                <c:v>6025</c:v>
              </c:pt>
              <c:pt idx="106">
                <c:v>6075</c:v>
              </c:pt>
              <c:pt idx="107">
                <c:v>5750</c:v>
              </c:pt>
              <c:pt idx="108">
                <c:v>5700</c:v>
              </c:pt>
              <c:pt idx="109">
                <c:v>5825</c:v>
              </c:pt>
              <c:pt idx="110">
                <c:v>5775</c:v>
              </c:pt>
              <c:pt idx="111">
                <c:v>5900</c:v>
              </c:pt>
              <c:pt idx="112">
                <c:v>5875</c:v>
              </c:pt>
              <c:pt idx="113">
                <c:v>5900</c:v>
              </c:pt>
              <c:pt idx="114">
                <c:v>5700</c:v>
              </c:pt>
              <c:pt idx="115">
                <c:v>5900</c:v>
              </c:pt>
              <c:pt idx="116">
                <c:v>5975</c:v>
              </c:pt>
              <c:pt idx="117">
                <c:v>6050</c:v>
              </c:pt>
              <c:pt idx="118">
                <c:v>6425</c:v>
              </c:pt>
              <c:pt idx="119">
                <c:v>6575</c:v>
              </c:pt>
              <c:pt idx="120">
                <c:v>6525</c:v>
              </c:pt>
              <c:pt idx="121">
                <c:v>6300</c:v>
              </c:pt>
              <c:pt idx="122">
                <c:v>6675</c:v>
              </c:pt>
              <c:pt idx="123">
                <c:v>6950</c:v>
              </c:pt>
              <c:pt idx="124">
                <c:v>7200</c:v>
              </c:pt>
              <c:pt idx="125">
                <c:v>7050</c:v>
              </c:pt>
              <c:pt idx="126">
                <c:v>7025</c:v>
              </c:pt>
              <c:pt idx="127">
                <c:v>7125</c:v>
              </c:pt>
              <c:pt idx="128">
                <c:v>7400</c:v>
              </c:pt>
              <c:pt idx="129">
                <c:v>7050</c:v>
              </c:pt>
              <c:pt idx="130">
                <c:v>7250</c:v>
              </c:pt>
              <c:pt idx="131">
                <c:v>6825</c:v>
              </c:pt>
              <c:pt idx="132">
                <c:v>6725</c:v>
              </c:pt>
              <c:pt idx="133">
                <c:v>6750</c:v>
              </c:pt>
              <c:pt idx="134">
                <c:v>6150</c:v>
              </c:pt>
              <c:pt idx="135">
                <c:v>6275</c:v>
              </c:pt>
              <c:pt idx="136">
                <c:v>6575</c:v>
              </c:pt>
              <c:pt idx="137">
                <c:v>6050</c:v>
              </c:pt>
              <c:pt idx="138">
                <c:v>5900</c:v>
              </c:pt>
              <c:pt idx="139">
                <c:v>6275</c:v>
              </c:pt>
              <c:pt idx="140">
                <c:v>5750</c:v>
              </c:pt>
              <c:pt idx="141">
                <c:v>6125</c:v>
              </c:pt>
              <c:pt idx="142">
                <c:v>6150</c:v>
              </c:pt>
              <c:pt idx="143">
                <c:v>6425</c:v>
              </c:pt>
              <c:pt idx="144">
                <c:v>6425</c:v>
              </c:pt>
              <c:pt idx="145">
                <c:v>6525</c:v>
              </c:pt>
              <c:pt idx="146">
                <c:v>6550</c:v>
              </c:pt>
              <c:pt idx="147">
                <c:v>6800</c:v>
              </c:pt>
              <c:pt idx="148">
                <c:v>6850</c:v>
              </c:pt>
              <c:pt idx="149">
                <c:v>7075</c:v>
              </c:pt>
              <c:pt idx="150">
                <c:v>7050</c:v>
              </c:pt>
              <c:pt idx="151">
                <c:v>7125</c:v>
              </c:pt>
              <c:pt idx="152">
                <c:v>7250</c:v>
              </c:pt>
              <c:pt idx="153">
                <c:v>7275</c:v>
              </c:pt>
              <c:pt idx="154">
                <c:v>7300</c:v>
              </c:pt>
              <c:pt idx="155">
                <c:v>7050</c:v>
              </c:pt>
              <c:pt idx="156">
                <c:v>6950</c:v>
              </c:pt>
              <c:pt idx="157">
                <c:v>6950</c:v>
              </c:pt>
              <c:pt idx="158">
                <c:v>7175</c:v>
              </c:pt>
              <c:pt idx="159">
                <c:v>7050</c:v>
              </c:pt>
              <c:pt idx="160">
                <c:v>6650</c:v>
              </c:pt>
              <c:pt idx="161">
                <c:v>6325</c:v>
              </c:pt>
              <c:pt idx="162">
                <c:v>6350</c:v>
              </c:pt>
              <c:pt idx="163">
                <c:v>6250</c:v>
              </c:pt>
              <c:pt idx="164">
                <c:v>6150</c:v>
              </c:pt>
              <c:pt idx="165">
                <c:v>6225</c:v>
              </c:pt>
              <c:pt idx="166">
                <c:v>6025</c:v>
              </c:pt>
              <c:pt idx="167">
                <c:v>5675</c:v>
              </c:pt>
              <c:pt idx="168">
                <c:v>5800</c:v>
              </c:pt>
              <c:pt idx="169">
                <c:v>5800</c:v>
              </c:pt>
              <c:pt idx="170">
                <c:v>5600</c:v>
              </c:pt>
              <c:pt idx="171">
                <c:v>5875</c:v>
              </c:pt>
              <c:pt idx="172">
                <c:v>6125</c:v>
              </c:pt>
              <c:pt idx="173">
                <c:v>6025</c:v>
              </c:pt>
              <c:pt idx="174">
                <c:v>5150</c:v>
              </c:pt>
              <c:pt idx="175">
                <c:v>5125</c:v>
              </c:pt>
              <c:pt idx="176">
                <c:v>5075</c:v>
              </c:pt>
              <c:pt idx="177">
                <c:v>4600</c:v>
              </c:pt>
              <c:pt idx="178">
                <c:v>4840</c:v>
              </c:pt>
              <c:pt idx="179">
                <c:v>4740</c:v>
              </c:pt>
              <c:pt idx="180">
                <c:v>4410</c:v>
              </c:pt>
              <c:pt idx="181">
                <c:v>5200</c:v>
              </c:pt>
              <c:pt idx="182">
                <c:v>5100</c:v>
              </c:pt>
              <c:pt idx="183">
                <c:v>4600</c:v>
              </c:pt>
              <c:pt idx="184">
                <c:v>4900</c:v>
              </c:pt>
              <c:pt idx="185">
                <c:v>4960</c:v>
              </c:pt>
              <c:pt idx="186">
                <c:v>4770</c:v>
              </c:pt>
              <c:pt idx="187">
                <c:v>5475</c:v>
              </c:pt>
              <c:pt idx="188">
                <c:v>5425</c:v>
              </c:pt>
              <c:pt idx="189">
                <c:v>5300</c:v>
              </c:pt>
              <c:pt idx="190">
                <c:v>5075</c:v>
              </c:pt>
              <c:pt idx="191">
                <c:v>5150</c:v>
              </c:pt>
              <c:pt idx="192">
                <c:v>4930</c:v>
              </c:pt>
              <c:pt idx="193">
                <c:v>5025</c:v>
              </c:pt>
              <c:pt idx="194">
                <c:v>4740</c:v>
              </c:pt>
              <c:pt idx="195">
                <c:v>4970</c:v>
              </c:pt>
              <c:pt idx="196">
                <c:v>4740</c:v>
              </c:pt>
              <c:pt idx="197">
                <c:v>4690</c:v>
              </c:pt>
              <c:pt idx="198">
                <c:v>4530</c:v>
              </c:pt>
              <c:pt idx="199">
                <c:v>4670</c:v>
              </c:pt>
              <c:pt idx="200">
                <c:v>4850</c:v>
              </c:pt>
              <c:pt idx="201">
                <c:v>4890</c:v>
              </c:pt>
              <c:pt idx="202">
                <c:v>4730</c:v>
              </c:pt>
              <c:pt idx="203">
                <c:v>4680</c:v>
              </c:pt>
              <c:pt idx="204">
                <c:v>4520</c:v>
              </c:pt>
              <c:pt idx="205">
                <c:v>4380</c:v>
              </c:pt>
              <c:pt idx="206">
                <c:v>4420</c:v>
              </c:pt>
              <c:pt idx="207">
                <c:v>4310</c:v>
              </c:pt>
              <c:pt idx="208">
                <c:v>4250</c:v>
              </c:pt>
              <c:pt idx="209">
                <c:v>4050</c:v>
              </c:pt>
              <c:pt idx="210">
                <c:v>4550</c:v>
              </c:pt>
              <c:pt idx="211">
                <c:v>4720</c:v>
              </c:pt>
              <c:pt idx="212">
                <c:v>4750</c:v>
              </c:pt>
              <c:pt idx="213">
                <c:v>4750</c:v>
              </c:pt>
              <c:pt idx="214">
                <c:v>4950</c:v>
              </c:pt>
              <c:pt idx="215">
                <c:v>4830</c:v>
              </c:pt>
              <c:pt idx="216">
                <c:v>4900</c:v>
              </c:pt>
              <c:pt idx="217">
                <c:v>4820</c:v>
              </c:pt>
              <c:pt idx="218">
                <c:v>5175</c:v>
              </c:pt>
              <c:pt idx="219">
                <c:v>5050</c:v>
              </c:pt>
              <c:pt idx="220">
                <c:v>5075</c:v>
              </c:pt>
              <c:pt idx="221">
                <c:v>4760</c:v>
              </c:pt>
              <c:pt idx="222">
                <c:v>4990</c:v>
              </c:pt>
              <c:pt idx="223">
                <c:v>4990</c:v>
              </c:pt>
              <c:pt idx="224">
                <c:v>4820</c:v>
              </c:pt>
              <c:pt idx="225">
                <c:v>5050</c:v>
              </c:pt>
              <c:pt idx="226">
                <c:v>5075</c:v>
              </c:pt>
              <c:pt idx="227">
                <c:v>5125</c:v>
              </c:pt>
              <c:pt idx="228">
                <c:v>5275</c:v>
              </c:pt>
              <c:pt idx="229">
                <c:v>4980</c:v>
              </c:pt>
              <c:pt idx="230">
                <c:v>4750</c:v>
              </c:pt>
              <c:pt idx="231">
                <c:v>4730</c:v>
              </c:pt>
              <c:pt idx="232">
                <c:v>4760</c:v>
              </c:pt>
              <c:pt idx="233">
                <c:v>4650</c:v>
              </c:pt>
              <c:pt idx="234">
                <c:v>4670</c:v>
              </c:pt>
              <c:pt idx="235">
                <c:v>4620</c:v>
              </c:pt>
              <c:pt idx="236">
                <c:v>4500</c:v>
              </c:pt>
              <c:pt idx="237">
                <c:v>4390</c:v>
              </c:pt>
              <c:pt idx="238">
                <c:v>4630</c:v>
              </c:pt>
              <c:pt idx="239">
                <c:v>4200</c:v>
              </c:pt>
              <c:pt idx="240">
                <c:v>4120</c:v>
              </c:pt>
              <c:pt idx="241">
                <c:v>4080</c:v>
              </c:pt>
              <c:pt idx="242">
                <c:v>3840</c:v>
              </c:pt>
              <c:pt idx="243">
                <c:v>4200</c:v>
              </c:pt>
              <c:pt idx="244">
                <c:v>4310</c:v>
              </c:pt>
              <c:pt idx="245">
                <c:v>3990</c:v>
              </c:pt>
              <c:pt idx="246">
                <c:v>4010</c:v>
              </c:pt>
              <c:pt idx="247">
                <c:v>4080</c:v>
              </c:pt>
              <c:pt idx="248">
                <c:v>4480</c:v>
              </c:pt>
              <c:pt idx="249">
                <c:v>4130</c:v>
              </c:pt>
              <c:pt idx="250">
                <c:v>4190</c:v>
              </c:pt>
              <c:pt idx="251">
                <c:v>4240</c:v>
              </c:pt>
              <c:pt idx="252">
                <c:v>4170</c:v>
              </c:pt>
              <c:pt idx="253">
                <c:v>4220</c:v>
              </c:pt>
              <c:pt idx="254">
                <c:v>4250</c:v>
              </c:pt>
              <c:pt idx="255">
                <c:v>4420</c:v>
              </c:pt>
              <c:pt idx="256">
                <c:v>4360</c:v>
              </c:pt>
              <c:pt idx="257">
                <c:v>4260</c:v>
              </c:pt>
              <c:pt idx="258">
                <c:v>4080</c:v>
              </c:pt>
              <c:pt idx="259">
                <c:v>4030</c:v>
              </c:pt>
              <c:pt idx="260">
                <c:v>4040</c:v>
              </c:pt>
              <c:pt idx="261">
                <c:v>4010</c:v>
              </c:pt>
            </c:numLit>
          </c:val>
          <c:smooth val="0"/>
        </c:ser>
        <c:ser>
          <c:idx val="1"/>
          <c:order val="1"/>
          <c:tx>
            <c:v>Full-history mean</c:v>
          </c:tx>
          <c:spPr>
            <a:ln xmlns:a="http://schemas.openxmlformats.org/drawingml/2006/main" w="19050">
              <a:solidFill>
                <a:srgbClr val="F36F2B"/>
              </a:solidFill>
              <a:prstDash val="dash"/>
            </a:ln>
          </c:spPr>
          <c:marker>
            <c:symbol val="none"/>
          </c:marker>
          <c:cat>
            <c:strLit>
              <c:ptCount val="262"/>
              <c:pt idx="0">
                <c:v>24-Sept-21</c:v>
              </c:pt>
              <c:pt idx="1">
                <c:v>01-Oct-21</c:v>
              </c:pt>
              <c:pt idx="2">
                <c:v>08-Oct-21</c:v>
              </c:pt>
              <c:pt idx="3">
                <c:v>15-Oct-21</c:v>
              </c:pt>
              <c:pt idx="4">
                <c:v>22-Oct-21</c:v>
              </c:pt>
              <c:pt idx="5">
                <c:v>29-Oct-21</c:v>
              </c:pt>
              <c:pt idx="6">
                <c:v>05-Nov-21</c:v>
              </c:pt>
              <c:pt idx="7">
                <c:v>12-Nov-21</c:v>
              </c:pt>
              <c:pt idx="8">
                <c:v>19-Nov-21</c:v>
              </c:pt>
              <c:pt idx="9">
                <c:v>26-Nov-21</c:v>
              </c:pt>
              <c:pt idx="10">
                <c:v>03-Dec-21</c:v>
              </c:pt>
              <c:pt idx="11">
                <c:v>10-Dec-21</c:v>
              </c:pt>
              <c:pt idx="12">
                <c:v>17-Dec-21</c:v>
              </c:pt>
              <c:pt idx="13">
                <c:v>24-Dec-21</c:v>
              </c:pt>
              <c:pt idx="14">
                <c:v>30-Dec-21</c:v>
              </c:pt>
              <c:pt idx="15">
                <c:v>07-Jan-22</c:v>
              </c:pt>
              <c:pt idx="16">
                <c:v>14-Jan-22</c:v>
              </c:pt>
              <c:pt idx="17">
                <c:v>21-Jan-22</c:v>
              </c:pt>
              <c:pt idx="18">
                <c:v>28-Jan-22</c:v>
              </c:pt>
              <c:pt idx="19">
                <c:v>04-Feb-22</c:v>
              </c:pt>
              <c:pt idx="20">
                <c:v>11-Feb-22</c:v>
              </c:pt>
              <c:pt idx="21">
                <c:v>18-Feb-22</c:v>
              </c:pt>
              <c:pt idx="22">
                <c:v>25-Feb-22</c:v>
              </c:pt>
              <c:pt idx="23">
                <c:v>04-Mar-22</c:v>
              </c:pt>
              <c:pt idx="24">
                <c:v>11-Mar-22</c:v>
              </c:pt>
              <c:pt idx="25">
                <c:v>18-Mar-22</c:v>
              </c:pt>
              <c:pt idx="26">
                <c:v>25-Mar-22</c:v>
              </c:pt>
              <c:pt idx="27">
                <c:v>01-Apr-22</c:v>
              </c:pt>
              <c:pt idx="28">
                <c:v>08-Apr-22</c:v>
              </c:pt>
              <c:pt idx="29">
                <c:v>14-Apr-22</c:v>
              </c:pt>
              <c:pt idx="30">
                <c:v>22-Apr-22</c:v>
              </c:pt>
              <c:pt idx="31">
                <c:v>28-Apr-22</c:v>
              </c:pt>
              <c:pt idx="32">
                <c:v>13-May-22</c:v>
              </c:pt>
              <c:pt idx="33">
                <c:v>20-May-22</c:v>
              </c:pt>
              <c:pt idx="34">
                <c:v>27-May-22</c:v>
              </c:pt>
              <c:pt idx="35">
                <c:v>03-Jun-22</c:v>
              </c:pt>
              <c:pt idx="36">
                <c:v>10-Jun-22</c:v>
              </c:pt>
              <c:pt idx="37">
                <c:v>17-Jun-22</c:v>
              </c:pt>
              <c:pt idx="38">
                <c:v>24-Jun-22</c:v>
              </c:pt>
              <c:pt idx="39">
                <c:v>01-Jul-22</c:v>
              </c:pt>
              <c:pt idx="40">
                <c:v>08-Jul-22</c:v>
              </c:pt>
              <c:pt idx="41">
                <c:v>15-Jul-22</c:v>
              </c:pt>
              <c:pt idx="42">
                <c:v>22-Jul-22</c:v>
              </c:pt>
              <c:pt idx="43">
                <c:v>29-Jul-22</c:v>
              </c:pt>
              <c:pt idx="44">
                <c:v>05-Aug-22</c:v>
              </c:pt>
              <c:pt idx="45">
                <c:v>12-Aug-22</c:v>
              </c:pt>
              <c:pt idx="46">
                <c:v>19-Aug-22</c:v>
              </c:pt>
              <c:pt idx="47">
                <c:v>26-Aug-22</c:v>
              </c:pt>
              <c:pt idx="48">
                <c:v>02-Sept-22</c:v>
              </c:pt>
              <c:pt idx="49">
                <c:v>09-Sept-22</c:v>
              </c:pt>
              <c:pt idx="50">
                <c:v>16-Sept-22</c:v>
              </c:pt>
              <c:pt idx="51">
                <c:v>23-Sept-22</c:v>
              </c:pt>
              <c:pt idx="52">
                <c:v>30-Sept-22</c:v>
              </c:pt>
              <c:pt idx="53">
                <c:v>07-Oct-22</c:v>
              </c:pt>
              <c:pt idx="54">
                <c:v>14-Oct-22</c:v>
              </c:pt>
              <c:pt idx="55">
                <c:v>21-Oct-22</c:v>
              </c:pt>
              <c:pt idx="56">
                <c:v>28-Oct-22</c:v>
              </c:pt>
              <c:pt idx="57">
                <c:v>04-Nov-22</c:v>
              </c:pt>
              <c:pt idx="58">
                <c:v>11-Nov-22</c:v>
              </c:pt>
              <c:pt idx="59">
                <c:v>18-Nov-22</c:v>
              </c:pt>
              <c:pt idx="60">
                <c:v>25-Nov-22</c:v>
              </c:pt>
              <c:pt idx="61">
                <c:v>02-Dec-22</c:v>
              </c:pt>
              <c:pt idx="62">
                <c:v>09-Dec-22</c:v>
              </c:pt>
              <c:pt idx="63">
                <c:v>16-Dec-22</c:v>
              </c:pt>
              <c:pt idx="64">
                <c:v>23-Dec-22</c:v>
              </c:pt>
              <c:pt idx="65">
                <c:v>30-Dec-22</c:v>
              </c:pt>
              <c:pt idx="66">
                <c:v>06-Jan-23</c:v>
              </c:pt>
              <c:pt idx="67">
                <c:v>13-Jan-23</c:v>
              </c:pt>
              <c:pt idx="68">
                <c:v>20-Jan-23</c:v>
              </c:pt>
              <c:pt idx="69">
                <c:v>27-Jan-23</c:v>
              </c:pt>
              <c:pt idx="70">
                <c:v>03-Feb-23</c:v>
              </c:pt>
              <c:pt idx="71">
                <c:v>10-Feb-23</c:v>
              </c:pt>
              <c:pt idx="72">
                <c:v>17-Feb-23</c:v>
              </c:pt>
              <c:pt idx="73">
                <c:v>24-Feb-23</c:v>
              </c:pt>
              <c:pt idx="74">
                <c:v>03-Mar-23</c:v>
              </c:pt>
              <c:pt idx="75">
                <c:v>10-Mar-23</c:v>
              </c:pt>
              <c:pt idx="76">
                <c:v>17-Mar-23</c:v>
              </c:pt>
              <c:pt idx="77">
                <c:v>24-Mar-23</c:v>
              </c:pt>
              <c:pt idx="78">
                <c:v>31-Mar-23</c:v>
              </c:pt>
              <c:pt idx="79">
                <c:v>06-Apr-23</c:v>
              </c:pt>
              <c:pt idx="80">
                <c:v>14-Apr-23</c:v>
              </c:pt>
              <c:pt idx="81">
                <c:v>18-Apr-23</c:v>
              </c:pt>
              <c:pt idx="82">
                <c:v>28-Apr-23</c:v>
              </c:pt>
              <c:pt idx="83">
                <c:v>05-May-23</c:v>
              </c:pt>
              <c:pt idx="84">
                <c:v>12-May-23</c:v>
              </c:pt>
              <c:pt idx="85">
                <c:v>19-May-23</c:v>
              </c:pt>
              <c:pt idx="86">
                <c:v>26-May-23</c:v>
              </c:pt>
              <c:pt idx="87">
                <c:v>31-May-23</c:v>
              </c:pt>
              <c:pt idx="88">
                <c:v>09-Jun-23</c:v>
              </c:pt>
              <c:pt idx="89">
                <c:v>16-Jun-23</c:v>
              </c:pt>
              <c:pt idx="90">
                <c:v>23-Jun-23</c:v>
              </c:pt>
              <c:pt idx="91">
                <c:v>27-Jun-23</c:v>
              </c:pt>
              <c:pt idx="92">
                <c:v>07-Jul-23</c:v>
              </c:pt>
              <c:pt idx="93">
                <c:v>14-Jul-23</c:v>
              </c:pt>
              <c:pt idx="94">
                <c:v>21-Jul-23</c:v>
              </c:pt>
              <c:pt idx="95">
                <c:v>28-Jul-23</c:v>
              </c:pt>
              <c:pt idx="96">
                <c:v>04-Aug-23</c:v>
              </c:pt>
              <c:pt idx="97">
                <c:v>11-Aug-23</c:v>
              </c:pt>
              <c:pt idx="98">
                <c:v>18-Aug-23</c:v>
              </c:pt>
              <c:pt idx="99">
                <c:v>25-Aug-23</c:v>
              </c:pt>
              <c:pt idx="100">
                <c:v>01-Sept-23</c:v>
              </c:pt>
              <c:pt idx="101">
                <c:v>08-Sept-23</c:v>
              </c:pt>
              <c:pt idx="102">
                <c:v>15-Sept-23</c:v>
              </c:pt>
              <c:pt idx="103">
                <c:v>22-Sept-23</c:v>
              </c:pt>
              <c:pt idx="104">
                <c:v>29-Sept-23</c:v>
              </c:pt>
              <c:pt idx="105">
                <c:v>06-Oct-23</c:v>
              </c:pt>
              <c:pt idx="106">
                <c:v>13-Oct-23</c:v>
              </c:pt>
              <c:pt idx="107">
                <c:v>20-Oct-23</c:v>
              </c:pt>
              <c:pt idx="108">
                <c:v>27-Oct-23</c:v>
              </c:pt>
              <c:pt idx="109">
                <c:v>03-Nov-23</c:v>
              </c:pt>
              <c:pt idx="110">
                <c:v>10-Nov-23</c:v>
              </c:pt>
              <c:pt idx="111">
                <c:v>17-Nov-23</c:v>
              </c:pt>
              <c:pt idx="112">
                <c:v>24-Nov-23</c:v>
              </c:pt>
              <c:pt idx="113">
                <c:v>01-Dec-23</c:v>
              </c:pt>
              <c:pt idx="114">
                <c:v>08-Dec-23</c:v>
              </c:pt>
              <c:pt idx="115">
                <c:v>15-Dec-23</c:v>
              </c:pt>
              <c:pt idx="116">
                <c:v>22-Dec-23</c:v>
              </c:pt>
              <c:pt idx="117">
                <c:v>29-Dec-23</c:v>
              </c:pt>
              <c:pt idx="118">
                <c:v>05-Jan-24</c:v>
              </c:pt>
              <c:pt idx="119">
                <c:v>12-Jan-24</c:v>
              </c:pt>
              <c:pt idx="120">
                <c:v>19-Jan-24</c:v>
              </c:pt>
              <c:pt idx="121">
                <c:v>26-Jan-24</c:v>
              </c:pt>
              <c:pt idx="122">
                <c:v>02-Feb-24</c:v>
              </c:pt>
              <c:pt idx="123">
                <c:v>07-Feb-24</c:v>
              </c:pt>
              <c:pt idx="124">
                <c:v>16-Feb-24</c:v>
              </c:pt>
              <c:pt idx="125">
                <c:v>23-Feb-24</c:v>
              </c:pt>
              <c:pt idx="126">
                <c:v>01-Mar-24</c:v>
              </c:pt>
              <c:pt idx="127">
                <c:v>08-Mar-24</c:v>
              </c:pt>
              <c:pt idx="128">
                <c:v>15-Mar-24</c:v>
              </c:pt>
              <c:pt idx="129">
                <c:v>22-Mar-24</c:v>
              </c:pt>
              <c:pt idx="130">
                <c:v>28-Mar-24</c:v>
              </c:pt>
              <c:pt idx="131">
                <c:v>05-Apr-24</c:v>
              </c:pt>
              <c:pt idx="132">
                <c:v>19-Apr-24</c:v>
              </c:pt>
              <c:pt idx="133">
                <c:v>26-Apr-24</c:v>
              </c:pt>
              <c:pt idx="134">
                <c:v>03-May-24</c:v>
              </c:pt>
              <c:pt idx="135">
                <c:v>08-May-24</c:v>
              </c:pt>
              <c:pt idx="136">
                <c:v>17-May-24</c:v>
              </c:pt>
              <c:pt idx="137">
                <c:v>22-May-24</c:v>
              </c:pt>
              <c:pt idx="138">
                <c:v>31-May-24</c:v>
              </c:pt>
              <c:pt idx="139">
                <c:v>07-Jun-24</c:v>
              </c:pt>
              <c:pt idx="140">
                <c:v>14-Jun-24</c:v>
              </c:pt>
              <c:pt idx="141">
                <c:v>21-Jun-24</c:v>
              </c:pt>
              <c:pt idx="142">
                <c:v>28-Jun-24</c:v>
              </c:pt>
              <c:pt idx="143">
                <c:v>05-Jul-24</c:v>
              </c:pt>
              <c:pt idx="144">
                <c:v>12-Jul-24</c:v>
              </c:pt>
              <c:pt idx="145">
                <c:v>19-Jul-24</c:v>
              </c:pt>
              <c:pt idx="146">
                <c:v>26-Jul-24</c:v>
              </c:pt>
              <c:pt idx="147">
                <c:v>02-Aug-24</c:v>
              </c:pt>
              <c:pt idx="148">
                <c:v>09-Aug-24</c:v>
              </c:pt>
              <c:pt idx="149">
                <c:v>16-Aug-24</c:v>
              </c:pt>
              <c:pt idx="150">
                <c:v>23-Aug-24</c:v>
              </c:pt>
              <c:pt idx="151">
                <c:v>30-Aug-24</c:v>
              </c:pt>
              <c:pt idx="152">
                <c:v>06-Sept-24</c:v>
              </c:pt>
              <c:pt idx="153">
                <c:v>13-Sept-24</c:v>
              </c:pt>
              <c:pt idx="154">
                <c:v>20-Sept-24</c:v>
              </c:pt>
              <c:pt idx="155">
                <c:v>27-Sept-24</c:v>
              </c:pt>
              <c:pt idx="156">
                <c:v>04-Oct-24</c:v>
              </c:pt>
              <c:pt idx="157">
                <c:v>11-Oct-24</c:v>
              </c:pt>
              <c:pt idx="158">
                <c:v>18-Oct-24</c:v>
              </c:pt>
              <c:pt idx="159">
                <c:v>25-Oct-24</c:v>
              </c:pt>
              <c:pt idx="160">
                <c:v>01-Nov-24</c:v>
              </c:pt>
              <c:pt idx="161">
                <c:v>08-Nov-24</c:v>
              </c:pt>
              <c:pt idx="162">
                <c:v>15-Nov-24</c:v>
              </c:pt>
              <c:pt idx="163">
                <c:v>22-Nov-24</c:v>
              </c:pt>
              <c:pt idx="164">
                <c:v>29-Nov-24</c:v>
              </c:pt>
              <c:pt idx="165">
                <c:v>06-Dec-24</c:v>
              </c:pt>
              <c:pt idx="166">
                <c:v>13-Dec-24</c:v>
              </c:pt>
              <c:pt idx="167">
                <c:v>20-Dec-24</c:v>
              </c:pt>
              <c:pt idx="168">
                <c:v>27-Dec-24</c:v>
              </c:pt>
              <c:pt idx="169">
                <c:v>03-Jan-25</c:v>
              </c:pt>
              <c:pt idx="170">
                <c:v>10-Jan-25</c:v>
              </c:pt>
              <c:pt idx="171">
                <c:v>17-Jan-25</c:v>
              </c:pt>
              <c:pt idx="172">
                <c:v>24-Jan-25</c:v>
              </c:pt>
              <c:pt idx="173">
                <c:v>31-Jan-25</c:v>
              </c:pt>
              <c:pt idx="174">
                <c:v>07-Feb-25</c:v>
              </c:pt>
              <c:pt idx="175">
                <c:v>14-Feb-25</c:v>
              </c:pt>
              <c:pt idx="176">
                <c:v>21-Feb-25</c:v>
              </c:pt>
              <c:pt idx="177">
                <c:v>28-Feb-25</c:v>
              </c:pt>
              <c:pt idx="178">
                <c:v>07-Mar-25</c:v>
              </c:pt>
              <c:pt idx="179">
                <c:v>14-Mar-25</c:v>
              </c:pt>
              <c:pt idx="180">
                <c:v>21-Mar-25</c:v>
              </c:pt>
              <c:pt idx="181">
                <c:v>27-Mar-25</c:v>
              </c:pt>
              <c:pt idx="182">
                <c:v>11-Apr-25</c:v>
              </c:pt>
              <c:pt idx="183">
                <c:v>17-Apr-25</c:v>
              </c:pt>
              <c:pt idx="184">
                <c:v>25-Apr-25</c:v>
              </c:pt>
              <c:pt idx="185">
                <c:v>02-May-25</c:v>
              </c:pt>
              <c:pt idx="186">
                <c:v>09-May-25</c:v>
              </c:pt>
              <c:pt idx="187">
                <c:v>16-May-25</c:v>
              </c:pt>
              <c:pt idx="188">
                <c:v>23-May-25</c:v>
              </c:pt>
              <c:pt idx="189">
                <c:v>28-May-25</c:v>
              </c:pt>
              <c:pt idx="190">
                <c:v>05-Jun-25</c:v>
              </c:pt>
              <c:pt idx="191">
                <c:v>13-Jun-25</c:v>
              </c:pt>
              <c:pt idx="192">
                <c:v>20-Jun-25</c:v>
              </c:pt>
              <c:pt idx="193">
                <c:v>26-Jun-25</c:v>
              </c:pt>
              <c:pt idx="194">
                <c:v>04-Jul-25</c:v>
              </c:pt>
              <c:pt idx="195">
                <c:v>11-Jul-25</c:v>
              </c:pt>
              <c:pt idx="196">
                <c:v>18-Jul-25</c:v>
              </c:pt>
              <c:pt idx="197">
                <c:v>25-Jul-25</c:v>
              </c:pt>
              <c:pt idx="198">
                <c:v>01-Aug-25</c:v>
              </c:pt>
              <c:pt idx="199">
                <c:v>08-Aug-25</c:v>
              </c:pt>
              <c:pt idx="200">
                <c:v>15-Aug-25</c:v>
              </c:pt>
              <c:pt idx="201">
                <c:v>22-Aug-25</c:v>
              </c:pt>
              <c:pt idx="202">
                <c:v>29-Aug-25</c:v>
              </c:pt>
              <c:pt idx="203">
                <c:v>04-Sept-25</c:v>
              </c:pt>
              <c:pt idx="204">
                <c:v>12-Sept-25</c:v>
              </c:pt>
              <c:pt idx="205">
                <c:v>19-Sept-25</c:v>
              </c:pt>
              <c:pt idx="206">
                <c:v>26-Sept-25</c:v>
              </c:pt>
              <c:pt idx="207">
                <c:v>03-Oct-25</c:v>
              </c:pt>
              <c:pt idx="208">
                <c:v>10-Oct-25</c:v>
              </c:pt>
              <c:pt idx="209">
                <c:v>17-Oct-25</c:v>
              </c:pt>
              <c:pt idx="210">
                <c:v>24-Oct-25</c:v>
              </c:pt>
              <c:pt idx="211">
                <c:v>31-Oct-25</c:v>
              </c:pt>
              <c:pt idx="212">
                <c:v>07-Nov-25</c:v>
              </c:pt>
              <c:pt idx="213">
                <c:v>14-Nov-25</c:v>
              </c:pt>
              <c:pt idx="214">
                <c:v>21-Nov-25</c:v>
              </c:pt>
              <c:pt idx="215">
                <c:v>28-Nov-25</c:v>
              </c:pt>
              <c:pt idx="216">
                <c:v>05-Dec-25</c:v>
              </c:pt>
              <c:pt idx="217">
                <c:v>12-Dec-25</c:v>
              </c:pt>
              <c:pt idx="218">
                <c:v>19-Dec-25</c:v>
              </c:pt>
              <c:pt idx="219">
                <c:v>24-Dec-25</c:v>
              </c:pt>
              <c:pt idx="220">
                <c:v>02-Jan-26</c:v>
              </c:pt>
              <c:pt idx="221">
                <c:v>09-Jan-26</c:v>
              </c:pt>
              <c:pt idx="222">
                <c:v>15-Jan-26</c:v>
              </c:pt>
              <c:pt idx="223">
                <c:v>23-Jan-26</c:v>
              </c:pt>
              <c:pt idx="224">
                <c:v>30-Jan-26</c:v>
              </c:pt>
              <c:pt idx="225">
                <c:v>06-Feb-26</c:v>
              </c:pt>
              <c:pt idx="226">
                <c:v>13-Feb-26</c:v>
              </c:pt>
              <c:pt idx="227">
                <c:v>20-Feb-26</c:v>
              </c:pt>
              <c:pt idx="228">
                <c:v>27-Feb-26</c:v>
              </c:pt>
              <c:pt idx="229">
                <c:v>06-Mar-26</c:v>
              </c:pt>
              <c:pt idx="230">
                <c:v>13-Mar-26</c:v>
              </c:pt>
              <c:pt idx="231">
                <c:v>17-Mar-26</c:v>
              </c:pt>
              <c:pt idx="232">
                <c:v>27-Mar-26</c:v>
              </c:pt>
              <c:pt idx="233">
                <c:v>02-Apr-26</c:v>
              </c:pt>
              <c:pt idx="234">
                <c:v>10-Apr-26</c:v>
              </c:pt>
              <c:pt idx="235">
                <c:v>17-Apr-26</c:v>
              </c:pt>
              <c:pt idx="236">
                <c:v>24-Apr-26</c:v>
              </c:pt>
              <c:pt idx="237">
                <c:v>30-Apr-26</c:v>
              </c:pt>
              <c:pt idx="238">
                <c:v>08-May-26</c:v>
              </c:pt>
              <c:pt idx="239">
                <c:v>13-May-26</c:v>
              </c:pt>
              <c:pt idx="240">
                <c:v>22-May-26</c:v>
              </c:pt>
              <c:pt idx="241">
                <c:v>29-May-26</c:v>
              </c:pt>
              <c:pt idx="242">
                <c:v>05-Jun-26</c:v>
              </c:pt>
              <c:pt idx="243">
                <c:v>12-Jun-26</c:v>
              </c:pt>
              <c:pt idx="244">
                <c:v>19-Jun-26</c:v>
              </c:pt>
              <c:pt idx="245">
                <c:v>26-Jun-26</c:v>
              </c:pt>
              <c:pt idx="246">
                <c:v>03-Jul-26</c:v>
              </c:pt>
              <c:pt idx="247">
                <c:v>10-Jul-26</c:v>
              </c:pt>
              <c:pt idx="248">
                <c:v>17-Jul-26</c:v>
              </c:pt>
              <c:pt idx="249">
                <c:v>24-Jul-26</c:v>
              </c:pt>
              <c:pt idx="250">
                <c:v>31-Jul-26</c:v>
              </c:pt>
              <c:pt idx="251">
                <c:v>07-Aug-26</c:v>
              </c:pt>
              <c:pt idx="252">
                <c:v>14-Aug-26</c:v>
              </c:pt>
              <c:pt idx="253">
                <c:v>21-Aug-26</c:v>
              </c:pt>
              <c:pt idx="254">
                <c:v>28-Aug-26</c:v>
              </c:pt>
              <c:pt idx="255">
                <c:v>04-Sept-26</c:v>
              </c:pt>
              <c:pt idx="256">
                <c:v>11-Sept-26</c:v>
              </c:pt>
              <c:pt idx="257">
                <c:v>18-Sept-26</c:v>
              </c:pt>
              <c:pt idx="258">
                <c:v>25-Sept-26</c:v>
              </c:pt>
              <c:pt idx="259">
                <c:v>02-Oct-26</c:v>
              </c:pt>
              <c:pt idx="260">
                <c:v>09-Oct-26</c:v>
              </c:pt>
              <c:pt idx="261">
                <c:v>12-Oct-26</c:v>
              </c:pt>
            </c:strLit>
          </c:cat>
          <c:val>
            <c:numLit>
              <c:formatCode>#,##0</c:formatCode>
              <c:ptCount val="262"/>
              <c:pt idx="0">
                <c:v>5074.976916735367</c:v>
              </c:pt>
              <c:pt idx="1">
                <c:v>5074.976916735367</c:v>
              </c:pt>
              <c:pt idx="2">
                <c:v>5074.976916735367</c:v>
              </c:pt>
              <c:pt idx="3">
                <c:v>5074.976916735367</c:v>
              </c:pt>
              <c:pt idx="4">
                <c:v>5074.976916735367</c:v>
              </c:pt>
              <c:pt idx="5">
                <c:v>5074.976916735367</c:v>
              </c:pt>
              <c:pt idx="6">
                <c:v>5074.976916735367</c:v>
              </c:pt>
              <c:pt idx="7">
                <c:v>5074.976916735367</c:v>
              </c:pt>
              <c:pt idx="8">
                <c:v>5074.976916735367</c:v>
              </c:pt>
              <c:pt idx="9">
                <c:v>5074.976916735367</c:v>
              </c:pt>
              <c:pt idx="10">
                <c:v>5074.976916735367</c:v>
              </c:pt>
              <c:pt idx="11">
                <c:v>5074.976916735367</c:v>
              </c:pt>
              <c:pt idx="12">
                <c:v>5074.976916735367</c:v>
              </c:pt>
              <c:pt idx="13">
                <c:v>5074.976916735367</c:v>
              </c:pt>
              <c:pt idx="14">
                <c:v>5074.976916735367</c:v>
              </c:pt>
              <c:pt idx="15">
                <c:v>5074.976916735367</c:v>
              </c:pt>
              <c:pt idx="16">
                <c:v>5074.976916735367</c:v>
              </c:pt>
              <c:pt idx="17">
                <c:v>5074.976916735367</c:v>
              </c:pt>
              <c:pt idx="18">
                <c:v>5074.976916735367</c:v>
              </c:pt>
              <c:pt idx="19">
                <c:v>5074.976916735367</c:v>
              </c:pt>
              <c:pt idx="20">
                <c:v>5074.976916735367</c:v>
              </c:pt>
              <c:pt idx="21">
                <c:v>5074.976916735367</c:v>
              </c:pt>
              <c:pt idx="22">
                <c:v>5074.976916735367</c:v>
              </c:pt>
              <c:pt idx="23">
                <c:v>5074.976916735367</c:v>
              </c:pt>
              <c:pt idx="24">
                <c:v>5074.976916735367</c:v>
              </c:pt>
              <c:pt idx="25">
                <c:v>5074.976916735367</c:v>
              </c:pt>
              <c:pt idx="26">
                <c:v>5074.976916735367</c:v>
              </c:pt>
              <c:pt idx="27">
                <c:v>5074.976916735367</c:v>
              </c:pt>
              <c:pt idx="28">
                <c:v>5074.976916735367</c:v>
              </c:pt>
              <c:pt idx="29">
                <c:v>5074.976916735367</c:v>
              </c:pt>
              <c:pt idx="30">
                <c:v>5074.976916735367</c:v>
              </c:pt>
              <c:pt idx="31">
                <c:v>5074.976916735367</c:v>
              </c:pt>
              <c:pt idx="32">
                <c:v>5074.976916735367</c:v>
              </c:pt>
              <c:pt idx="33">
                <c:v>5074.976916735367</c:v>
              </c:pt>
              <c:pt idx="34">
                <c:v>5074.976916735367</c:v>
              </c:pt>
              <c:pt idx="35">
                <c:v>5074.976916735367</c:v>
              </c:pt>
              <c:pt idx="36">
                <c:v>5074.976916735367</c:v>
              </c:pt>
              <c:pt idx="37">
                <c:v>5074.976916735367</c:v>
              </c:pt>
              <c:pt idx="38">
                <c:v>5074.976916735367</c:v>
              </c:pt>
              <c:pt idx="39">
                <c:v>5074.976916735367</c:v>
              </c:pt>
              <c:pt idx="40">
                <c:v>5074.976916735367</c:v>
              </c:pt>
              <c:pt idx="41">
                <c:v>5074.976916735367</c:v>
              </c:pt>
              <c:pt idx="42">
                <c:v>5074.976916735367</c:v>
              </c:pt>
              <c:pt idx="43">
                <c:v>5074.976916735367</c:v>
              </c:pt>
              <c:pt idx="44">
                <c:v>5074.976916735367</c:v>
              </c:pt>
              <c:pt idx="45">
                <c:v>5074.976916735367</c:v>
              </c:pt>
              <c:pt idx="46">
                <c:v>5074.976916735367</c:v>
              </c:pt>
              <c:pt idx="47">
                <c:v>5074.976916735367</c:v>
              </c:pt>
              <c:pt idx="48">
                <c:v>5074.976916735367</c:v>
              </c:pt>
              <c:pt idx="49">
                <c:v>5074.976916735367</c:v>
              </c:pt>
              <c:pt idx="50">
                <c:v>5074.976916735367</c:v>
              </c:pt>
              <c:pt idx="51">
                <c:v>5074.976916735367</c:v>
              </c:pt>
              <c:pt idx="52">
                <c:v>5074.976916735367</c:v>
              </c:pt>
              <c:pt idx="53">
                <c:v>5074.976916735367</c:v>
              </c:pt>
              <c:pt idx="54">
                <c:v>5074.976916735367</c:v>
              </c:pt>
              <c:pt idx="55">
                <c:v>5074.976916735367</c:v>
              </c:pt>
              <c:pt idx="56">
                <c:v>5074.976916735367</c:v>
              </c:pt>
              <c:pt idx="57">
                <c:v>5074.976916735367</c:v>
              </c:pt>
              <c:pt idx="58">
                <c:v>5074.976916735367</c:v>
              </c:pt>
              <c:pt idx="59">
                <c:v>5074.976916735367</c:v>
              </c:pt>
              <c:pt idx="60">
                <c:v>5074.976916735367</c:v>
              </c:pt>
              <c:pt idx="61">
                <c:v>5074.976916735367</c:v>
              </c:pt>
              <c:pt idx="62">
                <c:v>5074.976916735367</c:v>
              </c:pt>
              <c:pt idx="63">
                <c:v>5074.976916735367</c:v>
              </c:pt>
              <c:pt idx="64">
                <c:v>5074.976916735367</c:v>
              </c:pt>
              <c:pt idx="65">
                <c:v>5074.976916735367</c:v>
              </c:pt>
              <c:pt idx="66">
                <c:v>5074.976916735367</c:v>
              </c:pt>
              <c:pt idx="67">
                <c:v>5074.976916735367</c:v>
              </c:pt>
              <c:pt idx="68">
                <c:v>5074.976916735367</c:v>
              </c:pt>
              <c:pt idx="69">
                <c:v>5074.976916735367</c:v>
              </c:pt>
              <c:pt idx="70">
                <c:v>5074.976916735367</c:v>
              </c:pt>
              <c:pt idx="71">
                <c:v>5074.976916735367</c:v>
              </c:pt>
              <c:pt idx="72">
                <c:v>5074.976916735367</c:v>
              </c:pt>
              <c:pt idx="73">
                <c:v>5074.976916735367</c:v>
              </c:pt>
              <c:pt idx="74">
                <c:v>5074.976916735367</c:v>
              </c:pt>
              <c:pt idx="75">
                <c:v>5074.976916735367</c:v>
              </c:pt>
              <c:pt idx="76">
                <c:v>5074.976916735367</c:v>
              </c:pt>
              <c:pt idx="77">
                <c:v>5074.976916735367</c:v>
              </c:pt>
              <c:pt idx="78">
                <c:v>5074.976916735367</c:v>
              </c:pt>
              <c:pt idx="79">
                <c:v>5074.976916735367</c:v>
              </c:pt>
              <c:pt idx="80">
                <c:v>5074.976916735367</c:v>
              </c:pt>
              <c:pt idx="81">
                <c:v>5074.976916735367</c:v>
              </c:pt>
              <c:pt idx="82">
                <c:v>5074.976916735367</c:v>
              </c:pt>
              <c:pt idx="83">
                <c:v>5074.976916735367</c:v>
              </c:pt>
              <c:pt idx="84">
                <c:v>5074.976916735367</c:v>
              </c:pt>
              <c:pt idx="85">
                <c:v>5074.976916735367</c:v>
              </c:pt>
              <c:pt idx="86">
                <c:v>5074.976916735367</c:v>
              </c:pt>
              <c:pt idx="87">
                <c:v>5074.976916735367</c:v>
              </c:pt>
              <c:pt idx="88">
                <c:v>5074.976916735367</c:v>
              </c:pt>
              <c:pt idx="89">
                <c:v>5074.976916735367</c:v>
              </c:pt>
              <c:pt idx="90">
                <c:v>5074.976916735367</c:v>
              </c:pt>
              <c:pt idx="91">
                <c:v>5074.976916735367</c:v>
              </c:pt>
              <c:pt idx="92">
                <c:v>5074.976916735367</c:v>
              </c:pt>
              <c:pt idx="93">
                <c:v>5074.976916735367</c:v>
              </c:pt>
              <c:pt idx="94">
                <c:v>5074.976916735367</c:v>
              </c:pt>
              <c:pt idx="95">
                <c:v>5074.976916735367</c:v>
              </c:pt>
              <c:pt idx="96">
                <c:v>5074.976916735367</c:v>
              </c:pt>
              <c:pt idx="97">
                <c:v>5074.976916735367</c:v>
              </c:pt>
              <c:pt idx="98">
                <c:v>5074.976916735367</c:v>
              </c:pt>
              <c:pt idx="99">
                <c:v>5074.976916735367</c:v>
              </c:pt>
              <c:pt idx="100">
                <c:v>5074.976916735367</c:v>
              </c:pt>
              <c:pt idx="101">
                <c:v>5074.976916735367</c:v>
              </c:pt>
              <c:pt idx="102">
                <c:v>5074.976916735367</c:v>
              </c:pt>
              <c:pt idx="103">
                <c:v>5074.976916735367</c:v>
              </c:pt>
              <c:pt idx="104">
                <c:v>5074.976916735367</c:v>
              </c:pt>
              <c:pt idx="105">
                <c:v>5074.976916735367</c:v>
              </c:pt>
              <c:pt idx="106">
                <c:v>5074.976916735367</c:v>
              </c:pt>
              <c:pt idx="107">
                <c:v>5074.976916735367</c:v>
              </c:pt>
              <c:pt idx="108">
                <c:v>5074.976916735367</c:v>
              </c:pt>
              <c:pt idx="109">
                <c:v>5074.976916735367</c:v>
              </c:pt>
              <c:pt idx="110">
                <c:v>5074.976916735367</c:v>
              </c:pt>
              <c:pt idx="111">
                <c:v>5074.976916735367</c:v>
              </c:pt>
              <c:pt idx="112">
                <c:v>5074.976916735367</c:v>
              </c:pt>
              <c:pt idx="113">
                <c:v>5074.976916735367</c:v>
              </c:pt>
              <c:pt idx="114">
                <c:v>5074.976916735367</c:v>
              </c:pt>
              <c:pt idx="115">
                <c:v>5074.976916735367</c:v>
              </c:pt>
              <c:pt idx="116">
                <c:v>5074.976916735367</c:v>
              </c:pt>
              <c:pt idx="117">
                <c:v>5074.976916735367</c:v>
              </c:pt>
              <c:pt idx="118">
                <c:v>5074.976916735367</c:v>
              </c:pt>
              <c:pt idx="119">
                <c:v>5074.976916735367</c:v>
              </c:pt>
              <c:pt idx="120">
                <c:v>5074.976916735367</c:v>
              </c:pt>
              <c:pt idx="121">
                <c:v>5074.976916735367</c:v>
              </c:pt>
              <c:pt idx="122">
                <c:v>5074.976916735367</c:v>
              </c:pt>
              <c:pt idx="123">
                <c:v>5074.976916735367</c:v>
              </c:pt>
              <c:pt idx="124">
                <c:v>5074.976916735367</c:v>
              </c:pt>
              <c:pt idx="125">
                <c:v>5074.976916735367</c:v>
              </c:pt>
              <c:pt idx="126">
                <c:v>5074.976916735367</c:v>
              </c:pt>
              <c:pt idx="127">
                <c:v>5074.976916735367</c:v>
              </c:pt>
              <c:pt idx="128">
                <c:v>5074.976916735367</c:v>
              </c:pt>
              <c:pt idx="129">
                <c:v>5074.976916735367</c:v>
              </c:pt>
              <c:pt idx="130">
                <c:v>5074.976916735367</c:v>
              </c:pt>
              <c:pt idx="131">
                <c:v>5074.976916735367</c:v>
              </c:pt>
              <c:pt idx="132">
                <c:v>5074.976916735367</c:v>
              </c:pt>
              <c:pt idx="133">
                <c:v>5074.976916735367</c:v>
              </c:pt>
              <c:pt idx="134">
                <c:v>5074.976916735367</c:v>
              </c:pt>
              <c:pt idx="135">
                <c:v>5074.976916735367</c:v>
              </c:pt>
              <c:pt idx="136">
                <c:v>5074.976916735367</c:v>
              </c:pt>
              <c:pt idx="137">
                <c:v>5074.976916735367</c:v>
              </c:pt>
              <c:pt idx="138">
                <c:v>5074.976916735367</c:v>
              </c:pt>
              <c:pt idx="139">
                <c:v>5074.976916735367</c:v>
              </c:pt>
              <c:pt idx="140">
                <c:v>5074.976916735367</c:v>
              </c:pt>
              <c:pt idx="141">
                <c:v>5074.976916735367</c:v>
              </c:pt>
              <c:pt idx="142">
                <c:v>5074.976916735367</c:v>
              </c:pt>
              <c:pt idx="143">
                <c:v>5074.976916735367</c:v>
              </c:pt>
              <c:pt idx="144">
                <c:v>5074.976916735367</c:v>
              </c:pt>
              <c:pt idx="145">
                <c:v>5074.976916735367</c:v>
              </c:pt>
              <c:pt idx="146">
                <c:v>5074.976916735367</c:v>
              </c:pt>
              <c:pt idx="147">
                <c:v>5074.976916735367</c:v>
              </c:pt>
              <c:pt idx="148">
                <c:v>5074.976916735367</c:v>
              </c:pt>
              <c:pt idx="149">
                <c:v>5074.976916735367</c:v>
              </c:pt>
              <c:pt idx="150">
                <c:v>5074.976916735367</c:v>
              </c:pt>
              <c:pt idx="151">
                <c:v>5074.976916735367</c:v>
              </c:pt>
              <c:pt idx="152">
                <c:v>5074.976916735367</c:v>
              </c:pt>
              <c:pt idx="153">
                <c:v>5074.976916735367</c:v>
              </c:pt>
              <c:pt idx="154">
                <c:v>5074.976916735367</c:v>
              </c:pt>
              <c:pt idx="155">
                <c:v>5074.976916735367</c:v>
              </c:pt>
              <c:pt idx="156">
                <c:v>5074.976916735367</c:v>
              </c:pt>
              <c:pt idx="157">
                <c:v>5074.976916735367</c:v>
              </c:pt>
              <c:pt idx="158">
                <c:v>5074.976916735367</c:v>
              </c:pt>
              <c:pt idx="159">
                <c:v>5074.976916735367</c:v>
              </c:pt>
              <c:pt idx="160">
                <c:v>5074.976916735367</c:v>
              </c:pt>
              <c:pt idx="161">
                <c:v>5074.976916735367</c:v>
              </c:pt>
              <c:pt idx="162">
                <c:v>5074.976916735367</c:v>
              </c:pt>
              <c:pt idx="163">
                <c:v>5074.976916735367</c:v>
              </c:pt>
              <c:pt idx="164">
                <c:v>5074.976916735367</c:v>
              </c:pt>
              <c:pt idx="165">
                <c:v>5074.976916735367</c:v>
              </c:pt>
              <c:pt idx="166">
                <c:v>5074.976916735367</c:v>
              </c:pt>
              <c:pt idx="167">
                <c:v>5074.976916735367</c:v>
              </c:pt>
              <c:pt idx="168">
                <c:v>5074.976916735367</c:v>
              </c:pt>
              <c:pt idx="169">
                <c:v>5074.976916735367</c:v>
              </c:pt>
              <c:pt idx="170">
                <c:v>5074.976916735367</c:v>
              </c:pt>
              <c:pt idx="171">
                <c:v>5074.976916735367</c:v>
              </c:pt>
              <c:pt idx="172">
                <c:v>5074.976916735367</c:v>
              </c:pt>
              <c:pt idx="173">
                <c:v>5074.976916735367</c:v>
              </c:pt>
              <c:pt idx="174">
                <c:v>5074.976916735367</c:v>
              </c:pt>
              <c:pt idx="175">
                <c:v>5074.976916735367</c:v>
              </c:pt>
              <c:pt idx="176">
                <c:v>5074.976916735367</c:v>
              </c:pt>
              <c:pt idx="177">
                <c:v>5074.976916735367</c:v>
              </c:pt>
              <c:pt idx="178">
                <c:v>5074.976916735367</c:v>
              </c:pt>
              <c:pt idx="179">
                <c:v>5074.976916735367</c:v>
              </c:pt>
              <c:pt idx="180">
                <c:v>5074.976916735367</c:v>
              </c:pt>
              <c:pt idx="181">
                <c:v>5074.976916735367</c:v>
              </c:pt>
              <c:pt idx="182">
                <c:v>5074.976916735367</c:v>
              </c:pt>
              <c:pt idx="183">
                <c:v>5074.976916735367</c:v>
              </c:pt>
              <c:pt idx="184">
                <c:v>5074.976916735367</c:v>
              </c:pt>
              <c:pt idx="185">
                <c:v>5074.976916735367</c:v>
              </c:pt>
              <c:pt idx="186">
                <c:v>5074.976916735367</c:v>
              </c:pt>
              <c:pt idx="187">
                <c:v>5074.976916735367</c:v>
              </c:pt>
              <c:pt idx="188">
                <c:v>5074.976916735367</c:v>
              </c:pt>
              <c:pt idx="189">
                <c:v>5074.976916735367</c:v>
              </c:pt>
              <c:pt idx="190">
                <c:v>5074.976916735367</c:v>
              </c:pt>
              <c:pt idx="191">
                <c:v>5074.976916735367</c:v>
              </c:pt>
              <c:pt idx="192">
                <c:v>5074.976916735367</c:v>
              </c:pt>
              <c:pt idx="193">
                <c:v>5074.976916735367</c:v>
              </c:pt>
              <c:pt idx="194">
                <c:v>5074.976916735367</c:v>
              </c:pt>
              <c:pt idx="195">
                <c:v>5074.976916735367</c:v>
              </c:pt>
              <c:pt idx="196">
                <c:v>5074.976916735367</c:v>
              </c:pt>
              <c:pt idx="197">
                <c:v>5074.976916735367</c:v>
              </c:pt>
              <c:pt idx="198">
                <c:v>5074.976916735367</c:v>
              </c:pt>
              <c:pt idx="199">
                <c:v>5074.976916735367</c:v>
              </c:pt>
              <c:pt idx="200">
                <c:v>5074.976916735367</c:v>
              </c:pt>
              <c:pt idx="201">
                <c:v>5074.976916735367</c:v>
              </c:pt>
              <c:pt idx="202">
                <c:v>5074.976916735367</c:v>
              </c:pt>
              <c:pt idx="203">
                <c:v>5074.976916735367</c:v>
              </c:pt>
              <c:pt idx="204">
                <c:v>5074.976916735367</c:v>
              </c:pt>
              <c:pt idx="205">
                <c:v>5074.976916735367</c:v>
              </c:pt>
              <c:pt idx="206">
                <c:v>5074.976916735367</c:v>
              </c:pt>
              <c:pt idx="207">
                <c:v>5074.976916735367</c:v>
              </c:pt>
              <c:pt idx="208">
                <c:v>5074.976916735367</c:v>
              </c:pt>
              <c:pt idx="209">
                <c:v>5074.976916735367</c:v>
              </c:pt>
              <c:pt idx="210">
                <c:v>5074.976916735367</c:v>
              </c:pt>
              <c:pt idx="211">
                <c:v>5074.976916735367</c:v>
              </c:pt>
              <c:pt idx="212">
                <c:v>5074.976916735367</c:v>
              </c:pt>
              <c:pt idx="213">
                <c:v>5074.976916735367</c:v>
              </c:pt>
              <c:pt idx="214">
                <c:v>5074.976916735367</c:v>
              </c:pt>
              <c:pt idx="215">
                <c:v>5074.976916735367</c:v>
              </c:pt>
              <c:pt idx="216">
                <c:v>5074.976916735367</c:v>
              </c:pt>
              <c:pt idx="217">
                <c:v>5074.976916735367</c:v>
              </c:pt>
              <c:pt idx="218">
                <c:v>5074.976916735367</c:v>
              </c:pt>
              <c:pt idx="219">
                <c:v>5074.976916735367</c:v>
              </c:pt>
              <c:pt idx="220">
                <c:v>5074.976916735367</c:v>
              </c:pt>
              <c:pt idx="221">
                <c:v>5074.976916735367</c:v>
              </c:pt>
              <c:pt idx="222">
                <c:v>5074.976916735367</c:v>
              </c:pt>
              <c:pt idx="223">
                <c:v>5074.976916735367</c:v>
              </c:pt>
              <c:pt idx="224">
                <c:v>5074.976916735367</c:v>
              </c:pt>
              <c:pt idx="225">
                <c:v>5074.976916735367</c:v>
              </c:pt>
              <c:pt idx="226">
                <c:v>5074.976916735367</c:v>
              </c:pt>
              <c:pt idx="227">
                <c:v>5074.976916735367</c:v>
              </c:pt>
              <c:pt idx="228">
                <c:v>5074.976916735367</c:v>
              </c:pt>
              <c:pt idx="229">
                <c:v>5074.976916735367</c:v>
              </c:pt>
              <c:pt idx="230">
                <c:v>5074.976916735367</c:v>
              </c:pt>
              <c:pt idx="231">
                <c:v>5074.976916735367</c:v>
              </c:pt>
              <c:pt idx="232">
                <c:v>5074.976916735367</c:v>
              </c:pt>
              <c:pt idx="233">
                <c:v>5074.976916735367</c:v>
              </c:pt>
              <c:pt idx="234">
                <c:v>5074.976916735367</c:v>
              </c:pt>
              <c:pt idx="235">
                <c:v>5074.976916735367</c:v>
              </c:pt>
              <c:pt idx="236">
                <c:v>5074.976916735367</c:v>
              </c:pt>
              <c:pt idx="237">
                <c:v>5074.976916735367</c:v>
              </c:pt>
              <c:pt idx="238">
                <c:v>5074.976916735367</c:v>
              </c:pt>
              <c:pt idx="239">
                <c:v>5074.976916735367</c:v>
              </c:pt>
              <c:pt idx="240">
                <c:v>5074.976916735367</c:v>
              </c:pt>
              <c:pt idx="241">
                <c:v>5074.976916735367</c:v>
              </c:pt>
              <c:pt idx="242">
                <c:v>5074.976916735367</c:v>
              </c:pt>
              <c:pt idx="243">
                <c:v>5074.976916735367</c:v>
              </c:pt>
              <c:pt idx="244">
                <c:v>5074.976916735367</c:v>
              </c:pt>
              <c:pt idx="245">
                <c:v>5074.976916735367</c:v>
              </c:pt>
              <c:pt idx="246">
                <c:v>5074.976916735367</c:v>
              </c:pt>
              <c:pt idx="247">
                <c:v>5074.976916735367</c:v>
              </c:pt>
              <c:pt idx="248">
                <c:v>5074.976916735367</c:v>
              </c:pt>
              <c:pt idx="249">
                <c:v>5074.976916735367</c:v>
              </c:pt>
              <c:pt idx="250">
                <c:v>5074.976916735367</c:v>
              </c:pt>
              <c:pt idx="251">
                <c:v>5074.976916735367</c:v>
              </c:pt>
              <c:pt idx="252">
                <c:v>5074.976916735367</c:v>
              </c:pt>
              <c:pt idx="253">
                <c:v>5074.976916735367</c:v>
              </c:pt>
              <c:pt idx="254">
                <c:v>5074.976916735367</c:v>
              </c:pt>
              <c:pt idx="255">
                <c:v>5074.976916735367</c:v>
              </c:pt>
              <c:pt idx="256">
                <c:v>5074.976916735367</c:v>
              </c:pt>
              <c:pt idx="257">
                <c:v>5074.976916735367</c:v>
              </c:pt>
              <c:pt idx="258">
                <c:v>5074.976916735367</c:v>
              </c:pt>
              <c:pt idx="259">
                <c:v>5074.976916735367</c:v>
              </c:pt>
              <c:pt idx="260">
                <c:v>5074.976916735367</c:v>
              </c:pt>
              <c:pt idx="261">
                <c:v>5074.976916735367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8000"/>
          <c:min val="2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D4D4D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Price z-score</c:v>
          </c:tx>
          <c:spPr>
            <a:ln xmlns:a="http://schemas.openxmlformats.org/drawingml/2006/main" w="28575">
              <a:solidFill>
                <a:srgbClr val="062B6F"/>
              </a:solidFill>
              <a:prstDash val="solid"/>
            </a:ln>
          </c:spPr>
          <c:marker>
            <c:symbol val="none"/>
          </c:marker>
          <c:cat>
            <c:strLit>
              <c:ptCount val="262"/>
              <c:pt idx="0">
                <c:v>24-Sept-21</c:v>
              </c:pt>
              <c:pt idx="1">
                <c:v>01-Oct-21</c:v>
              </c:pt>
              <c:pt idx="2">
                <c:v>08-Oct-21</c:v>
              </c:pt>
              <c:pt idx="3">
                <c:v>15-Oct-21</c:v>
              </c:pt>
              <c:pt idx="4">
                <c:v>22-Oct-21</c:v>
              </c:pt>
              <c:pt idx="5">
                <c:v>29-Oct-21</c:v>
              </c:pt>
              <c:pt idx="6">
                <c:v>05-Nov-21</c:v>
              </c:pt>
              <c:pt idx="7">
                <c:v>12-Nov-21</c:v>
              </c:pt>
              <c:pt idx="8">
                <c:v>19-Nov-21</c:v>
              </c:pt>
              <c:pt idx="9">
                <c:v>26-Nov-21</c:v>
              </c:pt>
              <c:pt idx="10">
                <c:v>03-Dec-21</c:v>
              </c:pt>
              <c:pt idx="11">
                <c:v>10-Dec-21</c:v>
              </c:pt>
              <c:pt idx="12">
                <c:v>17-Dec-21</c:v>
              </c:pt>
              <c:pt idx="13">
                <c:v>24-Dec-21</c:v>
              </c:pt>
              <c:pt idx="14">
                <c:v>30-Dec-21</c:v>
              </c:pt>
              <c:pt idx="15">
                <c:v>07-Jan-22</c:v>
              </c:pt>
              <c:pt idx="16">
                <c:v>14-Jan-22</c:v>
              </c:pt>
              <c:pt idx="17">
                <c:v>21-Jan-22</c:v>
              </c:pt>
              <c:pt idx="18">
                <c:v>28-Jan-22</c:v>
              </c:pt>
              <c:pt idx="19">
                <c:v>04-Feb-22</c:v>
              </c:pt>
              <c:pt idx="20">
                <c:v>11-Feb-22</c:v>
              </c:pt>
              <c:pt idx="21">
                <c:v>18-Feb-22</c:v>
              </c:pt>
              <c:pt idx="22">
                <c:v>25-Feb-22</c:v>
              </c:pt>
              <c:pt idx="23">
                <c:v>04-Mar-22</c:v>
              </c:pt>
              <c:pt idx="24">
                <c:v>11-Mar-22</c:v>
              </c:pt>
              <c:pt idx="25">
                <c:v>18-Mar-22</c:v>
              </c:pt>
              <c:pt idx="26">
                <c:v>25-Mar-22</c:v>
              </c:pt>
              <c:pt idx="27">
                <c:v>01-Apr-22</c:v>
              </c:pt>
              <c:pt idx="28">
                <c:v>08-Apr-22</c:v>
              </c:pt>
              <c:pt idx="29">
                <c:v>14-Apr-22</c:v>
              </c:pt>
              <c:pt idx="30">
                <c:v>22-Apr-22</c:v>
              </c:pt>
              <c:pt idx="31">
                <c:v>28-Apr-22</c:v>
              </c:pt>
              <c:pt idx="32">
                <c:v>13-May-22</c:v>
              </c:pt>
              <c:pt idx="33">
                <c:v>20-May-22</c:v>
              </c:pt>
              <c:pt idx="34">
                <c:v>27-May-22</c:v>
              </c:pt>
              <c:pt idx="35">
                <c:v>03-Jun-22</c:v>
              </c:pt>
              <c:pt idx="36">
                <c:v>10-Jun-22</c:v>
              </c:pt>
              <c:pt idx="37">
                <c:v>17-Jun-22</c:v>
              </c:pt>
              <c:pt idx="38">
                <c:v>24-Jun-22</c:v>
              </c:pt>
              <c:pt idx="39">
                <c:v>01-Jul-22</c:v>
              </c:pt>
              <c:pt idx="40">
                <c:v>08-Jul-22</c:v>
              </c:pt>
              <c:pt idx="41">
                <c:v>15-Jul-22</c:v>
              </c:pt>
              <c:pt idx="42">
                <c:v>22-Jul-22</c:v>
              </c:pt>
              <c:pt idx="43">
                <c:v>29-Jul-22</c:v>
              </c:pt>
              <c:pt idx="44">
                <c:v>05-Aug-22</c:v>
              </c:pt>
              <c:pt idx="45">
                <c:v>12-Aug-22</c:v>
              </c:pt>
              <c:pt idx="46">
                <c:v>19-Aug-22</c:v>
              </c:pt>
              <c:pt idx="47">
                <c:v>26-Aug-22</c:v>
              </c:pt>
              <c:pt idx="48">
                <c:v>02-Sept-22</c:v>
              </c:pt>
              <c:pt idx="49">
                <c:v>09-Sept-22</c:v>
              </c:pt>
              <c:pt idx="50">
                <c:v>16-Sept-22</c:v>
              </c:pt>
              <c:pt idx="51">
                <c:v>23-Sept-22</c:v>
              </c:pt>
              <c:pt idx="52">
                <c:v>30-Sept-22</c:v>
              </c:pt>
              <c:pt idx="53">
                <c:v>07-Oct-22</c:v>
              </c:pt>
              <c:pt idx="54">
                <c:v>14-Oct-22</c:v>
              </c:pt>
              <c:pt idx="55">
                <c:v>21-Oct-22</c:v>
              </c:pt>
              <c:pt idx="56">
                <c:v>28-Oct-22</c:v>
              </c:pt>
              <c:pt idx="57">
                <c:v>04-Nov-22</c:v>
              </c:pt>
              <c:pt idx="58">
                <c:v>11-Nov-22</c:v>
              </c:pt>
              <c:pt idx="59">
                <c:v>18-Nov-22</c:v>
              </c:pt>
              <c:pt idx="60">
                <c:v>25-Nov-22</c:v>
              </c:pt>
              <c:pt idx="61">
                <c:v>02-Dec-22</c:v>
              </c:pt>
              <c:pt idx="62">
                <c:v>09-Dec-22</c:v>
              </c:pt>
              <c:pt idx="63">
                <c:v>16-Dec-22</c:v>
              </c:pt>
              <c:pt idx="64">
                <c:v>23-Dec-22</c:v>
              </c:pt>
              <c:pt idx="65">
                <c:v>30-Dec-22</c:v>
              </c:pt>
              <c:pt idx="66">
                <c:v>06-Jan-23</c:v>
              </c:pt>
              <c:pt idx="67">
                <c:v>13-Jan-23</c:v>
              </c:pt>
              <c:pt idx="68">
                <c:v>20-Jan-23</c:v>
              </c:pt>
              <c:pt idx="69">
                <c:v>27-Jan-23</c:v>
              </c:pt>
              <c:pt idx="70">
                <c:v>03-Feb-23</c:v>
              </c:pt>
              <c:pt idx="71">
                <c:v>10-Feb-23</c:v>
              </c:pt>
              <c:pt idx="72">
                <c:v>17-Feb-23</c:v>
              </c:pt>
              <c:pt idx="73">
                <c:v>24-Feb-23</c:v>
              </c:pt>
              <c:pt idx="74">
                <c:v>03-Mar-23</c:v>
              </c:pt>
              <c:pt idx="75">
                <c:v>10-Mar-23</c:v>
              </c:pt>
              <c:pt idx="76">
                <c:v>17-Mar-23</c:v>
              </c:pt>
              <c:pt idx="77">
                <c:v>24-Mar-23</c:v>
              </c:pt>
              <c:pt idx="78">
                <c:v>31-Mar-23</c:v>
              </c:pt>
              <c:pt idx="79">
                <c:v>06-Apr-23</c:v>
              </c:pt>
              <c:pt idx="80">
                <c:v>14-Apr-23</c:v>
              </c:pt>
              <c:pt idx="81">
                <c:v>18-Apr-23</c:v>
              </c:pt>
              <c:pt idx="82">
                <c:v>28-Apr-23</c:v>
              </c:pt>
              <c:pt idx="83">
                <c:v>05-May-23</c:v>
              </c:pt>
              <c:pt idx="84">
                <c:v>12-May-23</c:v>
              </c:pt>
              <c:pt idx="85">
                <c:v>19-May-23</c:v>
              </c:pt>
              <c:pt idx="86">
                <c:v>26-May-23</c:v>
              </c:pt>
              <c:pt idx="87">
                <c:v>31-May-23</c:v>
              </c:pt>
              <c:pt idx="88">
                <c:v>09-Jun-23</c:v>
              </c:pt>
              <c:pt idx="89">
                <c:v>16-Jun-23</c:v>
              </c:pt>
              <c:pt idx="90">
                <c:v>23-Jun-23</c:v>
              </c:pt>
              <c:pt idx="91">
                <c:v>27-Jun-23</c:v>
              </c:pt>
              <c:pt idx="92">
                <c:v>07-Jul-23</c:v>
              </c:pt>
              <c:pt idx="93">
                <c:v>14-Jul-23</c:v>
              </c:pt>
              <c:pt idx="94">
                <c:v>21-Jul-23</c:v>
              </c:pt>
              <c:pt idx="95">
                <c:v>28-Jul-23</c:v>
              </c:pt>
              <c:pt idx="96">
                <c:v>04-Aug-23</c:v>
              </c:pt>
              <c:pt idx="97">
                <c:v>11-Aug-23</c:v>
              </c:pt>
              <c:pt idx="98">
                <c:v>18-Aug-23</c:v>
              </c:pt>
              <c:pt idx="99">
                <c:v>25-Aug-23</c:v>
              </c:pt>
              <c:pt idx="100">
                <c:v>01-Sept-23</c:v>
              </c:pt>
              <c:pt idx="101">
                <c:v>08-Sept-23</c:v>
              </c:pt>
              <c:pt idx="102">
                <c:v>15-Sept-23</c:v>
              </c:pt>
              <c:pt idx="103">
                <c:v>22-Sept-23</c:v>
              </c:pt>
              <c:pt idx="104">
                <c:v>29-Sept-23</c:v>
              </c:pt>
              <c:pt idx="105">
                <c:v>06-Oct-23</c:v>
              </c:pt>
              <c:pt idx="106">
                <c:v>13-Oct-23</c:v>
              </c:pt>
              <c:pt idx="107">
                <c:v>20-Oct-23</c:v>
              </c:pt>
              <c:pt idx="108">
                <c:v>27-Oct-23</c:v>
              </c:pt>
              <c:pt idx="109">
                <c:v>03-Nov-23</c:v>
              </c:pt>
              <c:pt idx="110">
                <c:v>10-Nov-23</c:v>
              </c:pt>
              <c:pt idx="111">
                <c:v>17-Nov-23</c:v>
              </c:pt>
              <c:pt idx="112">
                <c:v>24-Nov-23</c:v>
              </c:pt>
              <c:pt idx="113">
                <c:v>01-Dec-23</c:v>
              </c:pt>
              <c:pt idx="114">
                <c:v>08-Dec-23</c:v>
              </c:pt>
              <c:pt idx="115">
                <c:v>15-Dec-23</c:v>
              </c:pt>
              <c:pt idx="116">
                <c:v>22-Dec-23</c:v>
              </c:pt>
              <c:pt idx="117">
                <c:v>29-Dec-23</c:v>
              </c:pt>
              <c:pt idx="118">
                <c:v>05-Jan-24</c:v>
              </c:pt>
              <c:pt idx="119">
                <c:v>12-Jan-24</c:v>
              </c:pt>
              <c:pt idx="120">
                <c:v>19-Jan-24</c:v>
              </c:pt>
              <c:pt idx="121">
                <c:v>26-Jan-24</c:v>
              </c:pt>
              <c:pt idx="122">
                <c:v>02-Feb-24</c:v>
              </c:pt>
              <c:pt idx="123">
                <c:v>07-Feb-24</c:v>
              </c:pt>
              <c:pt idx="124">
                <c:v>16-Feb-24</c:v>
              </c:pt>
              <c:pt idx="125">
                <c:v>23-Feb-24</c:v>
              </c:pt>
              <c:pt idx="126">
                <c:v>01-Mar-24</c:v>
              </c:pt>
              <c:pt idx="127">
                <c:v>08-Mar-24</c:v>
              </c:pt>
              <c:pt idx="128">
                <c:v>15-Mar-24</c:v>
              </c:pt>
              <c:pt idx="129">
                <c:v>22-Mar-24</c:v>
              </c:pt>
              <c:pt idx="130">
                <c:v>28-Mar-24</c:v>
              </c:pt>
              <c:pt idx="131">
                <c:v>05-Apr-24</c:v>
              </c:pt>
              <c:pt idx="132">
                <c:v>19-Apr-24</c:v>
              </c:pt>
              <c:pt idx="133">
                <c:v>26-Apr-24</c:v>
              </c:pt>
              <c:pt idx="134">
                <c:v>03-May-24</c:v>
              </c:pt>
              <c:pt idx="135">
                <c:v>08-May-24</c:v>
              </c:pt>
              <c:pt idx="136">
                <c:v>17-May-24</c:v>
              </c:pt>
              <c:pt idx="137">
                <c:v>22-May-24</c:v>
              </c:pt>
              <c:pt idx="138">
                <c:v>31-May-24</c:v>
              </c:pt>
              <c:pt idx="139">
                <c:v>07-Jun-24</c:v>
              </c:pt>
              <c:pt idx="140">
                <c:v>14-Jun-24</c:v>
              </c:pt>
              <c:pt idx="141">
                <c:v>21-Jun-24</c:v>
              </c:pt>
              <c:pt idx="142">
                <c:v>28-Jun-24</c:v>
              </c:pt>
              <c:pt idx="143">
                <c:v>05-Jul-24</c:v>
              </c:pt>
              <c:pt idx="144">
                <c:v>12-Jul-24</c:v>
              </c:pt>
              <c:pt idx="145">
                <c:v>19-Jul-24</c:v>
              </c:pt>
              <c:pt idx="146">
                <c:v>26-Jul-24</c:v>
              </c:pt>
              <c:pt idx="147">
                <c:v>02-Aug-24</c:v>
              </c:pt>
              <c:pt idx="148">
                <c:v>09-Aug-24</c:v>
              </c:pt>
              <c:pt idx="149">
                <c:v>16-Aug-24</c:v>
              </c:pt>
              <c:pt idx="150">
                <c:v>23-Aug-24</c:v>
              </c:pt>
              <c:pt idx="151">
                <c:v>30-Aug-24</c:v>
              </c:pt>
              <c:pt idx="152">
                <c:v>06-Sept-24</c:v>
              </c:pt>
              <c:pt idx="153">
                <c:v>13-Sept-24</c:v>
              </c:pt>
              <c:pt idx="154">
                <c:v>20-Sept-24</c:v>
              </c:pt>
              <c:pt idx="155">
                <c:v>27-Sept-24</c:v>
              </c:pt>
              <c:pt idx="156">
                <c:v>04-Oct-24</c:v>
              </c:pt>
              <c:pt idx="157">
                <c:v>11-Oct-24</c:v>
              </c:pt>
              <c:pt idx="158">
                <c:v>18-Oct-24</c:v>
              </c:pt>
              <c:pt idx="159">
                <c:v>25-Oct-24</c:v>
              </c:pt>
              <c:pt idx="160">
                <c:v>01-Nov-24</c:v>
              </c:pt>
              <c:pt idx="161">
                <c:v>08-Nov-24</c:v>
              </c:pt>
              <c:pt idx="162">
                <c:v>15-Nov-24</c:v>
              </c:pt>
              <c:pt idx="163">
                <c:v>22-Nov-24</c:v>
              </c:pt>
              <c:pt idx="164">
                <c:v>29-Nov-24</c:v>
              </c:pt>
              <c:pt idx="165">
                <c:v>06-Dec-24</c:v>
              </c:pt>
              <c:pt idx="166">
                <c:v>13-Dec-24</c:v>
              </c:pt>
              <c:pt idx="167">
                <c:v>20-Dec-24</c:v>
              </c:pt>
              <c:pt idx="168">
                <c:v>27-Dec-24</c:v>
              </c:pt>
              <c:pt idx="169">
                <c:v>03-Jan-25</c:v>
              </c:pt>
              <c:pt idx="170">
                <c:v>10-Jan-25</c:v>
              </c:pt>
              <c:pt idx="171">
                <c:v>17-Jan-25</c:v>
              </c:pt>
              <c:pt idx="172">
                <c:v>24-Jan-25</c:v>
              </c:pt>
              <c:pt idx="173">
                <c:v>31-Jan-25</c:v>
              </c:pt>
              <c:pt idx="174">
                <c:v>07-Feb-25</c:v>
              </c:pt>
              <c:pt idx="175">
                <c:v>14-Feb-25</c:v>
              </c:pt>
              <c:pt idx="176">
                <c:v>21-Feb-25</c:v>
              </c:pt>
              <c:pt idx="177">
                <c:v>28-Feb-25</c:v>
              </c:pt>
              <c:pt idx="178">
                <c:v>07-Mar-25</c:v>
              </c:pt>
              <c:pt idx="179">
                <c:v>14-Mar-25</c:v>
              </c:pt>
              <c:pt idx="180">
                <c:v>21-Mar-25</c:v>
              </c:pt>
              <c:pt idx="181">
                <c:v>27-Mar-25</c:v>
              </c:pt>
              <c:pt idx="182">
                <c:v>11-Apr-25</c:v>
              </c:pt>
              <c:pt idx="183">
                <c:v>17-Apr-25</c:v>
              </c:pt>
              <c:pt idx="184">
                <c:v>25-Apr-25</c:v>
              </c:pt>
              <c:pt idx="185">
                <c:v>02-May-25</c:v>
              </c:pt>
              <c:pt idx="186">
                <c:v>09-May-25</c:v>
              </c:pt>
              <c:pt idx="187">
                <c:v>16-May-25</c:v>
              </c:pt>
              <c:pt idx="188">
                <c:v>23-May-25</c:v>
              </c:pt>
              <c:pt idx="189">
                <c:v>28-May-25</c:v>
              </c:pt>
              <c:pt idx="190">
                <c:v>05-Jun-25</c:v>
              </c:pt>
              <c:pt idx="191">
                <c:v>13-Jun-25</c:v>
              </c:pt>
              <c:pt idx="192">
                <c:v>20-Jun-25</c:v>
              </c:pt>
              <c:pt idx="193">
                <c:v>26-Jun-25</c:v>
              </c:pt>
              <c:pt idx="194">
                <c:v>04-Jul-25</c:v>
              </c:pt>
              <c:pt idx="195">
                <c:v>11-Jul-25</c:v>
              </c:pt>
              <c:pt idx="196">
                <c:v>18-Jul-25</c:v>
              </c:pt>
              <c:pt idx="197">
                <c:v>25-Jul-25</c:v>
              </c:pt>
              <c:pt idx="198">
                <c:v>01-Aug-25</c:v>
              </c:pt>
              <c:pt idx="199">
                <c:v>08-Aug-25</c:v>
              </c:pt>
              <c:pt idx="200">
                <c:v>15-Aug-25</c:v>
              </c:pt>
              <c:pt idx="201">
                <c:v>22-Aug-25</c:v>
              </c:pt>
              <c:pt idx="202">
                <c:v>29-Aug-25</c:v>
              </c:pt>
              <c:pt idx="203">
                <c:v>04-Sept-25</c:v>
              </c:pt>
              <c:pt idx="204">
                <c:v>12-Sept-25</c:v>
              </c:pt>
              <c:pt idx="205">
                <c:v>19-Sept-25</c:v>
              </c:pt>
              <c:pt idx="206">
                <c:v>26-Sept-25</c:v>
              </c:pt>
              <c:pt idx="207">
                <c:v>03-Oct-25</c:v>
              </c:pt>
              <c:pt idx="208">
                <c:v>10-Oct-25</c:v>
              </c:pt>
              <c:pt idx="209">
                <c:v>17-Oct-25</c:v>
              </c:pt>
              <c:pt idx="210">
                <c:v>24-Oct-25</c:v>
              </c:pt>
              <c:pt idx="211">
                <c:v>31-Oct-25</c:v>
              </c:pt>
              <c:pt idx="212">
                <c:v>07-Nov-25</c:v>
              </c:pt>
              <c:pt idx="213">
                <c:v>14-Nov-25</c:v>
              </c:pt>
              <c:pt idx="214">
                <c:v>21-Nov-25</c:v>
              </c:pt>
              <c:pt idx="215">
                <c:v>28-Nov-25</c:v>
              </c:pt>
              <c:pt idx="216">
                <c:v>05-Dec-25</c:v>
              </c:pt>
              <c:pt idx="217">
                <c:v>12-Dec-25</c:v>
              </c:pt>
              <c:pt idx="218">
                <c:v>19-Dec-25</c:v>
              </c:pt>
              <c:pt idx="219">
                <c:v>24-Dec-25</c:v>
              </c:pt>
              <c:pt idx="220">
                <c:v>02-Jan-26</c:v>
              </c:pt>
              <c:pt idx="221">
                <c:v>09-Jan-26</c:v>
              </c:pt>
              <c:pt idx="222">
                <c:v>15-Jan-26</c:v>
              </c:pt>
              <c:pt idx="223">
                <c:v>23-Jan-26</c:v>
              </c:pt>
              <c:pt idx="224">
                <c:v>30-Jan-26</c:v>
              </c:pt>
              <c:pt idx="225">
                <c:v>06-Feb-26</c:v>
              </c:pt>
              <c:pt idx="226">
                <c:v>13-Feb-26</c:v>
              </c:pt>
              <c:pt idx="227">
                <c:v>20-Feb-26</c:v>
              </c:pt>
              <c:pt idx="228">
                <c:v>27-Feb-26</c:v>
              </c:pt>
              <c:pt idx="229">
                <c:v>06-Mar-26</c:v>
              </c:pt>
              <c:pt idx="230">
                <c:v>13-Mar-26</c:v>
              </c:pt>
              <c:pt idx="231">
                <c:v>17-Mar-26</c:v>
              </c:pt>
              <c:pt idx="232">
                <c:v>27-Mar-26</c:v>
              </c:pt>
              <c:pt idx="233">
                <c:v>02-Apr-26</c:v>
              </c:pt>
              <c:pt idx="234">
                <c:v>10-Apr-26</c:v>
              </c:pt>
              <c:pt idx="235">
                <c:v>17-Apr-26</c:v>
              </c:pt>
              <c:pt idx="236">
                <c:v>24-Apr-26</c:v>
              </c:pt>
              <c:pt idx="237">
                <c:v>30-Apr-26</c:v>
              </c:pt>
              <c:pt idx="238">
                <c:v>08-May-26</c:v>
              </c:pt>
              <c:pt idx="239">
                <c:v>13-May-26</c:v>
              </c:pt>
              <c:pt idx="240">
                <c:v>22-May-26</c:v>
              </c:pt>
              <c:pt idx="241">
                <c:v>29-May-26</c:v>
              </c:pt>
              <c:pt idx="242">
                <c:v>05-Jun-26</c:v>
              </c:pt>
              <c:pt idx="243">
                <c:v>12-Jun-26</c:v>
              </c:pt>
              <c:pt idx="244">
                <c:v>19-Jun-26</c:v>
              </c:pt>
              <c:pt idx="245">
                <c:v>26-Jun-26</c:v>
              </c:pt>
              <c:pt idx="246">
                <c:v>03-Jul-26</c:v>
              </c:pt>
              <c:pt idx="247">
                <c:v>10-Jul-26</c:v>
              </c:pt>
              <c:pt idx="248">
                <c:v>17-Jul-26</c:v>
              </c:pt>
              <c:pt idx="249">
                <c:v>24-Jul-26</c:v>
              </c:pt>
              <c:pt idx="250">
                <c:v>31-Jul-26</c:v>
              </c:pt>
              <c:pt idx="251">
                <c:v>07-Aug-26</c:v>
              </c:pt>
              <c:pt idx="252">
                <c:v>14-Aug-26</c:v>
              </c:pt>
              <c:pt idx="253">
                <c:v>21-Aug-26</c:v>
              </c:pt>
              <c:pt idx="254">
                <c:v>28-Aug-26</c:v>
              </c:pt>
              <c:pt idx="255">
                <c:v>04-Sept-26</c:v>
              </c:pt>
              <c:pt idx="256">
                <c:v>11-Sept-26</c:v>
              </c:pt>
              <c:pt idx="257">
                <c:v>18-Sept-26</c:v>
              </c:pt>
              <c:pt idx="258">
                <c:v>25-Sept-26</c:v>
              </c:pt>
              <c:pt idx="259">
                <c:v>02-Oct-26</c:v>
              </c:pt>
              <c:pt idx="260">
                <c:v>09-Oct-26</c:v>
              </c:pt>
              <c:pt idx="261">
                <c:v>12-Oct-26</c:v>
              </c:pt>
            </c:strLit>
          </c:cat>
          <c:val>
            <c:numLit>
              <c:formatCode>0.0</c:formatCode>
              <c:ptCount val="262"/>
              <c:pt idx="0">
                <c:v>-2.0490670366025183</c:v>
              </c:pt>
              <c:pt idx="1">
                <c:v>-1.9881932649519498</c:v>
              </c:pt>
              <c:pt idx="2">
                <c:v>-1.5954592543031212</c:v>
              </c:pt>
              <c:pt idx="3">
                <c:v>-1.4727298759753622</c:v>
              </c:pt>
              <c:pt idx="4">
                <c:v>-1.4481840003098103</c:v>
              </c:pt>
              <c:pt idx="5">
                <c:v>-1.4599660206292753</c:v>
              </c:pt>
              <c:pt idx="6">
                <c:v>-1.497275751640914</c:v>
              </c:pt>
              <c:pt idx="7">
                <c:v>-1.497275751640914</c:v>
              </c:pt>
              <c:pt idx="8">
                <c:v>-1.4236381246442587</c:v>
              </c:pt>
              <c:pt idx="9">
                <c:v>-1.497275751640914</c:v>
              </c:pt>
              <c:pt idx="10">
                <c:v>-1.4727298759753622</c:v>
              </c:pt>
              <c:pt idx="11">
                <c:v>-1.4481840003098103</c:v>
              </c:pt>
              <c:pt idx="12">
                <c:v>-1.4727298759753622</c:v>
              </c:pt>
              <c:pt idx="13">
                <c:v>-1.5218216273064658</c:v>
              </c:pt>
              <c:pt idx="14">
                <c:v>-1.5336036476259307</c:v>
              </c:pt>
              <c:pt idx="15">
                <c:v>-1.5218216273064658</c:v>
              </c:pt>
              <c:pt idx="16">
                <c:v>-1.4599660206292753</c:v>
              </c:pt>
              <c:pt idx="17">
                <c:v>-1.3990922489787068</c:v>
              </c:pt>
              <c:pt idx="18">
                <c:v>-1.2272711193198442</c:v>
              </c:pt>
              <c:pt idx="19">
                <c:v>-1.3126907666359644</c:v>
              </c:pt>
              <c:pt idx="20">
                <c:v>-1.1899613883082056</c:v>
              </c:pt>
              <c:pt idx="21">
                <c:v>-1.1290876166576371</c:v>
              </c:pt>
              <c:pt idx="22">
                <c:v>-1.2027252436542926</c:v>
              </c:pt>
              <c:pt idx="23">
                <c:v>-1.2272711193198442</c:v>
              </c:pt>
              <c:pt idx="24">
                <c:v>-1.2272711193198442</c:v>
              </c:pt>
              <c:pt idx="25">
                <c:v>-1.0917778856459983</c:v>
              </c:pt>
              <c:pt idx="26">
                <c:v>-1.1290876166576371</c:v>
              </c:pt>
              <c:pt idx="27">
                <c:v>-1.1163237613115502</c:v>
              </c:pt>
              <c:pt idx="28">
                <c:v>-1.2027252436542926</c:v>
              </c:pt>
              <c:pt idx="29">
                <c:v>-1.2145072639737573</c:v>
              </c:pt>
              <c:pt idx="30">
                <c:v>-0.9199567559871358</c:v>
              </c:pt>
              <c:pt idx="31">
                <c:v>-0.5890783520154976</c:v>
              </c:pt>
              <c:pt idx="32">
                <c:v>-1.1536334923231888</c:v>
              </c:pt>
              <c:pt idx="33">
                <c:v>-1.0554499896609817</c:v>
              </c:pt>
              <c:pt idx="34">
                <c:v>-1.0063582383298781</c:v>
              </c:pt>
              <c:pt idx="35">
                <c:v>-0.9572664869987745</c:v>
              </c:pt>
              <c:pt idx="36">
                <c:v>-0.9690485073182393</c:v>
              </c:pt>
              <c:pt idx="37">
                <c:v>-1.0181402586493429</c:v>
              </c:pt>
              <c:pt idx="38">
                <c:v>-0.9081747356676709</c:v>
              </c:pt>
              <c:pt idx="39">
                <c:v>-1.2518169949853961</c:v>
              </c:pt>
              <c:pt idx="40">
                <c:v>-1.3126907666359644</c:v>
              </c:pt>
              <c:pt idx="41">
                <c:v>-1.4599660206292753</c:v>
              </c:pt>
              <c:pt idx="42">
                <c:v>-1.1290876166576371</c:v>
              </c:pt>
              <c:pt idx="43">
                <c:v>-0.9199567559871358</c:v>
              </c:pt>
              <c:pt idx="44">
                <c:v>-0.9327206113332227</c:v>
              </c:pt>
              <c:pt idx="45">
                <c:v>-0.8217732533249286</c:v>
              </c:pt>
              <c:pt idx="46">
                <c:v>-0.8099912330054637</c:v>
              </c:pt>
              <c:pt idx="47">
                <c:v>-0.8099912330054637</c:v>
              </c:pt>
              <c:pt idx="48">
                <c:v>-0.6381701033466012</c:v>
              </c:pt>
              <c:pt idx="49">
                <c:v>-0.527222745338307</c:v>
              </c:pt>
              <c:pt idx="50">
                <c:v>-0.5154407250188422</c:v>
              </c:pt>
              <c:pt idx="51">
                <c:v>-0.46634897368773864</c:v>
              </c:pt>
              <c:pt idx="52">
                <c:v>-0.3554016156794445</c:v>
              </c:pt>
              <c:pt idx="53">
                <c:v>-0.3554016156794445</c:v>
              </c:pt>
              <c:pt idx="54">
                <c:v>-0.36816547102553143</c:v>
              </c:pt>
              <c:pt idx="55">
                <c:v>0.09820616661995263</c:v>
              </c:pt>
              <c:pt idx="56">
                <c:v>0.024568539623297247</c:v>
              </c:pt>
              <c:pt idx="57">
                <c:v>2.266395774545338E-05</c:v>
              </c:pt>
              <c:pt idx="58">
                <c:v>0.13551589763159136</c:v>
              </c:pt>
              <c:pt idx="59">
                <c:v>0.012786519303832386</c:v>
              </c:pt>
              <c:pt idx="60">
                <c:v>0.012786519303832386</c:v>
              </c:pt>
              <c:pt idx="61">
                <c:v>0.18460764896269494</c:v>
              </c:pt>
              <c:pt idx="62">
                <c:v>-0.10994285902392659</c:v>
              </c:pt>
              <c:pt idx="63">
                <c:v>-0.02452321170780634</c:v>
              </c:pt>
              <c:pt idx="64">
                <c:v>-0.10994285902392659</c:v>
              </c:pt>
              <c:pt idx="65">
                <c:v>-0.10994285902392659</c:v>
              </c:pt>
              <c:pt idx="66">
                <c:v>-0.1717984657011171</c:v>
              </c:pt>
              <c:pt idx="67">
                <c:v>-0.4781309940072035</c:v>
              </c:pt>
              <c:pt idx="68">
                <c:v>-0.08539698335837478</c:v>
              </c:pt>
              <c:pt idx="69">
                <c:v>-0.060851107692822995</c:v>
              </c:pt>
              <c:pt idx="70">
                <c:v>-0.10994285902392659</c:v>
              </c:pt>
              <c:pt idx="71">
                <c:v>0.07366029095440084</c:v>
              </c:pt>
              <c:pt idx="72">
                <c:v>0.07366029095440084</c:v>
              </c:pt>
              <c:pt idx="73">
                <c:v>-0.011759356361719408</c:v>
              </c:pt>
              <c:pt idx="74">
                <c:v>-0.04906908737335813</c:v>
              </c:pt>
              <c:pt idx="75">
                <c:v>0.11097002196603957</c:v>
              </c:pt>
              <c:pt idx="76">
                <c:v>-0.02452321170780634</c:v>
              </c:pt>
              <c:pt idx="77">
                <c:v>0.3682107989410224</c:v>
              </c:pt>
              <c:pt idx="78">
                <c:v>0.08642414630048777</c:v>
              </c:pt>
              <c:pt idx="79">
                <c:v>0.09820616661995263</c:v>
              </c:pt>
              <c:pt idx="80">
                <c:v>0.1472979179510562</c:v>
              </c:pt>
              <c:pt idx="81">
                <c:v>0.09820616661995263</c:v>
              </c:pt>
              <c:pt idx="82">
                <c:v>0.09820616661995263</c:v>
              </c:pt>
              <c:pt idx="83">
                <c:v>0.09820616661995263</c:v>
              </c:pt>
              <c:pt idx="84">
                <c:v>-0.07361496303890992</c:v>
              </c:pt>
              <c:pt idx="85">
                <c:v>2.266395774545338E-05</c:v>
              </c:pt>
              <c:pt idx="86">
                <c:v>0.04911441528884904</c:v>
              </c:pt>
              <c:pt idx="87">
                <c:v>-0.02452321170780634</c:v>
              </c:pt>
              <c:pt idx="88">
                <c:v>0.04911441528884904</c:v>
              </c:pt>
              <c:pt idx="89">
                <c:v>0.07366029095440084</c:v>
              </c:pt>
              <c:pt idx="90">
                <c:v>2.266395774545338E-05</c:v>
              </c:pt>
              <c:pt idx="91">
                <c:v>0.12275204228550442</c:v>
              </c:pt>
              <c:pt idx="92">
                <c:v>0.07366029095440084</c:v>
              </c:pt>
              <c:pt idx="93">
                <c:v>0.31911904760991877</c:v>
              </c:pt>
              <c:pt idx="94">
                <c:v>0.46639430160322953</c:v>
              </c:pt>
              <c:pt idx="95">
                <c:v>0.6136695555965404</c:v>
              </c:pt>
              <c:pt idx="96">
                <c:v>0.6873071825931957</c:v>
              </c:pt>
              <c:pt idx="97">
                <c:v>0.8345824365865064</c:v>
              </c:pt>
              <c:pt idx="98">
                <c:v>0.6873071825931957</c:v>
              </c:pt>
              <c:pt idx="99">
                <c:v>0.8100365609209547</c:v>
              </c:pt>
              <c:pt idx="100">
                <c:v>0.9818576905798172</c:v>
              </c:pt>
              <c:pt idx="101">
                <c:v>0.8100365609209547</c:v>
              </c:pt>
              <c:pt idx="102">
                <c:v>0.8345824365865064</c:v>
              </c:pt>
              <c:pt idx="103">
                <c:v>0.9082200635831619</c:v>
              </c:pt>
              <c:pt idx="104">
                <c:v>0.9327659392487136</c:v>
              </c:pt>
              <c:pt idx="105">
                <c:v>0.9327659392487136</c:v>
              </c:pt>
              <c:pt idx="106">
                <c:v>0.9818576905798172</c:v>
              </c:pt>
              <c:pt idx="107">
                <c:v>0.6627613069276439</c:v>
              </c:pt>
              <c:pt idx="108">
                <c:v>0.6136695555965404</c:v>
              </c:pt>
              <c:pt idx="109">
                <c:v>0.7363989339242992</c:v>
              </c:pt>
              <c:pt idx="110">
                <c:v>0.6873071825931957</c:v>
              </c:pt>
              <c:pt idx="111">
                <c:v>0.8100365609209547</c:v>
              </c:pt>
              <c:pt idx="112">
                <c:v>0.7854906852554029</c:v>
              </c:pt>
              <c:pt idx="113">
                <c:v>0.8100365609209547</c:v>
              </c:pt>
              <c:pt idx="114">
                <c:v>0.6136695555965404</c:v>
              </c:pt>
              <c:pt idx="115">
                <c:v>0.8100365609209547</c:v>
              </c:pt>
              <c:pt idx="116">
                <c:v>0.88367418791761</c:v>
              </c:pt>
              <c:pt idx="117">
                <c:v>0.9573118149142654</c:v>
              </c:pt>
              <c:pt idx="118">
                <c:v>1.3254999498975424</c:v>
              </c:pt>
              <c:pt idx="119">
                <c:v>1.472775203890853</c:v>
              </c:pt>
              <c:pt idx="120">
                <c:v>1.4236834525597495</c:v>
              </c:pt>
              <c:pt idx="121">
                <c:v>1.2027705715697834</c:v>
              </c:pt>
              <c:pt idx="122">
                <c:v>1.5709587065530604</c:v>
              </c:pt>
              <c:pt idx="123">
                <c:v>1.84096333887413</c:v>
              </c:pt>
              <c:pt idx="124">
                <c:v>2.086422095529648</c:v>
              </c:pt>
              <c:pt idx="125">
                <c:v>1.939146841536337</c:v>
              </c:pt>
              <c:pt idx="126">
                <c:v>1.9146009658707854</c:v>
              </c:pt>
              <c:pt idx="127">
                <c:v>2.0127844685329928</c:v>
              </c:pt>
              <c:pt idx="128">
                <c:v>2.282789100854062</c:v>
              </c:pt>
              <c:pt idx="129">
                <c:v>1.939146841536337</c:v>
              </c:pt>
              <c:pt idx="130">
                <c:v>2.1355138468607517</c:v>
              </c:pt>
              <c:pt idx="131">
                <c:v>1.718233960546371</c:v>
              </c:pt>
              <c:pt idx="132">
                <c:v>1.620050457884164</c:v>
              </c:pt>
              <c:pt idx="133">
                <c:v>1.6445963335497156</c:v>
              </c:pt>
              <c:pt idx="134">
                <c:v>1.0554953175764725</c:v>
              </c:pt>
              <c:pt idx="135">
                <c:v>1.1782246959042315</c:v>
              </c:pt>
              <c:pt idx="136">
                <c:v>1.472775203890853</c:v>
              </c:pt>
              <c:pt idx="137">
                <c:v>0.9573118149142654</c:v>
              </c:pt>
              <c:pt idx="138">
                <c:v>0.8100365609209547</c:v>
              </c:pt>
              <c:pt idx="139">
                <c:v>1.1782246959042315</c:v>
              </c:pt>
              <c:pt idx="140">
                <c:v>0.6627613069276439</c:v>
              </c:pt>
              <c:pt idx="141">
                <c:v>1.0309494419109209</c:v>
              </c:pt>
              <c:pt idx="142">
                <c:v>1.0554953175764725</c:v>
              </c:pt>
              <c:pt idx="143">
                <c:v>1.3254999498975424</c:v>
              </c:pt>
              <c:pt idx="144">
                <c:v>1.3254999498975424</c:v>
              </c:pt>
              <c:pt idx="145">
                <c:v>1.4236834525597495</c:v>
              </c:pt>
              <c:pt idx="146">
                <c:v>1.4482293282253014</c:v>
              </c:pt>
              <c:pt idx="147">
                <c:v>1.6936880848808193</c:v>
              </c:pt>
              <c:pt idx="148">
                <c:v>1.742779836211923</c:v>
              </c:pt>
              <c:pt idx="149">
                <c:v>1.963692717201889</c:v>
              </c:pt>
              <c:pt idx="150">
                <c:v>1.939146841536337</c:v>
              </c:pt>
              <c:pt idx="151">
                <c:v>2.0127844685329928</c:v>
              </c:pt>
              <c:pt idx="152">
                <c:v>2.1355138468607517</c:v>
              </c:pt>
              <c:pt idx="153">
                <c:v>2.160059722526303</c:v>
              </c:pt>
              <c:pt idx="154">
                <c:v>2.184605598191855</c:v>
              </c:pt>
              <c:pt idx="155">
                <c:v>1.939146841536337</c:v>
              </c:pt>
              <c:pt idx="156">
                <c:v>1.84096333887413</c:v>
              </c:pt>
              <c:pt idx="157">
                <c:v>1.84096333887413</c:v>
              </c:pt>
              <c:pt idx="158">
                <c:v>2.061876219864096</c:v>
              </c:pt>
              <c:pt idx="159">
                <c:v>1.939146841536337</c:v>
              </c:pt>
              <c:pt idx="160">
                <c:v>1.5464128308875085</c:v>
              </c:pt>
              <c:pt idx="161">
                <c:v>1.227316447235335</c:v>
              </c:pt>
              <c:pt idx="162">
                <c:v>1.251862322900887</c:v>
              </c:pt>
              <c:pt idx="163">
                <c:v>1.1536788202386798</c:v>
              </c:pt>
              <c:pt idx="164">
                <c:v>1.0554953175764725</c:v>
              </c:pt>
              <c:pt idx="165">
                <c:v>1.129132944573128</c:v>
              </c:pt>
              <c:pt idx="166">
                <c:v>0.9327659392487136</c:v>
              </c:pt>
              <c:pt idx="167">
                <c:v>0.5891236799309885</c:v>
              </c:pt>
              <c:pt idx="168">
                <c:v>0.7118530582587475</c:v>
              </c:pt>
              <c:pt idx="169">
                <c:v>0.7118530582587475</c:v>
              </c:pt>
              <c:pt idx="170">
                <c:v>0.5154860529343331</c:v>
              </c:pt>
              <c:pt idx="171">
                <c:v>0.7854906852554029</c:v>
              </c:pt>
              <c:pt idx="172">
                <c:v>1.0309494419109209</c:v>
              </c:pt>
              <c:pt idx="173">
                <c:v>0.9327659392487136</c:v>
              </c:pt>
              <c:pt idx="174">
                <c:v>0.07366029095440084</c:v>
              </c:pt>
              <c:pt idx="175">
                <c:v>0.04911441528884904</c:v>
              </c:pt>
              <c:pt idx="176">
                <c:v>2.266395774545338E-05</c:v>
              </c:pt>
              <c:pt idx="177">
                <c:v>-0.46634897368773864</c:v>
              </c:pt>
              <c:pt idx="178">
                <c:v>-0.2307085672984414</c:v>
              </c:pt>
              <c:pt idx="179">
                <c:v>-0.32889206996064857</c:v>
              </c:pt>
              <c:pt idx="180">
                <c:v>-0.6528976287459323</c:v>
              </c:pt>
              <c:pt idx="181">
                <c:v>0.12275204228550442</c:v>
              </c:pt>
              <c:pt idx="182">
                <c:v>0.024568539623297247</c:v>
              </c:pt>
              <c:pt idx="183">
                <c:v>-0.46634897368773864</c:v>
              </c:pt>
              <c:pt idx="184">
                <c:v>-0.1717984657011171</c:v>
              </c:pt>
              <c:pt idx="185">
                <c:v>-0.1128883641037928</c:v>
              </c:pt>
              <c:pt idx="186">
                <c:v>-0.29943701916198645</c:v>
              </c:pt>
              <c:pt idx="187">
                <c:v>0.39275667460657415</c:v>
              </c:pt>
              <c:pt idx="188">
                <c:v>0.34366492327547055</c:v>
              </c:pt>
              <c:pt idx="189">
                <c:v>0.2209355449477116</c:v>
              </c:pt>
              <c:pt idx="190">
                <c:v>2.266395774545338E-05</c:v>
              </c:pt>
              <c:pt idx="191">
                <c:v>0.07366029095440084</c:v>
              </c:pt>
              <c:pt idx="192">
                <c:v>-0.14234341490245495</c:v>
              </c:pt>
              <c:pt idx="193">
                <c:v>-0.04906908737335813</c:v>
              </c:pt>
              <c:pt idx="194">
                <c:v>-0.32889206996064857</c:v>
              </c:pt>
              <c:pt idx="195">
                <c:v>-0.10307001383757208</c:v>
              </c:pt>
              <c:pt idx="196">
                <c:v>-0.32889206996064857</c:v>
              </c:pt>
              <c:pt idx="197">
                <c:v>-0.3779838212917522</c:v>
              </c:pt>
              <c:pt idx="198">
                <c:v>-0.5350774255512837</c:v>
              </c:pt>
              <c:pt idx="199">
                <c:v>-0.3976205218241936</c:v>
              </c:pt>
              <c:pt idx="200">
                <c:v>-0.2208902170322207</c:v>
              </c:pt>
              <c:pt idx="201">
                <c:v>-0.18161681596733784</c:v>
              </c:pt>
              <c:pt idx="202">
                <c:v>-0.3387104202268693</c:v>
              </c:pt>
              <c:pt idx="203">
                <c:v>-0.3878021715579729</c:v>
              </c:pt>
              <c:pt idx="204">
                <c:v>-0.5448957758175044</c:v>
              </c:pt>
              <c:pt idx="205">
                <c:v>-0.6823526795445944</c:v>
              </c:pt>
              <c:pt idx="206">
                <c:v>-0.6430792784797116</c:v>
              </c:pt>
              <c:pt idx="207">
                <c:v>-0.7510811314081395</c:v>
              </c:pt>
              <c:pt idx="208">
                <c:v>-0.8099912330054637</c:v>
              </c:pt>
              <c:pt idx="209">
                <c:v>-1.0063582383298781</c:v>
              </c:pt>
              <c:pt idx="210">
                <c:v>-0.5154407250188422</c:v>
              </c:pt>
              <c:pt idx="211">
                <c:v>-0.34852877049309</c:v>
              </c:pt>
              <c:pt idx="212">
                <c:v>-0.3190737196944279</c:v>
              </c:pt>
              <c:pt idx="213">
                <c:v>-0.3190737196944279</c:v>
              </c:pt>
              <c:pt idx="214">
                <c:v>-0.12270671437001351</c:v>
              </c:pt>
              <c:pt idx="215">
                <c:v>-0.24052691756466213</c:v>
              </c:pt>
              <c:pt idx="216">
                <c:v>-0.1717984657011171</c:v>
              </c:pt>
              <c:pt idx="217">
                <c:v>-0.25034526783088284</c:v>
              </c:pt>
              <c:pt idx="218">
                <c:v>0.09820616661995263</c:v>
              </c:pt>
              <c:pt idx="219">
                <c:v>-0.02452321170780634</c:v>
              </c:pt>
              <c:pt idx="220">
                <c:v>2.266395774545338E-05</c:v>
              </c:pt>
              <c:pt idx="221">
                <c:v>-0.30925536942820714</c:v>
              </c:pt>
              <c:pt idx="222">
                <c:v>-0.08343331330513065</c:v>
              </c:pt>
              <c:pt idx="223">
                <c:v>-0.08343331330513065</c:v>
              </c:pt>
              <c:pt idx="224">
                <c:v>-0.25034526783088284</c:v>
              </c:pt>
              <c:pt idx="225">
                <c:v>-0.02452321170780634</c:v>
              </c:pt>
              <c:pt idx="226">
                <c:v>2.266395774545338E-05</c:v>
              </c:pt>
              <c:pt idx="227">
                <c:v>0.04911441528884904</c:v>
              </c:pt>
              <c:pt idx="228">
                <c:v>0.1963896692821598</c:v>
              </c:pt>
              <c:pt idx="229">
                <c:v>-0.09325166357135137</c:v>
              </c:pt>
              <c:pt idx="230">
                <c:v>-0.3190737196944279</c:v>
              </c:pt>
              <c:pt idx="231">
                <c:v>-0.3387104202268693</c:v>
              </c:pt>
              <c:pt idx="232">
                <c:v>-0.30925536942820714</c:v>
              </c:pt>
              <c:pt idx="233">
                <c:v>-0.41725722235663504</c:v>
              </c:pt>
              <c:pt idx="234">
                <c:v>-0.3976205218241936</c:v>
              </c:pt>
              <c:pt idx="235">
                <c:v>-0.4467122731552972</c:v>
              </c:pt>
              <c:pt idx="236">
                <c:v>-0.5645324763499459</c:v>
              </c:pt>
              <c:pt idx="237">
                <c:v>-0.6725343292783738</c:v>
              </c:pt>
              <c:pt idx="238">
                <c:v>-0.43689392288907647</c:v>
              </c:pt>
              <c:pt idx="239">
                <c:v>-0.8590829843365674</c:v>
              </c:pt>
              <c:pt idx="240">
                <c:v>-0.9376297864663331</c:v>
              </c:pt>
              <c:pt idx="241">
                <c:v>-0.976903187531216</c:v>
              </c:pt>
              <c:pt idx="242">
                <c:v>-1.2125435939205131</c:v>
              </c:pt>
              <c:pt idx="243">
                <c:v>-0.8590829843365674</c:v>
              </c:pt>
              <c:pt idx="244">
                <c:v>-0.7510811314081395</c:v>
              </c:pt>
              <c:pt idx="245">
                <c:v>-1.0652683399272025</c:v>
              </c:pt>
              <c:pt idx="246">
                <c:v>-1.045631639394761</c:v>
              </c:pt>
              <c:pt idx="247">
                <c:v>-0.976903187531216</c:v>
              </c:pt>
              <c:pt idx="248">
                <c:v>-0.5841691768823872</c:v>
              </c:pt>
              <c:pt idx="249">
                <c:v>-0.9278114362001124</c:v>
              </c:pt>
              <c:pt idx="250">
                <c:v>-0.8689013346027881</c:v>
              </c:pt>
              <c:pt idx="251">
                <c:v>-0.8198095832716845</c:v>
              </c:pt>
              <c:pt idx="252">
                <c:v>-0.8885380351352294</c:v>
              </c:pt>
              <c:pt idx="253">
                <c:v>-0.8394462838041259</c:v>
              </c:pt>
              <c:pt idx="254">
                <c:v>-0.8099912330054637</c:v>
              </c:pt>
              <c:pt idx="255">
                <c:v>-0.6430792784797116</c:v>
              </c:pt>
              <c:pt idx="256">
                <c:v>-0.7019893800770358</c:v>
              </c:pt>
              <c:pt idx="257">
                <c:v>-0.800172882739243</c:v>
              </c:pt>
              <c:pt idx="258">
                <c:v>-0.976903187531216</c:v>
              </c:pt>
              <c:pt idx="259">
                <c:v>-1.0259949388623195</c:v>
              </c:pt>
              <c:pt idx="260">
                <c:v>-1.0161765885960987</c:v>
              </c:pt>
              <c:pt idx="261">
                <c:v>-1.045631639394761</c:v>
              </c:pt>
            </c:numLit>
          </c:val>
          <c:smooth val="0"/>
        </c:ser>
        <c:ser>
          <c:idx val="1"/>
          <c:order val="1"/>
          <c:tx>
            <c:v>+2σ</c:v>
          </c:tx>
          <c:spPr>
            <a:ln xmlns:a="http://schemas.openxmlformats.org/drawingml/2006/main" w="9525">
              <a:solidFill>
                <a:srgbClr val="F36F2B"/>
              </a:solidFill>
              <a:prstDash val="dash"/>
            </a:ln>
          </c:spPr>
          <c:marker>
            <c:symbol val="none"/>
          </c:marker>
          <c:cat>
            <c:strLit>
              <c:ptCount val="262"/>
              <c:pt idx="0">
                <c:v>24-Sept-21</c:v>
              </c:pt>
              <c:pt idx="1">
                <c:v>01-Oct-21</c:v>
              </c:pt>
              <c:pt idx="2">
                <c:v>08-Oct-21</c:v>
              </c:pt>
              <c:pt idx="3">
                <c:v>15-Oct-21</c:v>
              </c:pt>
              <c:pt idx="4">
                <c:v>22-Oct-21</c:v>
              </c:pt>
              <c:pt idx="5">
                <c:v>29-Oct-21</c:v>
              </c:pt>
              <c:pt idx="6">
                <c:v>05-Nov-21</c:v>
              </c:pt>
              <c:pt idx="7">
                <c:v>12-Nov-21</c:v>
              </c:pt>
              <c:pt idx="8">
                <c:v>19-Nov-21</c:v>
              </c:pt>
              <c:pt idx="9">
                <c:v>26-Nov-21</c:v>
              </c:pt>
              <c:pt idx="10">
                <c:v>03-Dec-21</c:v>
              </c:pt>
              <c:pt idx="11">
                <c:v>10-Dec-21</c:v>
              </c:pt>
              <c:pt idx="12">
                <c:v>17-Dec-21</c:v>
              </c:pt>
              <c:pt idx="13">
                <c:v>24-Dec-21</c:v>
              </c:pt>
              <c:pt idx="14">
                <c:v>30-Dec-21</c:v>
              </c:pt>
              <c:pt idx="15">
                <c:v>07-Jan-22</c:v>
              </c:pt>
              <c:pt idx="16">
                <c:v>14-Jan-22</c:v>
              </c:pt>
              <c:pt idx="17">
                <c:v>21-Jan-22</c:v>
              </c:pt>
              <c:pt idx="18">
                <c:v>28-Jan-22</c:v>
              </c:pt>
              <c:pt idx="19">
                <c:v>04-Feb-22</c:v>
              </c:pt>
              <c:pt idx="20">
                <c:v>11-Feb-22</c:v>
              </c:pt>
              <c:pt idx="21">
                <c:v>18-Feb-22</c:v>
              </c:pt>
              <c:pt idx="22">
                <c:v>25-Feb-22</c:v>
              </c:pt>
              <c:pt idx="23">
                <c:v>04-Mar-22</c:v>
              </c:pt>
              <c:pt idx="24">
                <c:v>11-Mar-22</c:v>
              </c:pt>
              <c:pt idx="25">
                <c:v>18-Mar-22</c:v>
              </c:pt>
              <c:pt idx="26">
                <c:v>25-Mar-22</c:v>
              </c:pt>
              <c:pt idx="27">
                <c:v>01-Apr-22</c:v>
              </c:pt>
              <c:pt idx="28">
                <c:v>08-Apr-22</c:v>
              </c:pt>
              <c:pt idx="29">
                <c:v>14-Apr-22</c:v>
              </c:pt>
              <c:pt idx="30">
                <c:v>22-Apr-22</c:v>
              </c:pt>
              <c:pt idx="31">
                <c:v>28-Apr-22</c:v>
              </c:pt>
              <c:pt idx="32">
                <c:v>13-May-22</c:v>
              </c:pt>
              <c:pt idx="33">
                <c:v>20-May-22</c:v>
              </c:pt>
              <c:pt idx="34">
                <c:v>27-May-22</c:v>
              </c:pt>
              <c:pt idx="35">
                <c:v>03-Jun-22</c:v>
              </c:pt>
              <c:pt idx="36">
                <c:v>10-Jun-22</c:v>
              </c:pt>
              <c:pt idx="37">
                <c:v>17-Jun-22</c:v>
              </c:pt>
              <c:pt idx="38">
                <c:v>24-Jun-22</c:v>
              </c:pt>
              <c:pt idx="39">
                <c:v>01-Jul-22</c:v>
              </c:pt>
              <c:pt idx="40">
                <c:v>08-Jul-22</c:v>
              </c:pt>
              <c:pt idx="41">
                <c:v>15-Jul-22</c:v>
              </c:pt>
              <c:pt idx="42">
                <c:v>22-Jul-22</c:v>
              </c:pt>
              <c:pt idx="43">
                <c:v>29-Jul-22</c:v>
              </c:pt>
              <c:pt idx="44">
                <c:v>05-Aug-22</c:v>
              </c:pt>
              <c:pt idx="45">
                <c:v>12-Aug-22</c:v>
              </c:pt>
              <c:pt idx="46">
                <c:v>19-Aug-22</c:v>
              </c:pt>
              <c:pt idx="47">
                <c:v>26-Aug-22</c:v>
              </c:pt>
              <c:pt idx="48">
                <c:v>02-Sept-22</c:v>
              </c:pt>
              <c:pt idx="49">
                <c:v>09-Sept-22</c:v>
              </c:pt>
              <c:pt idx="50">
                <c:v>16-Sept-22</c:v>
              </c:pt>
              <c:pt idx="51">
                <c:v>23-Sept-22</c:v>
              </c:pt>
              <c:pt idx="52">
                <c:v>30-Sept-22</c:v>
              </c:pt>
              <c:pt idx="53">
                <c:v>07-Oct-22</c:v>
              </c:pt>
              <c:pt idx="54">
                <c:v>14-Oct-22</c:v>
              </c:pt>
              <c:pt idx="55">
                <c:v>21-Oct-22</c:v>
              </c:pt>
              <c:pt idx="56">
                <c:v>28-Oct-22</c:v>
              </c:pt>
              <c:pt idx="57">
                <c:v>04-Nov-22</c:v>
              </c:pt>
              <c:pt idx="58">
                <c:v>11-Nov-22</c:v>
              </c:pt>
              <c:pt idx="59">
                <c:v>18-Nov-22</c:v>
              </c:pt>
              <c:pt idx="60">
                <c:v>25-Nov-22</c:v>
              </c:pt>
              <c:pt idx="61">
                <c:v>02-Dec-22</c:v>
              </c:pt>
              <c:pt idx="62">
                <c:v>09-Dec-22</c:v>
              </c:pt>
              <c:pt idx="63">
                <c:v>16-Dec-22</c:v>
              </c:pt>
              <c:pt idx="64">
                <c:v>23-Dec-22</c:v>
              </c:pt>
              <c:pt idx="65">
                <c:v>30-Dec-22</c:v>
              </c:pt>
              <c:pt idx="66">
                <c:v>06-Jan-23</c:v>
              </c:pt>
              <c:pt idx="67">
                <c:v>13-Jan-23</c:v>
              </c:pt>
              <c:pt idx="68">
                <c:v>20-Jan-23</c:v>
              </c:pt>
              <c:pt idx="69">
                <c:v>27-Jan-23</c:v>
              </c:pt>
              <c:pt idx="70">
                <c:v>03-Feb-23</c:v>
              </c:pt>
              <c:pt idx="71">
                <c:v>10-Feb-23</c:v>
              </c:pt>
              <c:pt idx="72">
                <c:v>17-Feb-23</c:v>
              </c:pt>
              <c:pt idx="73">
                <c:v>24-Feb-23</c:v>
              </c:pt>
              <c:pt idx="74">
                <c:v>03-Mar-23</c:v>
              </c:pt>
              <c:pt idx="75">
                <c:v>10-Mar-23</c:v>
              </c:pt>
              <c:pt idx="76">
                <c:v>17-Mar-23</c:v>
              </c:pt>
              <c:pt idx="77">
                <c:v>24-Mar-23</c:v>
              </c:pt>
              <c:pt idx="78">
                <c:v>31-Mar-23</c:v>
              </c:pt>
              <c:pt idx="79">
                <c:v>06-Apr-23</c:v>
              </c:pt>
              <c:pt idx="80">
                <c:v>14-Apr-23</c:v>
              </c:pt>
              <c:pt idx="81">
                <c:v>18-Apr-23</c:v>
              </c:pt>
              <c:pt idx="82">
                <c:v>28-Apr-23</c:v>
              </c:pt>
              <c:pt idx="83">
                <c:v>05-May-23</c:v>
              </c:pt>
              <c:pt idx="84">
                <c:v>12-May-23</c:v>
              </c:pt>
              <c:pt idx="85">
                <c:v>19-May-23</c:v>
              </c:pt>
              <c:pt idx="86">
                <c:v>26-May-23</c:v>
              </c:pt>
              <c:pt idx="87">
                <c:v>31-May-23</c:v>
              </c:pt>
              <c:pt idx="88">
                <c:v>09-Jun-23</c:v>
              </c:pt>
              <c:pt idx="89">
                <c:v>16-Jun-23</c:v>
              </c:pt>
              <c:pt idx="90">
                <c:v>23-Jun-23</c:v>
              </c:pt>
              <c:pt idx="91">
                <c:v>27-Jun-23</c:v>
              </c:pt>
              <c:pt idx="92">
                <c:v>07-Jul-23</c:v>
              </c:pt>
              <c:pt idx="93">
                <c:v>14-Jul-23</c:v>
              </c:pt>
              <c:pt idx="94">
                <c:v>21-Jul-23</c:v>
              </c:pt>
              <c:pt idx="95">
                <c:v>28-Jul-23</c:v>
              </c:pt>
              <c:pt idx="96">
                <c:v>04-Aug-23</c:v>
              </c:pt>
              <c:pt idx="97">
                <c:v>11-Aug-23</c:v>
              </c:pt>
              <c:pt idx="98">
                <c:v>18-Aug-23</c:v>
              </c:pt>
              <c:pt idx="99">
                <c:v>25-Aug-23</c:v>
              </c:pt>
              <c:pt idx="100">
                <c:v>01-Sept-23</c:v>
              </c:pt>
              <c:pt idx="101">
                <c:v>08-Sept-23</c:v>
              </c:pt>
              <c:pt idx="102">
                <c:v>15-Sept-23</c:v>
              </c:pt>
              <c:pt idx="103">
                <c:v>22-Sept-23</c:v>
              </c:pt>
              <c:pt idx="104">
                <c:v>29-Sept-23</c:v>
              </c:pt>
              <c:pt idx="105">
                <c:v>06-Oct-23</c:v>
              </c:pt>
              <c:pt idx="106">
                <c:v>13-Oct-23</c:v>
              </c:pt>
              <c:pt idx="107">
                <c:v>20-Oct-23</c:v>
              </c:pt>
              <c:pt idx="108">
                <c:v>27-Oct-23</c:v>
              </c:pt>
              <c:pt idx="109">
                <c:v>03-Nov-23</c:v>
              </c:pt>
              <c:pt idx="110">
                <c:v>10-Nov-23</c:v>
              </c:pt>
              <c:pt idx="111">
                <c:v>17-Nov-23</c:v>
              </c:pt>
              <c:pt idx="112">
                <c:v>24-Nov-23</c:v>
              </c:pt>
              <c:pt idx="113">
                <c:v>01-Dec-23</c:v>
              </c:pt>
              <c:pt idx="114">
                <c:v>08-Dec-23</c:v>
              </c:pt>
              <c:pt idx="115">
                <c:v>15-Dec-23</c:v>
              </c:pt>
              <c:pt idx="116">
                <c:v>22-Dec-23</c:v>
              </c:pt>
              <c:pt idx="117">
                <c:v>29-Dec-23</c:v>
              </c:pt>
              <c:pt idx="118">
                <c:v>05-Jan-24</c:v>
              </c:pt>
              <c:pt idx="119">
                <c:v>12-Jan-24</c:v>
              </c:pt>
              <c:pt idx="120">
                <c:v>19-Jan-24</c:v>
              </c:pt>
              <c:pt idx="121">
                <c:v>26-Jan-24</c:v>
              </c:pt>
              <c:pt idx="122">
                <c:v>02-Feb-24</c:v>
              </c:pt>
              <c:pt idx="123">
                <c:v>07-Feb-24</c:v>
              </c:pt>
              <c:pt idx="124">
                <c:v>16-Feb-24</c:v>
              </c:pt>
              <c:pt idx="125">
                <c:v>23-Feb-24</c:v>
              </c:pt>
              <c:pt idx="126">
                <c:v>01-Mar-24</c:v>
              </c:pt>
              <c:pt idx="127">
                <c:v>08-Mar-24</c:v>
              </c:pt>
              <c:pt idx="128">
                <c:v>15-Mar-24</c:v>
              </c:pt>
              <c:pt idx="129">
                <c:v>22-Mar-24</c:v>
              </c:pt>
              <c:pt idx="130">
                <c:v>28-Mar-24</c:v>
              </c:pt>
              <c:pt idx="131">
                <c:v>05-Apr-24</c:v>
              </c:pt>
              <c:pt idx="132">
                <c:v>19-Apr-24</c:v>
              </c:pt>
              <c:pt idx="133">
                <c:v>26-Apr-24</c:v>
              </c:pt>
              <c:pt idx="134">
                <c:v>03-May-24</c:v>
              </c:pt>
              <c:pt idx="135">
                <c:v>08-May-24</c:v>
              </c:pt>
              <c:pt idx="136">
                <c:v>17-May-24</c:v>
              </c:pt>
              <c:pt idx="137">
                <c:v>22-May-24</c:v>
              </c:pt>
              <c:pt idx="138">
                <c:v>31-May-24</c:v>
              </c:pt>
              <c:pt idx="139">
                <c:v>07-Jun-24</c:v>
              </c:pt>
              <c:pt idx="140">
                <c:v>14-Jun-24</c:v>
              </c:pt>
              <c:pt idx="141">
                <c:v>21-Jun-24</c:v>
              </c:pt>
              <c:pt idx="142">
                <c:v>28-Jun-24</c:v>
              </c:pt>
              <c:pt idx="143">
                <c:v>05-Jul-24</c:v>
              </c:pt>
              <c:pt idx="144">
                <c:v>12-Jul-24</c:v>
              </c:pt>
              <c:pt idx="145">
                <c:v>19-Jul-24</c:v>
              </c:pt>
              <c:pt idx="146">
                <c:v>26-Jul-24</c:v>
              </c:pt>
              <c:pt idx="147">
                <c:v>02-Aug-24</c:v>
              </c:pt>
              <c:pt idx="148">
                <c:v>09-Aug-24</c:v>
              </c:pt>
              <c:pt idx="149">
                <c:v>16-Aug-24</c:v>
              </c:pt>
              <c:pt idx="150">
                <c:v>23-Aug-24</c:v>
              </c:pt>
              <c:pt idx="151">
                <c:v>30-Aug-24</c:v>
              </c:pt>
              <c:pt idx="152">
                <c:v>06-Sept-24</c:v>
              </c:pt>
              <c:pt idx="153">
                <c:v>13-Sept-24</c:v>
              </c:pt>
              <c:pt idx="154">
                <c:v>20-Sept-24</c:v>
              </c:pt>
              <c:pt idx="155">
                <c:v>27-Sept-24</c:v>
              </c:pt>
              <c:pt idx="156">
                <c:v>04-Oct-24</c:v>
              </c:pt>
              <c:pt idx="157">
                <c:v>11-Oct-24</c:v>
              </c:pt>
              <c:pt idx="158">
                <c:v>18-Oct-24</c:v>
              </c:pt>
              <c:pt idx="159">
                <c:v>25-Oct-24</c:v>
              </c:pt>
              <c:pt idx="160">
                <c:v>01-Nov-24</c:v>
              </c:pt>
              <c:pt idx="161">
                <c:v>08-Nov-24</c:v>
              </c:pt>
              <c:pt idx="162">
                <c:v>15-Nov-24</c:v>
              </c:pt>
              <c:pt idx="163">
                <c:v>22-Nov-24</c:v>
              </c:pt>
              <c:pt idx="164">
                <c:v>29-Nov-24</c:v>
              </c:pt>
              <c:pt idx="165">
                <c:v>06-Dec-24</c:v>
              </c:pt>
              <c:pt idx="166">
                <c:v>13-Dec-24</c:v>
              </c:pt>
              <c:pt idx="167">
                <c:v>20-Dec-24</c:v>
              </c:pt>
              <c:pt idx="168">
                <c:v>27-Dec-24</c:v>
              </c:pt>
              <c:pt idx="169">
                <c:v>03-Jan-25</c:v>
              </c:pt>
              <c:pt idx="170">
                <c:v>10-Jan-25</c:v>
              </c:pt>
              <c:pt idx="171">
                <c:v>17-Jan-25</c:v>
              </c:pt>
              <c:pt idx="172">
                <c:v>24-Jan-25</c:v>
              </c:pt>
              <c:pt idx="173">
                <c:v>31-Jan-25</c:v>
              </c:pt>
              <c:pt idx="174">
                <c:v>07-Feb-25</c:v>
              </c:pt>
              <c:pt idx="175">
                <c:v>14-Feb-25</c:v>
              </c:pt>
              <c:pt idx="176">
                <c:v>21-Feb-25</c:v>
              </c:pt>
              <c:pt idx="177">
                <c:v>28-Feb-25</c:v>
              </c:pt>
              <c:pt idx="178">
                <c:v>07-Mar-25</c:v>
              </c:pt>
              <c:pt idx="179">
                <c:v>14-Mar-25</c:v>
              </c:pt>
              <c:pt idx="180">
                <c:v>21-Mar-25</c:v>
              </c:pt>
              <c:pt idx="181">
                <c:v>27-Mar-25</c:v>
              </c:pt>
              <c:pt idx="182">
                <c:v>11-Apr-25</c:v>
              </c:pt>
              <c:pt idx="183">
                <c:v>17-Apr-25</c:v>
              </c:pt>
              <c:pt idx="184">
                <c:v>25-Apr-25</c:v>
              </c:pt>
              <c:pt idx="185">
                <c:v>02-May-25</c:v>
              </c:pt>
              <c:pt idx="186">
                <c:v>09-May-25</c:v>
              </c:pt>
              <c:pt idx="187">
                <c:v>16-May-25</c:v>
              </c:pt>
              <c:pt idx="188">
                <c:v>23-May-25</c:v>
              </c:pt>
              <c:pt idx="189">
                <c:v>28-May-25</c:v>
              </c:pt>
              <c:pt idx="190">
                <c:v>05-Jun-25</c:v>
              </c:pt>
              <c:pt idx="191">
                <c:v>13-Jun-25</c:v>
              </c:pt>
              <c:pt idx="192">
                <c:v>20-Jun-25</c:v>
              </c:pt>
              <c:pt idx="193">
                <c:v>26-Jun-25</c:v>
              </c:pt>
              <c:pt idx="194">
                <c:v>04-Jul-25</c:v>
              </c:pt>
              <c:pt idx="195">
                <c:v>11-Jul-25</c:v>
              </c:pt>
              <c:pt idx="196">
                <c:v>18-Jul-25</c:v>
              </c:pt>
              <c:pt idx="197">
                <c:v>25-Jul-25</c:v>
              </c:pt>
              <c:pt idx="198">
                <c:v>01-Aug-25</c:v>
              </c:pt>
              <c:pt idx="199">
                <c:v>08-Aug-25</c:v>
              </c:pt>
              <c:pt idx="200">
                <c:v>15-Aug-25</c:v>
              </c:pt>
              <c:pt idx="201">
                <c:v>22-Aug-25</c:v>
              </c:pt>
              <c:pt idx="202">
                <c:v>29-Aug-25</c:v>
              </c:pt>
              <c:pt idx="203">
                <c:v>04-Sept-25</c:v>
              </c:pt>
              <c:pt idx="204">
                <c:v>12-Sept-25</c:v>
              </c:pt>
              <c:pt idx="205">
                <c:v>19-Sept-25</c:v>
              </c:pt>
              <c:pt idx="206">
                <c:v>26-Sept-25</c:v>
              </c:pt>
              <c:pt idx="207">
                <c:v>03-Oct-25</c:v>
              </c:pt>
              <c:pt idx="208">
                <c:v>10-Oct-25</c:v>
              </c:pt>
              <c:pt idx="209">
                <c:v>17-Oct-25</c:v>
              </c:pt>
              <c:pt idx="210">
                <c:v>24-Oct-25</c:v>
              </c:pt>
              <c:pt idx="211">
                <c:v>31-Oct-25</c:v>
              </c:pt>
              <c:pt idx="212">
                <c:v>07-Nov-25</c:v>
              </c:pt>
              <c:pt idx="213">
                <c:v>14-Nov-25</c:v>
              </c:pt>
              <c:pt idx="214">
                <c:v>21-Nov-25</c:v>
              </c:pt>
              <c:pt idx="215">
                <c:v>28-Nov-25</c:v>
              </c:pt>
              <c:pt idx="216">
                <c:v>05-Dec-25</c:v>
              </c:pt>
              <c:pt idx="217">
                <c:v>12-Dec-25</c:v>
              </c:pt>
              <c:pt idx="218">
                <c:v>19-Dec-25</c:v>
              </c:pt>
              <c:pt idx="219">
                <c:v>24-Dec-25</c:v>
              </c:pt>
              <c:pt idx="220">
                <c:v>02-Jan-26</c:v>
              </c:pt>
              <c:pt idx="221">
                <c:v>09-Jan-26</c:v>
              </c:pt>
              <c:pt idx="222">
                <c:v>15-Jan-26</c:v>
              </c:pt>
              <c:pt idx="223">
                <c:v>23-Jan-26</c:v>
              </c:pt>
              <c:pt idx="224">
                <c:v>30-Jan-26</c:v>
              </c:pt>
              <c:pt idx="225">
                <c:v>06-Feb-26</c:v>
              </c:pt>
              <c:pt idx="226">
                <c:v>13-Feb-26</c:v>
              </c:pt>
              <c:pt idx="227">
                <c:v>20-Feb-26</c:v>
              </c:pt>
              <c:pt idx="228">
                <c:v>27-Feb-26</c:v>
              </c:pt>
              <c:pt idx="229">
                <c:v>06-Mar-26</c:v>
              </c:pt>
              <c:pt idx="230">
                <c:v>13-Mar-26</c:v>
              </c:pt>
              <c:pt idx="231">
                <c:v>17-Mar-26</c:v>
              </c:pt>
              <c:pt idx="232">
                <c:v>27-Mar-26</c:v>
              </c:pt>
              <c:pt idx="233">
                <c:v>02-Apr-26</c:v>
              </c:pt>
              <c:pt idx="234">
                <c:v>10-Apr-26</c:v>
              </c:pt>
              <c:pt idx="235">
                <c:v>17-Apr-26</c:v>
              </c:pt>
              <c:pt idx="236">
                <c:v>24-Apr-26</c:v>
              </c:pt>
              <c:pt idx="237">
                <c:v>30-Apr-26</c:v>
              </c:pt>
              <c:pt idx="238">
                <c:v>08-May-26</c:v>
              </c:pt>
              <c:pt idx="239">
                <c:v>13-May-26</c:v>
              </c:pt>
              <c:pt idx="240">
                <c:v>22-May-26</c:v>
              </c:pt>
              <c:pt idx="241">
                <c:v>29-May-26</c:v>
              </c:pt>
              <c:pt idx="242">
                <c:v>05-Jun-26</c:v>
              </c:pt>
              <c:pt idx="243">
                <c:v>12-Jun-26</c:v>
              </c:pt>
              <c:pt idx="244">
                <c:v>19-Jun-26</c:v>
              </c:pt>
              <c:pt idx="245">
                <c:v>26-Jun-26</c:v>
              </c:pt>
              <c:pt idx="246">
                <c:v>03-Jul-26</c:v>
              </c:pt>
              <c:pt idx="247">
                <c:v>10-Jul-26</c:v>
              </c:pt>
              <c:pt idx="248">
                <c:v>17-Jul-26</c:v>
              </c:pt>
              <c:pt idx="249">
                <c:v>24-Jul-26</c:v>
              </c:pt>
              <c:pt idx="250">
                <c:v>31-Jul-26</c:v>
              </c:pt>
              <c:pt idx="251">
                <c:v>07-Aug-26</c:v>
              </c:pt>
              <c:pt idx="252">
                <c:v>14-Aug-26</c:v>
              </c:pt>
              <c:pt idx="253">
                <c:v>21-Aug-26</c:v>
              </c:pt>
              <c:pt idx="254">
                <c:v>28-Aug-26</c:v>
              </c:pt>
              <c:pt idx="255">
                <c:v>04-Sept-26</c:v>
              </c:pt>
              <c:pt idx="256">
                <c:v>11-Sept-26</c:v>
              </c:pt>
              <c:pt idx="257">
                <c:v>18-Sept-26</c:v>
              </c:pt>
              <c:pt idx="258">
                <c:v>25-Sept-26</c:v>
              </c:pt>
              <c:pt idx="259">
                <c:v>02-Oct-26</c:v>
              </c:pt>
              <c:pt idx="260">
                <c:v>09-Oct-26</c:v>
              </c:pt>
              <c:pt idx="261">
                <c:v>12-Oct-26</c:v>
              </c:pt>
            </c:strLit>
          </c:cat>
          <c:val>
            <c:numLit>
              <c:formatCode>0.0</c:formatCode>
              <c:ptCount val="262"/>
              <c:pt idx="0">
                <c:v>2</c:v>
              </c:pt>
              <c:pt idx="1">
                <c:v>2</c:v>
              </c:pt>
              <c:pt idx="2">
                <c:v>2</c:v>
              </c:pt>
              <c:pt idx="3">
                <c:v>2</c:v>
              </c:pt>
              <c:pt idx="4">
                <c:v>2</c:v>
              </c:pt>
              <c:pt idx="5">
                <c:v>2</c:v>
              </c:pt>
              <c:pt idx="6">
                <c:v>2</c:v>
              </c:pt>
              <c:pt idx="7">
                <c:v>2</c:v>
              </c:pt>
              <c:pt idx="8">
                <c:v>2</c:v>
              </c:pt>
              <c:pt idx="9">
                <c:v>2</c:v>
              </c:pt>
              <c:pt idx="10">
                <c:v>2</c:v>
              </c:pt>
              <c:pt idx="11">
                <c:v>2</c:v>
              </c:pt>
              <c:pt idx="12">
                <c:v>2</c:v>
              </c:pt>
              <c:pt idx="13">
                <c:v>2</c:v>
              </c:pt>
              <c:pt idx="14">
                <c:v>2</c:v>
              </c:pt>
              <c:pt idx="15">
                <c:v>2</c:v>
              </c:pt>
              <c:pt idx="16">
                <c:v>2</c:v>
              </c:pt>
              <c:pt idx="17">
                <c:v>2</c:v>
              </c:pt>
              <c:pt idx="18">
                <c:v>2</c:v>
              </c:pt>
              <c:pt idx="19">
                <c:v>2</c:v>
              </c:pt>
              <c:pt idx="20">
                <c:v>2</c:v>
              </c:pt>
              <c:pt idx="21">
                <c:v>2</c:v>
              </c:pt>
              <c:pt idx="22">
                <c:v>2</c:v>
              </c:pt>
              <c:pt idx="23">
                <c:v>2</c:v>
              </c:pt>
              <c:pt idx="24">
                <c:v>2</c:v>
              </c:pt>
              <c:pt idx="25">
                <c:v>2</c:v>
              </c:pt>
              <c:pt idx="26">
                <c:v>2</c:v>
              </c:pt>
              <c:pt idx="27">
                <c:v>2</c:v>
              </c:pt>
              <c:pt idx="28">
                <c:v>2</c:v>
              </c:pt>
              <c:pt idx="29">
                <c:v>2</c:v>
              </c:pt>
              <c:pt idx="30">
                <c:v>2</c:v>
              </c:pt>
              <c:pt idx="31">
                <c:v>2</c:v>
              </c:pt>
              <c:pt idx="32">
                <c:v>2</c:v>
              </c:pt>
              <c:pt idx="33">
                <c:v>2</c:v>
              </c:pt>
              <c:pt idx="34">
                <c:v>2</c:v>
              </c:pt>
              <c:pt idx="35">
                <c:v>2</c:v>
              </c:pt>
              <c:pt idx="36">
                <c:v>2</c:v>
              </c:pt>
              <c:pt idx="37">
                <c:v>2</c:v>
              </c:pt>
              <c:pt idx="38">
                <c:v>2</c:v>
              </c:pt>
              <c:pt idx="39">
                <c:v>2</c:v>
              </c:pt>
              <c:pt idx="40">
                <c:v>2</c:v>
              </c:pt>
              <c:pt idx="41">
                <c:v>2</c:v>
              </c:pt>
              <c:pt idx="42">
                <c:v>2</c:v>
              </c:pt>
              <c:pt idx="43">
                <c:v>2</c:v>
              </c:pt>
              <c:pt idx="44">
                <c:v>2</c:v>
              </c:pt>
              <c:pt idx="45">
                <c:v>2</c:v>
              </c:pt>
              <c:pt idx="46">
                <c:v>2</c:v>
              </c:pt>
              <c:pt idx="47">
                <c:v>2</c:v>
              </c:pt>
              <c:pt idx="48">
                <c:v>2</c:v>
              </c:pt>
              <c:pt idx="49">
                <c:v>2</c:v>
              </c:pt>
              <c:pt idx="50">
                <c:v>2</c:v>
              </c:pt>
              <c:pt idx="51">
                <c:v>2</c:v>
              </c:pt>
              <c:pt idx="52">
                <c:v>2</c:v>
              </c:pt>
              <c:pt idx="53">
                <c:v>2</c:v>
              </c:pt>
              <c:pt idx="54">
                <c:v>2</c:v>
              </c:pt>
              <c:pt idx="55">
                <c:v>2</c:v>
              </c:pt>
              <c:pt idx="56">
                <c:v>2</c:v>
              </c:pt>
              <c:pt idx="57">
                <c:v>2</c:v>
              </c:pt>
              <c:pt idx="58">
                <c:v>2</c:v>
              </c:pt>
              <c:pt idx="59">
                <c:v>2</c:v>
              </c:pt>
              <c:pt idx="60">
                <c:v>2</c:v>
              </c:pt>
              <c:pt idx="61">
                <c:v>2</c:v>
              </c:pt>
              <c:pt idx="62">
                <c:v>2</c:v>
              </c:pt>
              <c:pt idx="63">
                <c:v>2</c:v>
              </c:pt>
              <c:pt idx="64">
                <c:v>2</c:v>
              </c:pt>
              <c:pt idx="65">
                <c:v>2</c:v>
              </c:pt>
              <c:pt idx="66">
                <c:v>2</c:v>
              </c:pt>
              <c:pt idx="67">
                <c:v>2</c:v>
              </c:pt>
              <c:pt idx="68">
                <c:v>2</c:v>
              </c:pt>
              <c:pt idx="69">
                <c:v>2</c:v>
              </c:pt>
              <c:pt idx="70">
                <c:v>2</c:v>
              </c:pt>
              <c:pt idx="71">
                <c:v>2</c:v>
              </c:pt>
              <c:pt idx="72">
                <c:v>2</c:v>
              </c:pt>
              <c:pt idx="73">
                <c:v>2</c:v>
              </c:pt>
              <c:pt idx="74">
                <c:v>2</c:v>
              </c:pt>
              <c:pt idx="75">
                <c:v>2</c:v>
              </c:pt>
              <c:pt idx="76">
                <c:v>2</c:v>
              </c:pt>
              <c:pt idx="77">
                <c:v>2</c:v>
              </c:pt>
              <c:pt idx="78">
                <c:v>2</c:v>
              </c:pt>
              <c:pt idx="79">
                <c:v>2</c:v>
              </c:pt>
              <c:pt idx="80">
                <c:v>2</c:v>
              </c:pt>
              <c:pt idx="81">
                <c:v>2</c:v>
              </c:pt>
              <c:pt idx="82">
                <c:v>2</c:v>
              </c:pt>
              <c:pt idx="83">
                <c:v>2</c:v>
              </c:pt>
              <c:pt idx="84">
                <c:v>2</c:v>
              </c:pt>
              <c:pt idx="85">
                <c:v>2</c:v>
              </c:pt>
              <c:pt idx="86">
                <c:v>2</c:v>
              </c:pt>
              <c:pt idx="87">
                <c:v>2</c:v>
              </c:pt>
              <c:pt idx="88">
                <c:v>2</c:v>
              </c:pt>
              <c:pt idx="89">
                <c:v>2</c:v>
              </c:pt>
              <c:pt idx="90">
                <c:v>2</c:v>
              </c:pt>
              <c:pt idx="91">
                <c:v>2</c:v>
              </c:pt>
              <c:pt idx="92">
                <c:v>2</c:v>
              </c:pt>
              <c:pt idx="93">
                <c:v>2</c:v>
              </c:pt>
              <c:pt idx="94">
                <c:v>2</c:v>
              </c:pt>
              <c:pt idx="95">
                <c:v>2</c:v>
              </c:pt>
              <c:pt idx="96">
                <c:v>2</c:v>
              </c:pt>
              <c:pt idx="97">
                <c:v>2</c:v>
              </c:pt>
              <c:pt idx="98">
                <c:v>2</c:v>
              </c:pt>
              <c:pt idx="99">
                <c:v>2</c:v>
              </c:pt>
              <c:pt idx="100">
                <c:v>2</c:v>
              </c:pt>
              <c:pt idx="101">
                <c:v>2</c:v>
              </c:pt>
              <c:pt idx="102">
                <c:v>2</c:v>
              </c:pt>
              <c:pt idx="103">
                <c:v>2</c:v>
              </c:pt>
              <c:pt idx="104">
                <c:v>2</c:v>
              </c:pt>
              <c:pt idx="105">
                <c:v>2</c:v>
              </c:pt>
              <c:pt idx="106">
                <c:v>2</c:v>
              </c:pt>
              <c:pt idx="107">
                <c:v>2</c:v>
              </c:pt>
              <c:pt idx="108">
                <c:v>2</c:v>
              </c:pt>
              <c:pt idx="109">
                <c:v>2</c:v>
              </c:pt>
              <c:pt idx="110">
                <c:v>2</c:v>
              </c:pt>
              <c:pt idx="111">
                <c:v>2</c:v>
              </c:pt>
              <c:pt idx="112">
                <c:v>2</c:v>
              </c:pt>
              <c:pt idx="113">
                <c:v>2</c:v>
              </c:pt>
              <c:pt idx="114">
                <c:v>2</c:v>
              </c:pt>
              <c:pt idx="115">
                <c:v>2</c:v>
              </c:pt>
              <c:pt idx="116">
                <c:v>2</c:v>
              </c:pt>
              <c:pt idx="117">
                <c:v>2</c:v>
              </c:pt>
              <c:pt idx="118">
                <c:v>2</c:v>
              </c:pt>
              <c:pt idx="119">
                <c:v>2</c:v>
              </c:pt>
              <c:pt idx="120">
                <c:v>2</c:v>
              </c:pt>
              <c:pt idx="121">
                <c:v>2</c:v>
              </c:pt>
              <c:pt idx="122">
                <c:v>2</c:v>
              </c:pt>
              <c:pt idx="123">
                <c:v>2</c:v>
              </c:pt>
              <c:pt idx="124">
                <c:v>2</c:v>
              </c:pt>
              <c:pt idx="125">
                <c:v>2</c:v>
              </c:pt>
              <c:pt idx="126">
                <c:v>2</c:v>
              </c:pt>
              <c:pt idx="127">
                <c:v>2</c:v>
              </c:pt>
              <c:pt idx="128">
                <c:v>2</c:v>
              </c:pt>
              <c:pt idx="129">
                <c:v>2</c:v>
              </c:pt>
              <c:pt idx="130">
                <c:v>2</c:v>
              </c:pt>
              <c:pt idx="131">
                <c:v>2</c:v>
              </c:pt>
              <c:pt idx="132">
                <c:v>2</c:v>
              </c:pt>
              <c:pt idx="133">
                <c:v>2</c:v>
              </c:pt>
              <c:pt idx="134">
                <c:v>2</c:v>
              </c:pt>
              <c:pt idx="135">
                <c:v>2</c:v>
              </c:pt>
              <c:pt idx="136">
                <c:v>2</c:v>
              </c:pt>
              <c:pt idx="137">
                <c:v>2</c:v>
              </c:pt>
              <c:pt idx="138">
                <c:v>2</c:v>
              </c:pt>
              <c:pt idx="139">
                <c:v>2</c:v>
              </c:pt>
              <c:pt idx="140">
                <c:v>2</c:v>
              </c:pt>
              <c:pt idx="141">
                <c:v>2</c:v>
              </c:pt>
              <c:pt idx="142">
                <c:v>2</c:v>
              </c:pt>
              <c:pt idx="143">
                <c:v>2</c:v>
              </c:pt>
              <c:pt idx="144">
                <c:v>2</c:v>
              </c:pt>
              <c:pt idx="145">
                <c:v>2</c:v>
              </c:pt>
              <c:pt idx="146">
                <c:v>2</c:v>
              </c:pt>
              <c:pt idx="147">
                <c:v>2</c:v>
              </c:pt>
              <c:pt idx="148">
                <c:v>2</c:v>
              </c:pt>
              <c:pt idx="149">
                <c:v>2</c:v>
              </c:pt>
              <c:pt idx="150">
                <c:v>2</c:v>
              </c:pt>
              <c:pt idx="151">
                <c:v>2</c:v>
              </c:pt>
              <c:pt idx="152">
                <c:v>2</c:v>
              </c:pt>
              <c:pt idx="153">
                <c:v>2</c:v>
              </c:pt>
              <c:pt idx="154">
                <c:v>2</c:v>
              </c:pt>
              <c:pt idx="155">
                <c:v>2</c:v>
              </c:pt>
              <c:pt idx="156">
                <c:v>2</c:v>
              </c:pt>
              <c:pt idx="157">
                <c:v>2</c:v>
              </c:pt>
              <c:pt idx="158">
                <c:v>2</c:v>
              </c:pt>
              <c:pt idx="159">
                <c:v>2</c:v>
              </c:pt>
              <c:pt idx="160">
                <c:v>2</c:v>
              </c:pt>
              <c:pt idx="161">
                <c:v>2</c:v>
              </c:pt>
              <c:pt idx="162">
                <c:v>2</c:v>
              </c:pt>
              <c:pt idx="163">
                <c:v>2</c:v>
              </c:pt>
              <c:pt idx="164">
                <c:v>2</c:v>
              </c:pt>
              <c:pt idx="165">
                <c:v>2</c:v>
              </c:pt>
              <c:pt idx="166">
                <c:v>2</c:v>
              </c:pt>
              <c:pt idx="167">
                <c:v>2</c:v>
              </c:pt>
              <c:pt idx="168">
                <c:v>2</c:v>
              </c:pt>
              <c:pt idx="169">
                <c:v>2</c:v>
              </c:pt>
              <c:pt idx="170">
                <c:v>2</c:v>
              </c:pt>
              <c:pt idx="171">
                <c:v>2</c:v>
              </c:pt>
              <c:pt idx="172">
                <c:v>2</c:v>
              </c:pt>
              <c:pt idx="173">
                <c:v>2</c:v>
              </c:pt>
              <c:pt idx="174">
                <c:v>2</c:v>
              </c:pt>
              <c:pt idx="175">
                <c:v>2</c:v>
              </c:pt>
              <c:pt idx="176">
                <c:v>2</c:v>
              </c:pt>
              <c:pt idx="177">
                <c:v>2</c:v>
              </c:pt>
              <c:pt idx="178">
                <c:v>2</c:v>
              </c:pt>
              <c:pt idx="179">
                <c:v>2</c:v>
              </c:pt>
              <c:pt idx="180">
                <c:v>2</c:v>
              </c:pt>
              <c:pt idx="181">
                <c:v>2</c:v>
              </c:pt>
              <c:pt idx="182">
                <c:v>2</c:v>
              </c:pt>
              <c:pt idx="183">
                <c:v>2</c:v>
              </c:pt>
              <c:pt idx="184">
                <c:v>2</c:v>
              </c:pt>
              <c:pt idx="185">
                <c:v>2</c:v>
              </c:pt>
              <c:pt idx="186">
                <c:v>2</c:v>
              </c:pt>
              <c:pt idx="187">
                <c:v>2</c:v>
              </c:pt>
              <c:pt idx="188">
                <c:v>2</c:v>
              </c:pt>
              <c:pt idx="189">
                <c:v>2</c:v>
              </c:pt>
              <c:pt idx="190">
                <c:v>2</c:v>
              </c:pt>
              <c:pt idx="191">
                <c:v>2</c:v>
              </c:pt>
              <c:pt idx="192">
                <c:v>2</c:v>
              </c:pt>
              <c:pt idx="193">
                <c:v>2</c:v>
              </c:pt>
              <c:pt idx="194">
                <c:v>2</c:v>
              </c:pt>
              <c:pt idx="195">
                <c:v>2</c:v>
              </c:pt>
              <c:pt idx="196">
                <c:v>2</c:v>
              </c:pt>
              <c:pt idx="197">
                <c:v>2</c:v>
              </c:pt>
              <c:pt idx="198">
                <c:v>2</c:v>
              </c:pt>
              <c:pt idx="199">
                <c:v>2</c:v>
              </c:pt>
              <c:pt idx="200">
                <c:v>2</c:v>
              </c:pt>
              <c:pt idx="201">
                <c:v>2</c:v>
              </c:pt>
              <c:pt idx="202">
                <c:v>2</c:v>
              </c:pt>
              <c:pt idx="203">
                <c:v>2</c:v>
              </c:pt>
              <c:pt idx="204">
                <c:v>2</c:v>
              </c:pt>
              <c:pt idx="205">
                <c:v>2</c:v>
              </c:pt>
              <c:pt idx="206">
                <c:v>2</c:v>
              </c:pt>
              <c:pt idx="207">
                <c:v>2</c:v>
              </c:pt>
              <c:pt idx="208">
                <c:v>2</c:v>
              </c:pt>
              <c:pt idx="209">
                <c:v>2</c:v>
              </c:pt>
              <c:pt idx="210">
                <c:v>2</c:v>
              </c:pt>
              <c:pt idx="211">
                <c:v>2</c:v>
              </c:pt>
              <c:pt idx="212">
                <c:v>2</c:v>
              </c:pt>
              <c:pt idx="213">
                <c:v>2</c:v>
              </c:pt>
              <c:pt idx="214">
                <c:v>2</c:v>
              </c:pt>
              <c:pt idx="215">
                <c:v>2</c:v>
              </c:pt>
              <c:pt idx="216">
                <c:v>2</c:v>
              </c:pt>
              <c:pt idx="217">
                <c:v>2</c:v>
              </c:pt>
              <c:pt idx="218">
                <c:v>2</c:v>
              </c:pt>
              <c:pt idx="219">
                <c:v>2</c:v>
              </c:pt>
              <c:pt idx="220">
                <c:v>2</c:v>
              </c:pt>
              <c:pt idx="221">
                <c:v>2</c:v>
              </c:pt>
              <c:pt idx="222">
                <c:v>2</c:v>
              </c:pt>
              <c:pt idx="223">
                <c:v>2</c:v>
              </c:pt>
              <c:pt idx="224">
                <c:v>2</c:v>
              </c:pt>
              <c:pt idx="225">
                <c:v>2</c:v>
              </c:pt>
              <c:pt idx="226">
                <c:v>2</c:v>
              </c:pt>
              <c:pt idx="227">
                <c:v>2</c:v>
              </c:pt>
              <c:pt idx="228">
                <c:v>2</c:v>
              </c:pt>
              <c:pt idx="229">
                <c:v>2</c:v>
              </c:pt>
              <c:pt idx="230">
                <c:v>2</c:v>
              </c:pt>
              <c:pt idx="231">
                <c:v>2</c:v>
              </c:pt>
              <c:pt idx="232">
                <c:v>2</c:v>
              </c:pt>
              <c:pt idx="233">
                <c:v>2</c:v>
              </c:pt>
              <c:pt idx="234">
                <c:v>2</c:v>
              </c:pt>
              <c:pt idx="235">
                <c:v>2</c:v>
              </c:pt>
              <c:pt idx="236">
                <c:v>2</c:v>
              </c:pt>
              <c:pt idx="237">
                <c:v>2</c:v>
              </c:pt>
              <c:pt idx="238">
                <c:v>2</c:v>
              </c:pt>
              <c:pt idx="239">
                <c:v>2</c:v>
              </c:pt>
              <c:pt idx="240">
                <c:v>2</c:v>
              </c:pt>
              <c:pt idx="241">
                <c:v>2</c:v>
              </c:pt>
              <c:pt idx="242">
                <c:v>2</c:v>
              </c:pt>
              <c:pt idx="243">
                <c:v>2</c:v>
              </c:pt>
              <c:pt idx="244">
                <c:v>2</c:v>
              </c:pt>
              <c:pt idx="245">
                <c:v>2</c:v>
              </c:pt>
              <c:pt idx="246">
                <c:v>2</c:v>
              </c:pt>
              <c:pt idx="247">
                <c:v>2</c:v>
              </c:pt>
              <c:pt idx="248">
                <c:v>2</c:v>
              </c:pt>
              <c:pt idx="249">
                <c:v>2</c:v>
              </c:pt>
              <c:pt idx="250">
                <c:v>2</c:v>
              </c:pt>
              <c:pt idx="251">
                <c:v>2</c:v>
              </c:pt>
              <c:pt idx="252">
                <c:v>2</c:v>
              </c:pt>
              <c:pt idx="253">
                <c:v>2</c:v>
              </c:pt>
              <c:pt idx="254">
                <c:v>2</c:v>
              </c:pt>
              <c:pt idx="255">
                <c:v>2</c:v>
              </c:pt>
              <c:pt idx="256">
                <c:v>2</c:v>
              </c:pt>
              <c:pt idx="257">
                <c:v>2</c:v>
              </c:pt>
              <c:pt idx="258">
                <c:v>2</c:v>
              </c:pt>
              <c:pt idx="259">
                <c:v>2</c:v>
              </c:pt>
              <c:pt idx="260">
                <c:v>2</c:v>
              </c:pt>
              <c:pt idx="261">
                <c:v>2</c:v>
              </c:pt>
            </c:numLit>
          </c:val>
          <c:smooth val="0"/>
        </c:ser>
        <c:ser>
          <c:idx val="2"/>
          <c:order val="2"/>
          <c:tx>
            <c:v>−2σ</c:v>
          </c:tx>
          <c:spPr>
            <a:ln xmlns:a="http://schemas.openxmlformats.org/drawingml/2006/main" w="9525">
              <a:solidFill>
                <a:srgbClr val="A6A6A6"/>
              </a:solidFill>
              <a:prstDash val="dash"/>
            </a:ln>
          </c:spPr>
          <c:marker>
            <c:symbol val="none"/>
          </c:marker>
          <c:cat>
            <c:strLit>
              <c:ptCount val="262"/>
              <c:pt idx="0">
                <c:v>24-Sept-21</c:v>
              </c:pt>
              <c:pt idx="1">
                <c:v>01-Oct-21</c:v>
              </c:pt>
              <c:pt idx="2">
                <c:v>08-Oct-21</c:v>
              </c:pt>
              <c:pt idx="3">
                <c:v>15-Oct-21</c:v>
              </c:pt>
              <c:pt idx="4">
                <c:v>22-Oct-21</c:v>
              </c:pt>
              <c:pt idx="5">
                <c:v>29-Oct-21</c:v>
              </c:pt>
              <c:pt idx="6">
                <c:v>05-Nov-21</c:v>
              </c:pt>
              <c:pt idx="7">
                <c:v>12-Nov-21</c:v>
              </c:pt>
              <c:pt idx="8">
                <c:v>19-Nov-21</c:v>
              </c:pt>
              <c:pt idx="9">
                <c:v>26-Nov-21</c:v>
              </c:pt>
              <c:pt idx="10">
                <c:v>03-Dec-21</c:v>
              </c:pt>
              <c:pt idx="11">
                <c:v>10-Dec-21</c:v>
              </c:pt>
              <c:pt idx="12">
                <c:v>17-Dec-21</c:v>
              </c:pt>
              <c:pt idx="13">
                <c:v>24-Dec-21</c:v>
              </c:pt>
              <c:pt idx="14">
                <c:v>30-Dec-21</c:v>
              </c:pt>
              <c:pt idx="15">
                <c:v>07-Jan-22</c:v>
              </c:pt>
              <c:pt idx="16">
                <c:v>14-Jan-22</c:v>
              </c:pt>
              <c:pt idx="17">
                <c:v>21-Jan-22</c:v>
              </c:pt>
              <c:pt idx="18">
                <c:v>28-Jan-22</c:v>
              </c:pt>
              <c:pt idx="19">
                <c:v>04-Feb-22</c:v>
              </c:pt>
              <c:pt idx="20">
                <c:v>11-Feb-22</c:v>
              </c:pt>
              <c:pt idx="21">
                <c:v>18-Feb-22</c:v>
              </c:pt>
              <c:pt idx="22">
                <c:v>25-Feb-22</c:v>
              </c:pt>
              <c:pt idx="23">
                <c:v>04-Mar-22</c:v>
              </c:pt>
              <c:pt idx="24">
                <c:v>11-Mar-22</c:v>
              </c:pt>
              <c:pt idx="25">
                <c:v>18-Mar-22</c:v>
              </c:pt>
              <c:pt idx="26">
                <c:v>25-Mar-22</c:v>
              </c:pt>
              <c:pt idx="27">
                <c:v>01-Apr-22</c:v>
              </c:pt>
              <c:pt idx="28">
                <c:v>08-Apr-22</c:v>
              </c:pt>
              <c:pt idx="29">
                <c:v>14-Apr-22</c:v>
              </c:pt>
              <c:pt idx="30">
                <c:v>22-Apr-22</c:v>
              </c:pt>
              <c:pt idx="31">
                <c:v>28-Apr-22</c:v>
              </c:pt>
              <c:pt idx="32">
                <c:v>13-May-22</c:v>
              </c:pt>
              <c:pt idx="33">
                <c:v>20-May-22</c:v>
              </c:pt>
              <c:pt idx="34">
                <c:v>27-May-22</c:v>
              </c:pt>
              <c:pt idx="35">
                <c:v>03-Jun-22</c:v>
              </c:pt>
              <c:pt idx="36">
                <c:v>10-Jun-22</c:v>
              </c:pt>
              <c:pt idx="37">
                <c:v>17-Jun-22</c:v>
              </c:pt>
              <c:pt idx="38">
                <c:v>24-Jun-22</c:v>
              </c:pt>
              <c:pt idx="39">
                <c:v>01-Jul-22</c:v>
              </c:pt>
              <c:pt idx="40">
                <c:v>08-Jul-22</c:v>
              </c:pt>
              <c:pt idx="41">
                <c:v>15-Jul-22</c:v>
              </c:pt>
              <c:pt idx="42">
                <c:v>22-Jul-22</c:v>
              </c:pt>
              <c:pt idx="43">
                <c:v>29-Jul-22</c:v>
              </c:pt>
              <c:pt idx="44">
                <c:v>05-Aug-22</c:v>
              </c:pt>
              <c:pt idx="45">
                <c:v>12-Aug-22</c:v>
              </c:pt>
              <c:pt idx="46">
                <c:v>19-Aug-22</c:v>
              </c:pt>
              <c:pt idx="47">
                <c:v>26-Aug-22</c:v>
              </c:pt>
              <c:pt idx="48">
                <c:v>02-Sept-22</c:v>
              </c:pt>
              <c:pt idx="49">
                <c:v>09-Sept-22</c:v>
              </c:pt>
              <c:pt idx="50">
                <c:v>16-Sept-22</c:v>
              </c:pt>
              <c:pt idx="51">
                <c:v>23-Sept-22</c:v>
              </c:pt>
              <c:pt idx="52">
                <c:v>30-Sept-22</c:v>
              </c:pt>
              <c:pt idx="53">
                <c:v>07-Oct-22</c:v>
              </c:pt>
              <c:pt idx="54">
                <c:v>14-Oct-22</c:v>
              </c:pt>
              <c:pt idx="55">
                <c:v>21-Oct-22</c:v>
              </c:pt>
              <c:pt idx="56">
                <c:v>28-Oct-22</c:v>
              </c:pt>
              <c:pt idx="57">
                <c:v>04-Nov-22</c:v>
              </c:pt>
              <c:pt idx="58">
                <c:v>11-Nov-22</c:v>
              </c:pt>
              <c:pt idx="59">
                <c:v>18-Nov-22</c:v>
              </c:pt>
              <c:pt idx="60">
                <c:v>25-Nov-22</c:v>
              </c:pt>
              <c:pt idx="61">
                <c:v>02-Dec-22</c:v>
              </c:pt>
              <c:pt idx="62">
                <c:v>09-Dec-22</c:v>
              </c:pt>
              <c:pt idx="63">
                <c:v>16-Dec-22</c:v>
              </c:pt>
              <c:pt idx="64">
                <c:v>23-Dec-22</c:v>
              </c:pt>
              <c:pt idx="65">
                <c:v>30-Dec-22</c:v>
              </c:pt>
              <c:pt idx="66">
                <c:v>06-Jan-23</c:v>
              </c:pt>
              <c:pt idx="67">
                <c:v>13-Jan-23</c:v>
              </c:pt>
              <c:pt idx="68">
                <c:v>20-Jan-23</c:v>
              </c:pt>
              <c:pt idx="69">
                <c:v>27-Jan-23</c:v>
              </c:pt>
              <c:pt idx="70">
                <c:v>03-Feb-23</c:v>
              </c:pt>
              <c:pt idx="71">
                <c:v>10-Feb-23</c:v>
              </c:pt>
              <c:pt idx="72">
                <c:v>17-Feb-23</c:v>
              </c:pt>
              <c:pt idx="73">
                <c:v>24-Feb-23</c:v>
              </c:pt>
              <c:pt idx="74">
                <c:v>03-Mar-23</c:v>
              </c:pt>
              <c:pt idx="75">
                <c:v>10-Mar-23</c:v>
              </c:pt>
              <c:pt idx="76">
                <c:v>17-Mar-23</c:v>
              </c:pt>
              <c:pt idx="77">
                <c:v>24-Mar-23</c:v>
              </c:pt>
              <c:pt idx="78">
                <c:v>31-Mar-23</c:v>
              </c:pt>
              <c:pt idx="79">
                <c:v>06-Apr-23</c:v>
              </c:pt>
              <c:pt idx="80">
                <c:v>14-Apr-23</c:v>
              </c:pt>
              <c:pt idx="81">
                <c:v>18-Apr-23</c:v>
              </c:pt>
              <c:pt idx="82">
                <c:v>28-Apr-23</c:v>
              </c:pt>
              <c:pt idx="83">
                <c:v>05-May-23</c:v>
              </c:pt>
              <c:pt idx="84">
                <c:v>12-May-23</c:v>
              </c:pt>
              <c:pt idx="85">
                <c:v>19-May-23</c:v>
              </c:pt>
              <c:pt idx="86">
                <c:v>26-May-23</c:v>
              </c:pt>
              <c:pt idx="87">
                <c:v>31-May-23</c:v>
              </c:pt>
              <c:pt idx="88">
                <c:v>09-Jun-23</c:v>
              </c:pt>
              <c:pt idx="89">
                <c:v>16-Jun-23</c:v>
              </c:pt>
              <c:pt idx="90">
                <c:v>23-Jun-23</c:v>
              </c:pt>
              <c:pt idx="91">
                <c:v>27-Jun-23</c:v>
              </c:pt>
              <c:pt idx="92">
                <c:v>07-Jul-23</c:v>
              </c:pt>
              <c:pt idx="93">
                <c:v>14-Jul-23</c:v>
              </c:pt>
              <c:pt idx="94">
                <c:v>21-Jul-23</c:v>
              </c:pt>
              <c:pt idx="95">
                <c:v>28-Jul-23</c:v>
              </c:pt>
              <c:pt idx="96">
                <c:v>04-Aug-23</c:v>
              </c:pt>
              <c:pt idx="97">
                <c:v>11-Aug-23</c:v>
              </c:pt>
              <c:pt idx="98">
                <c:v>18-Aug-23</c:v>
              </c:pt>
              <c:pt idx="99">
                <c:v>25-Aug-23</c:v>
              </c:pt>
              <c:pt idx="100">
                <c:v>01-Sept-23</c:v>
              </c:pt>
              <c:pt idx="101">
                <c:v>08-Sept-23</c:v>
              </c:pt>
              <c:pt idx="102">
                <c:v>15-Sept-23</c:v>
              </c:pt>
              <c:pt idx="103">
                <c:v>22-Sept-23</c:v>
              </c:pt>
              <c:pt idx="104">
                <c:v>29-Sept-23</c:v>
              </c:pt>
              <c:pt idx="105">
                <c:v>06-Oct-23</c:v>
              </c:pt>
              <c:pt idx="106">
                <c:v>13-Oct-23</c:v>
              </c:pt>
              <c:pt idx="107">
                <c:v>20-Oct-23</c:v>
              </c:pt>
              <c:pt idx="108">
                <c:v>27-Oct-23</c:v>
              </c:pt>
              <c:pt idx="109">
                <c:v>03-Nov-23</c:v>
              </c:pt>
              <c:pt idx="110">
                <c:v>10-Nov-23</c:v>
              </c:pt>
              <c:pt idx="111">
                <c:v>17-Nov-23</c:v>
              </c:pt>
              <c:pt idx="112">
                <c:v>24-Nov-23</c:v>
              </c:pt>
              <c:pt idx="113">
                <c:v>01-Dec-23</c:v>
              </c:pt>
              <c:pt idx="114">
                <c:v>08-Dec-23</c:v>
              </c:pt>
              <c:pt idx="115">
                <c:v>15-Dec-23</c:v>
              </c:pt>
              <c:pt idx="116">
                <c:v>22-Dec-23</c:v>
              </c:pt>
              <c:pt idx="117">
                <c:v>29-Dec-23</c:v>
              </c:pt>
              <c:pt idx="118">
                <c:v>05-Jan-24</c:v>
              </c:pt>
              <c:pt idx="119">
                <c:v>12-Jan-24</c:v>
              </c:pt>
              <c:pt idx="120">
                <c:v>19-Jan-24</c:v>
              </c:pt>
              <c:pt idx="121">
                <c:v>26-Jan-24</c:v>
              </c:pt>
              <c:pt idx="122">
                <c:v>02-Feb-24</c:v>
              </c:pt>
              <c:pt idx="123">
                <c:v>07-Feb-24</c:v>
              </c:pt>
              <c:pt idx="124">
                <c:v>16-Feb-24</c:v>
              </c:pt>
              <c:pt idx="125">
                <c:v>23-Feb-24</c:v>
              </c:pt>
              <c:pt idx="126">
                <c:v>01-Mar-24</c:v>
              </c:pt>
              <c:pt idx="127">
                <c:v>08-Mar-24</c:v>
              </c:pt>
              <c:pt idx="128">
                <c:v>15-Mar-24</c:v>
              </c:pt>
              <c:pt idx="129">
                <c:v>22-Mar-24</c:v>
              </c:pt>
              <c:pt idx="130">
                <c:v>28-Mar-24</c:v>
              </c:pt>
              <c:pt idx="131">
                <c:v>05-Apr-24</c:v>
              </c:pt>
              <c:pt idx="132">
                <c:v>19-Apr-24</c:v>
              </c:pt>
              <c:pt idx="133">
                <c:v>26-Apr-24</c:v>
              </c:pt>
              <c:pt idx="134">
                <c:v>03-May-24</c:v>
              </c:pt>
              <c:pt idx="135">
                <c:v>08-May-24</c:v>
              </c:pt>
              <c:pt idx="136">
                <c:v>17-May-24</c:v>
              </c:pt>
              <c:pt idx="137">
                <c:v>22-May-24</c:v>
              </c:pt>
              <c:pt idx="138">
                <c:v>31-May-24</c:v>
              </c:pt>
              <c:pt idx="139">
                <c:v>07-Jun-24</c:v>
              </c:pt>
              <c:pt idx="140">
                <c:v>14-Jun-24</c:v>
              </c:pt>
              <c:pt idx="141">
                <c:v>21-Jun-24</c:v>
              </c:pt>
              <c:pt idx="142">
                <c:v>28-Jun-24</c:v>
              </c:pt>
              <c:pt idx="143">
                <c:v>05-Jul-24</c:v>
              </c:pt>
              <c:pt idx="144">
                <c:v>12-Jul-24</c:v>
              </c:pt>
              <c:pt idx="145">
                <c:v>19-Jul-24</c:v>
              </c:pt>
              <c:pt idx="146">
                <c:v>26-Jul-24</c:v>
              </c:pt>
              <c:pt idx="147">
                <c:v>02-Aug-24</c:v>
              </c:pt>
              <c:pt idx="148">
                <c:v>09-Aug-24</c:v>
              </c:pt>
              <c:pt idx="149">
                <c:v>16-Aug-24</c:v>
              </c:pt>
              <c:pt idx="150">
                <c:v>23-Aug-24</c:v>
              </c:pt>
              <c:pt idx="151">
                <c:v>30-Aug-24</c:v>
              </c:pt>
              <c:pt idx="152">
                <c:v>06-Sept-24</c:v>
              </c:pt>
              <c:pt idx="153">
                <c:v>13-Sept-24</c:v>
              </c:pt>
              <c:pt idx="154">
                <c:v>20-Sept-24</c:v>
              </c:pt>
              <c:pt idx="155">
                <c:v>27-Sept-24</c:v>
              </c:pt>
              <c:pt idx="156">
                <c:v>04-Oct-24</c:v>
              </c:pt>
              <c:pt idx="157">
                <c:v>11-Oct-24</c:v>
              </c:pt>
              <c:pt idx="158">
                <c:v>18-Oct-24</c:v>
              </c:pt>
              <c:pt idx="159">
                <c:v>25-Oct-24</c:v>
              </c:pt>
              <c:pt idx="160">
                <c:v>01-Nov-24</c:v>
              </c:pt>
              <c:pt idx="161">
                <c:v>08-Nov-24</c:v>
              </c:pt>
              <c:pt idx="162">
                <c:v>15-Nov-24</c:v>
              </c:pt>
              <c:pt idx="163">
                <c:v>22-Nov-24</c:v>
              </c:pt>
              <c:pt idx="164">
                <c:v>29-Nov-24</c:v>
              </c:pt>
              <c:pt idx="165">
                <c:v>06-Dec-24</c:v>
              </c:pt>
              <c:pt idx="166">
                <c:v>13-Dec-24</c:v>
              </c:pt>
              <c:pt idx="167">
                <c:v>20-Dec-24</c:v>
              </c:pt>
              <c:pt idx="168">
                <c:v>27-Dec-24</c:v>
              </c:pt>
              <c:pt idx="169">
                <c:v>03-Jan-25</c:v>
              </c:pt>
              <c:pt idx="170">
                <c:v>10-Jan-25</c:v>
              </c:pt>
              <c:pt idx="171">
                <c:v>17-Jan-25</c:v>
              </c:pt>
              <c:pt idx="172">
                <c:v>24-Jan-25</c:v>
              </c:pt>
              <c:pt idx="173">
                <c:v>31-Jan-25</c:v>
              </c:pt>
              <c:pt idx="174">
                <c:v>07-Feb-25</c:v>
              </c:pt>
              <c:pt idx="175">
                <c:v>14-Feb-25</c:v>
              </c:pt>
              <c:pt idx="176">
                <c:v>21-Feb-25</c:v>
              </c:pt>
              <c:pt idx="177">
                <c:v>28-Feb-25</c:v>
              </c:pt>
              <c:pt idx="178">
                <c:v>07-Mar-25</c:v>
              </c:pt>
              <c:pt idx="179">
                <c:v>14-Mar-25</c:v>
              </c:pt>
              <c:pt idx="180">
                <c:v>21-Mar-25</c:v>
              </c:pt>
              <c:pt idx="181">
                <c:v>27-Mar-25</c:v>
              </c:pt>
              <c:pt idx="182">
                <c:v>11-Apr-25</c:v>
              </c:pt>
              <c:pt idx="183">
                <c:v>17-Apr-25</c:v>
              </c:pt>
              <c:pt idx="184">
                <c:v>25-Apr-25</c:v>
              </c:pt>
              <c:pt idx="185">
                <c:v>02-May-25</c:v>
              </c:pt>
              <c:pt idx="186">
                <c:v>09-May-25</c:v>
              </c:pt>
              <c:pt idx="187">
                <c:v>16-May-25</c:v>
              </c:pt>
              <c:pt idx="188">
                <c:v>23-May-25</c:v>
              </c:pt>
              <c:pt idx="189">
                <c:v>28-May-25</c:v>
              </c:pt>
              <c:pt idx="190">
                <c:v>05-Jun-25</c:v>
              </c:pt>
              <c:pt idx="191">
                <c:v>13-Jun-25</c:v>
              </c:pt>
              <c:pt idx="192">
                <c:v>20-Jun-25</c:v>
              </c:pt>
              <c:pt idx="193">
                <c:v>26-Jun-25</c:v>
              </c:pt>
              <c:pt idx="194">
                <c:v>04-Jul-25</c:v>
              </c:pt>
              <c:pt idx="195">
                <c:v>11-Jul-25</c:v>
              </c:pt>
              <c:pt idx="196">
                <c:v>18-Jul-25</c:v>
              </c:pt>
              <c:pt idx="197">
                <c:v>25-Jul-25</c:v>
              </c:pt>
              <c:pt idx="198">
                <c:v>01-Aug-25</c:v>
              </c:pt>
              <c:pt idx="199">
                <c:v>08-Aug-25</c:v>
              </c:pt>
              <c:pt idx="200">
                <c:v>15-Aug-25</c:v>
              </c:pt>
              <c:pt idx="201">
                <c:v>22-Aug-25</c:v>
              </c:pt>
              <c:pt idx="202">
                <c:v>29-Aug-25</c:v>
              </c:pt>
              <c:pt idx="203">
                <c:v>04-Sept-25</c:v>
              </c:pt>
              <c:pt idx="204">
                <c:v>12-Sept-25</c:v>
              </c:pt>
              <c:pt idx="205">
                <c:v>19-Sept-25</c:v>
              </c:pt>
              <c:pt idx="206">
                <c:v>26-Sept-25</c:v>
              </c:pt>
              <c:pt idx="207">
                <c:v>03-Oct-25</c:v>
              </c:pt>
              <c:pt idx="208">
                <c:v>10-Oct-25</c:v>
              </c:pt>
              <c:pt idx="209">
                <c:v>17-Oct-25</c:v>
              </c:pt>
              <c:pt idx="210">
                <c:v>24-Oct-25</c:v>
              </c:pt>
              <c:pt idx="211">
                <c:v>31-Oct-25</c:v>
              </c:pt>
              <c:pt idx="212">
                <c:v>07-Nov-25</c:v>
              </c:pt>
              <c:pt idx="213">
                <c:v>14-Nov-25</c:v>
              </c:pt>
              <c:pt idx="214">
                <c:v>21-Nov-25</c:v>
              </c:pt>
              <c:pt idx="215">
                <c:v>28-Nov-25</c:v>
              </c:pt>
              <c:pt idx="216">
                <c:v>05-Dec-25</c:v>
              </c:pt>
              <c:pt idx="217">
                <c:v>12-Dec-25</c:v>
              </c:pt>
              <c:pt idx="218">
                <c:v>19-Dec-25</c:v>
              </c:pt>
              <c:pt idx="219">
                <c:v>24-Dec-25</c:v>
              </c:pt>
              <c:pt idx="220">
                <c:v>02-Jan-26</c:v>
              </c:pt>
              <c:pt idx="221">
                <c:v>09-Jan-26</c:v>
              </c:pt>
              <c:pt idx="222">
                <c:v>15-Jan-26</c:v>
              </c:pt>
              <c:pt idx="223">
                <c:v>23-Jan-26</c:v>
              </c:pt>
              <c:pt idx="224">
                <c:v>30-Jan-26</c:v>
              </c:pt>
              <c:pt idx="225">
                <c:v>06-Feb-26</c:v>
              </c:pt>
              <c:pt idx="226">
                <c:v>13-Feb-26</c:v>
              </c:pt>
              <c:pt idx="227">
                <c:v>20-Feb-26</c:v>
              </c:pt>
              <c:pt idx="228">
                <c:v>27-Feb-26</c:v>
              </c:pt>
              <c:pt idx="229">
                <c:v>06-Mar-26</c:v>
              </c:pt>
              <c:pt idx="230">
                <c:v>13-Mar-26</c:v>
              </c:pt>
              <c:pt idx="231">
                <c:v>17-Mar-26</c:v>
              </c:pt>
              <c:pt idx="232">
                <c:v>27-Mar-26</c:v>
              </c:pt>
              <c:pt idx="233">
                <c:v>02-Apr-26</c:v>
              </c:pt>
              <c:pt idx="234">
                <c:v>10-Apr-26</c:v>
              </c:pt>
              <c:pt idx="235">
                <c:v>17-Apr-26</c:v>
              </c:pt>
              <c:pt idx="236">
                <c:v>24-Apr-26</c:v>
              </c:pt>
              <c:pt idx="237">
                <c:v>30-Apr-26</c:v>
              </c:pt>
              <c:pt idx="238">
                <c:v>08-May-26</c:v>
              </c:pt>
              <c:pt idx="239">
                <c:v>13-May-26</c:v>
              </c:pt>
              <c:pt idx="240">
                <c:v>22-May-26</c:v>
              </c:pt>
              <c:pt idx="241">
                <c:v>29-May-26</c:v>
              </c:pt>
              <c:pt idx="242">
                <c:v>05-Jun-26</c:v>
              </c:pt>
              <c:pt idx="243">
                <c:v>12-Jun-26</c:v>
              </c:pt>
              <c:pt idx="244">
                <c:v>19-Jun-26</c:v>
              </c:pt>
              <c:pt idx="245">
                <c:v>26-Jun-26</c:v>
              </c:pt>
              <c:pt idx="246">
                <c:v>03-Jul-26</c:v>
              </c:pt>
              <c:pt idx="247">
                <c:v>10-Jul-26</c:v>
              </c:pt>
              <c:pt idx="248">
                <c:v>17-Jul-26</c:v>
              </c:pt>
              <c:pt idx="249">
                <c:v>24-Jul-26</c:v>
              </c:pt>
              <c:pt idx="250">
                <c:v>31-Jul-26</c:v>
              </c:pt>
              <c:pt idx="251">
                <c:v>07-Aug-26</c:v>
              </c:pt>
              <c:pt idx="252">
                <c:v>14-Aug-26</c:v>
              </c:pt>
              <c:pt idx="253">
                <c:v>21-Aug-26</c:v>
              </c:pt>
              <c:pt idx="254">
                <c:v>28-Aug-26</c:v>
              </c:pt>
              <c:pt idx="255">
                <c:v>04-Sept-26</c:v>
              </c:pt>
              <c:pt idx="256">
                <c:v>11-Sept-26</c:v>
              </c:pt>
              <c:pt idx="257">
                <c:v>18-Sept-26</c:v>
              </c:pt>
              <c:pt idx="258">
                <c:v>25-Sept-26</c:v>
              </c:pt>
              <c:pt idx="259">
                <c:v>02-Oct-26</c:v>
              </c:pt>
              <c:pt idx="260">
                <c:v>09-Oct-26</c:v>
              </c:pt>
              <c:pt idx="261">
                <c:v>12-Oct-26</c:v>
              </c:pt>
            </c:strLit>
          </c:cat>
          <c:val>
            <c:numLit>
              <c:formatCode>0.0</c:formatCode>
              <c:ptCount val="262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-2</c:v>
              </c:pt>
              <c:pt idx="4">
                <c:v>-2</c:v>
              </c:pt>
              <c:pt idx="5">
                <c:v>-2</c:v>
              </c:pt>
              <c:pt idx="6">
                <c:v>-2</c:v>
              </c:pt>
              <c:pt idx="7">
                <c:v>-2</c:v>
              </c:pt>
              <c:pt idx="8">
                <c:v>-2</c:v>
              </c:pt>
              <c:pt idx="9">
                <c:v>-2</c:v>
              </c:pt>
              <c:pt idx="10">
                <c:v>-2</c:v>
              </c:pt>
              <c:pt idx="11">
                <c:v>-2</c:v>
              </c:pt>
              <c:pt idx="12">
                <c:v>-2</c:v>
              </c:pt>
              <c:pt idx="13">
                <c:v>-2</c:v>
              </c:pt>
              <c:pt idx="14">
                <c:v>-2</c:v>
              </c:pt>
              <c:pt idx="15">
                <c:v>-2</c:v>
              </c:pt>
              <c:pt idx="16">
                <c:v>-2</c:v>
              </c:pt>
              <c:pt idx="17">
                <c:v>-2</c:v>
              </c:pt>
              <c:pt idx="18">
                <c:v>-2</c:v>
              </c:pt>
              <c:pt idx="19">
                <c:v>-2</c:v>
              </c:pt>
              <c:pt idx="20">
                <c:v>-2</c:v>
              </c:pt>
              <c:pt idx="21">
                <c:v>-2</c:v>
              </c:pt>
              <c:pt idx="22">
                <c:v>-2</c:v>
              </c:pt>
              <c:pt idx="23">
                <c:v>-2</c:v>
              </c:pt>
              <c:pt idx="24">
                <c:v>-2</c:v>
              </c:pt>
              <c:pt idx="25">
                <c:v>-2</c:v>
              </c:pt>
              <c:pt idx="26">
                <c:v>-2</c:v>
              </c:pt>
              <c:pt idx="27">
                <c:v>-2</c:v>
              </c:pt>
              <c:pt idx="28">
                <c:v>-2</c:v>
              </c:pt>
              <c:pt idx="29">
                <c:v>-2</c:v>
              </c:pt>
              <c:pt idx="30">
                <c:v>-2</c:v>
              </c:pt>
              <c:pt idx="31">
                <c:v>-2</c:v>
              </c:pt>
              <c:pt idx="32">
                <c:v>-2</c:v>
              </c:pt>
              <c:pt idx="33">
                <c:v>-2</c:v>
              </c:pt>
              <c:pt idx="34">
                <c:v>-2</c:v>
              </c:pt>
              <c:pt idx="35">
                <c:v>-2</c:v>
              </c:pt>
              <c:pt idx="36">
                <c:v>-2</c:v>
              </c:pt>
              <c:pt idx="37">
                <c:v>-2</c:v>
              </c:pt>
              <c:pt idx="38">
                <c:v>-2</c:v>
              </c:pt>
              <c:pt idx="39">
                <c:v>-2</c:v>
              </c:pt>
              <c:pt idx="40">
                <c:v>-2</c:v>
              </c:pt>
              <c:pt idx="41">
                <c:v>-2</c:v>
              </c:pt>
              <c:pt idx="42">
                <c:v>-2</c:v>
              </c:pt>
              <c:pt idx="43">
                <c:v>-2</c:v>
              </c:pt>
              <c:pt idx="44">
                <c:v>-2</c:v>
              </c:pt>
              <c:pt idx="45">
                <c:v>-2</c:v>
              </c:pt>
              <c:pt idx="46">
                <c:v>-2</c:v>
              </c:pt>
              <c:pt idx="47">
                <c:v>-2</c:v>
              </c:pt>
              <c:pt idx="48">
                <c:v>-2</c:v>
              </c:pt>
              <c:pt idx="49">
                <c:v>-2</c:v>
              </c:pt>
              <c:pt idx="50">
                <c:v>-2</c:v>
              </c:pt>
              <c:pt idx="51">
                <c:v>-2</c:v>
              </c:pt>
              <c:pt idx="52">
                <c:v>-2</c:v>
              </c:pt>
              <c:pt idx="53">
                <c:v>-2</c:v>
              </c:pt>
              <c:pt idx="54">
                <c:v>-2</c:v>
              </c:pt>
              <c:pt idx="55">
                <c:v>-2</c:v>
              </c:pt>
              <c:pt idx="56">
                <c:v>-2</c:v>
              </c:pt>
              <c:pt idx="57">
                <c:v>-2</c:v>
              </c:pt>
              <c:pt idx="58">
                <c:v>-2</c:v>
              </c:pt>
              <c:pt idx="59">
                <c:v>-2</c:v>
              </c:pt>
              <c:pt idx="60">
                <c:v>-2</c:v>
              </c:pt>
              <c:pt idx="61">
                <c:v>-2</c:v>
              </c:pt>
              <c:pt idx="62">
                <c:v>-2</c:v>
              </c:pt>
              <c:pt idx="63">
                <c:v>-2</c:v>
              </c:pt>
              <c:pt idx="64">
                <c:v>-2</c:v>
              </c:pt>
              <c:pt idx="65">
                <c:v>-2</c:v>
              </c:pt>
              <c:pt idx="66">
                <c:v>-2</c:v>
              </c:pt>
              <c:pt idx="67">
                <c:v>-2</c:v>
              </c:pt>
              <c:pt idx="68">
                <c:v>-2</c:v>
              </c:pt>
              <c:pt idx="69">
                <c:v>-2</c:v>
              </c:pt>
              <c:pt idx="70">
                <c:v>-2</c:v>
              </c:pt>
              <c:pt idx="71">
                <c:v>-2</c:v>
              </c:pt>
              <c:pt idx="72">
                <c:v>-2</c:v>
              </c:pt>
              <c:pt idx="73">
                <c:v>-2</c:v>
              </c:pt>
              <c:pt idx="74">
                <c:v>-2</c:v>
              </c:pt>
              <c:pt idx="75">
                <c:v>-2</c:v>
              </c:pt>
              <c:pt idx="76">
                <c:v>-2</c:v>
              </c:pt>
              <c:pt idx="77">
                <c:v>-2</c:v>
              </c:pt>
              <c:pt idx="78">
                <c:v>-2</c:v>
              </c:pt>
              <c:pt idx="79">
                <c:v>-2</c:v>
              </c:pt>
              <c:pt idx="80">
                <c:v>-2</c:v>
              </c:pt>
              <c:pt idx="81">
                <c:v>-2</c:v>
              </c:pt>
              <c:pt idx="82">
                <c:v>-2</c:v>
              </c:pt>
              <c:pt idx="83">
                <c:v>-2</c:v>
              </c:pt>
              <c:pt idx="84">
                <c:v>-2</c:v>
              </c:pt>
              <c:pt idx="85">
                <c:v>-2</c:v>
              </c:pt>
              <c:pt idx="86">
                <c:v>-2</c:v>
              </c:pt>
              <c:pt idx="87">
                <c:v>-2</c:v>
              </c:pt>
              <c:pt idx="88">
                <c:v>-2</c:v>
              </c:pt>
              <c:pt idx="89">
                <c:v>-2</c:v>
              </c:pt>
              <c:pt idx="90">
                <c:v>-2</c:v>
              </c:pt>
              <c:pt idx="91">
                <c:v>-2</c:v>
              </c:pt>
              <c:pt idx="92">
                <c:v>-2</c:v>
              </c:pt>
              <c:pt idx="93">
                <c:v>-2</c:v>
              </c:pt>
              <c:pt idx="94">
                <c:v>-2</c:v>
              </c:pt>
              <c:pt idx="95">
                <c:v>-2</c:v>
              </c:pt>
              <c:pt idx="96">
                <c:v>-2</c:v>
              </c:pt>
              <c:pt idx="97">
                <c:v>-2</c:v>
              </c:pt>
              <c:pt idx="98">
                <c:v>-2</c:v>
              </c:pt>
              <c:pt idx="99">
                <c:v>-2</c:v>
              </c:pt>
              <c:pt idx="100">
                <c:v>-2</c:v>
              </c:pt>
              <c:pt idx="101">
                <c:v>-2</c:v>
              </c:pt>
              <c:pt idx="102">
                <c:v>-2</c:v>
              </c:pt>
              <c:pt idx="103">
                <c:v>-2</c:v>
              </c:pt>
              <c:pt idx="104">
                <c:v>-2</c:v>
              </c:pt>
              <c:pt idx="105">
                <c:v>-2</c:v>
              </c:pt>
              <c:pt idx="106">
                <c:v>-2</c:v>
              </c:pt>
              <c:pt idx="107">
                <c:v>-2</c:v>
              </c:pt>
              <c:pt idx="108">
                <c:v>-2</c:v>
              </c:pt>
              <c:pt idx="109">
                <c:v>-2</c:v>
              </c:pt>
              <c:pt idx="110">
                <c:v>-2</c:v>
              </c:pt>
              <c:pt idx="111">
                <c:v>-2</c:v>
              </c:pt>
              <c:pt idx="112">
                <c:v>-2</c:v>
              </c:pt>
              <c:pt idx="113">
                <c:v>-2</c:v>
              </c:pt>
              <c:pt idx="114">
                <c:v>-2</c:v>
              </c:pt>
              <c:pt idx="115">
                <c:v>-2</c:v>
              </c:pt>
              <c:pt idx="116">
                <c:v>-2</c:v>
              </c:pt>
              <c:pt idx="117">
                <c:v>-2</c:v>
              </c:pt>
              <c:pt idx="118">
                <c:v>-2</c:v>
              </c:pt>
              <c:pt idx="119">
                <c:v>-2</c:v>
              </c:pt>
              <c:pt idx="120">
                <c:v>-2</c:v>
              </c:pt>
              <c:pt idx="121">
                <c:v>-2</c:v>
              </c:pt>
              <c:pt idx="122">
                <c:v>-2</c:v>
              </c:pt>
              <c:pt idx="123">
                <c:v>-2</c:v>
              </c:pt>
              <c:pt idx="124">
                <c:v>-2</c:v>
              </c:pt>
              <c:pt idx="125">
                <c:v>-2</c:v>
              </c:pt>
              <c:pt idx="126">
                <c:v>-2</c:v>
              </c:pt>
              <c:pt idx="127">
                <c:v>-2</c:v>
              </c:pt>
              <c:pt idx="128">
                <c:v>-2</c:v>
              </c:pt>
              <c:pt idx="129">
                <c:v>-2</c:v>
              </c:pt>
              <c:pt idx="130">
                <c:v>-2</c:v>
              </c:pt>
              <c:pt idx="131">
                <c:v>-2</c:v>
              </c:pt>
              <c:pt idx="132">
                <c:v>-2</c:v>
              </c:pt>
              <c:pt idx="133">
                <c:v>-2</c:v>
              </c:pt>
              <c:pt idx="134">
                <c:v>-2</c:v>
              </c:pt>
              <c:pt idx="135">
                <c:v>-2</c:v>
              </c:pt>
              <c:pt idx="136">
                <c:v>-2</c:v>
              </c:pt>
              <c:pt idx="137">
                <c:v>-2</c:v>
              </c:pt>
              <c:pt idx="138">
                <c:v>-2</c:v>
              </c:pt>
              <c:pt idx="139">
                <c:v>-2</c:v>
              </c:pt>
              <c:pt idx="140">
                <c:v>-2</c:v>
              </c:pt>
              <c:pt idx="141">
                <c:v>-2</c:v>
              </c:pt>
              <c:pt idx="142">
                <c:v>-2</c:v>
              </c:pt>
              <c:pt idx="143">
                <c:v>-2</c:v>
              </c:pt>
              <c:pt idx="144">
                <c:v>-2</c:v>
              </c:pt>
              <c:pt idx="145">
                <c:v>-2</c:v>
              </c:pt>
              <c:pt idx="146">
                <c:v>-2</c:v>
              </c:pt>
              <c:pt idx="147">
                <c:v>-2</c:v>
              </c:pt>
              <c:pt idx="148">
                <c:v>-2</c:v>
              </c:pt>
              <c:pt idx="149">
                <c:v>-2</c:v>
              </c:pt>
              <c:pt idx="150">
                <c:v>-2</c:v>
              </c:pt>
              <c:pt idx="151">
                <c:v>-2</c:v>
              </c:pt>
              <c:pt idx="152">
                <c:v>-2</c:v>
              </c:pt>
              <c:pt idx="153">
                <c:v>-2</c:v>
              </c:pt>
              <c:pt idx="154">
                <c:v>-2</c:v>
              </c:pt>
              <c:pt idx="155">
                <c:v>-2</c:v>
              </c:pt>
              <c:pt idx="156">
                <c:v>-2</c:v>
              </c:pt>
              <c:pt idx="157">
                <c:v>-2</c:v>
              </c:pt>
              <c:pt idx="158">
                <c:v>-2</c:v>
              </c:pt>
              <c:pt idx="159">
                <c:v>-2</c:v>
              </c:pt>
              <c:pt idx="160">
                <c:v>-2</c:v>
              </c:pt>
              <c:pt idx="161">
                <c:v>-2</c:v>
              </c:pt>
              <c:pt idx="162">
                <c:v>-2</c:v>
              </c:pt>
              <c:pt idx="163">
                <c:v>-2</c:v>
              </c:pt>
              <c:pt idx="164">
                <c:v>-2</c:v>
              </c:pt>
              <c:pt idx="165">
                <c:v>-2</c:v>
              </c:pt>
              <c:pt idx="166">
                <c:v>-2</c:v>
              </c:pt>
              <c:pt idx="167">
                <c:v>-2</c:v>
              </c:pt>
              <c:pt idx="168">
                <c:v>-2</c:v>
              </c:pt>
              <c:pt idx="169">
                <c:v>-2</c:v>
              </c:pt>
              <c:pt idx="170">
                <c:v>-2</c:v>
              </c:pt>
              <c:pt idx="171">
                <c:v>-2</c:v>
              </c:pt>
              <c:pt idx="172">
                <c:v>-2</c:v>
              </c:pt>
              <c:pt idx="173">
                <c:v>-2</c:v>
              </c:pt>
              <c:pt idx="174">
                <c:v>-2</c:v>
              </c:pt>
              <c:pt idx="175">
                <c:v>-2</c:v>
              </c:pt>
              <c:pt idx="176">
                <c:v>-2</c:v>
              </c:pt>
              <c:pt idx="177">
                <c:v>-2</c:v>
              </c:pt>
              <c:pt idx="178">
                <c:v>-2</c:v>
              </c:pt>
              <c:pt idx="179">
                <c:v>-2</c:v>
              </c:pt>
              <c:pt idx="180">
                <c:v>-2</c:v>
              </c:pt>
              <c:pt idx="181">
                <c:v>-2</c:v>
              </c:pt>
              <c:pt idx="182">
                <c:v>-2</c:v>
              </c:pt>
              <c:pt idx="183">
                <c:v>-2</c:v>
              </c:pt>
              <c:pt idx="184">
                <c:v>-2</c:v>
              </c:pt>
              <c:pt idx="185">
                <c:v>-2</c:v>
              </c:pt>
              <c:pt idx="186">
                <c:v>-2</c:v>
              </c:pt>
              <c:pt idx="187">
                <c:v>-2</c:v>
              </c:pt>
              <c:pt idx="188">
                <c:v>-2</c:v>
              </c:pt>
              <c:pt idx="189">
                <c:v>-2</c:v>
              </c:pt>
              <c:pt idx="190">
                <c:v>-2</c:v>
              </c:pt>
              <c:pt idx="191">
                <c:v>-2</c:v>
              </c:pt>
              <c:pt idx="192">
                <c:v>-2</c:v>
              </c:pt>
              <c:pt idx="193">
                <c:v>-2</c:v>
              </c:pt>
              <c:pt idx="194">
                <c:v>-2</c:v>
              </c:pt>
              <c:pt idx="195">
                <c:v>-2</c:v>
              </c:pt>
              <c:pt idx="196">
                <c:v>-2</c:v>
              </c:pt>
              <c:pt idx="197">
                <c:v>-2</c:v>
              </c:pt>
              <c:pt idx="198">
                <c:v>-2</c:v>
              </c:pt>
              <c:pt idx="199">
                <c:v>-2</c:v>
              </c:pt>
              <c:pt idx="200">
                <c:v>-2</c:v>
              </c:pt>
              <c:pt idx="201">
                <c:v>-2</c:v>
              </c:pt>
              <c:pt idx="202">
                <c:v>-2</c:v>
              </c:pt>
              <c:pt idx="203">
                <c:v>-2</c:v>
              </c:pt>
              <c:pt idx="204">
                <c:v>-2</c:v>
              </c:pt>
              <c:pt idx="205">
                <c:v>-2</c:v>
              </c:pt>
              <c:pt idx="206">
                <c:v>-2</c:v>
              </c:pt>
              <c:pt idx="207">
                <c:v>-2</c:v>
              </c:pt>
              <c:pt idx="208">
                <c:v>-2</c:v>
              </c:pt>
              <c:pt idx="209">
                <c:v>-2</c:v>
              </c:pt>
              <c:pt idx="210">
                <c:v>-2</c:v>
              </c:pt>
              <c:pt idx="211">
                <c:v>-2</c:v>
              </c:pt>
              <c:pt idx="212">
                <c:v>-2</c:v>
              </c:pt>
              <c:pt idx="213">
                <c:v>-2</c:v>
              </c:pt>
              <c:pt idx="214">
                <c:v>-2</c:v>
              </c:pt>
              <c:pt idx="215">
                <c:v>-2</c:v>
              </c:pt>
              <c:pt idx="216">
                <c:v>-2</c:v>
              </c:pt>
              <c:pt idx="217">
                <c:v>-2</c:v>
              </c:pt>
              <c:pt idx="218">
                <c:v>-2</c:v>
              </c:pt>
              <c:pt idx="219">
                <c:v>-2</c:v>
              </c:pt>
              <c:pt idx="220">
                <c:v>-2</c:v>
              </c:pt>
              <c:pt idx="221">
                <c:v>-2</c:v>
              </c:pt>
              <c:pt idx="222">
                <c:v>-2</c:v>
              </c:pt>
              <c:pt idx="223">
                <c:v>-2</c:v>
              </c:pt>
              <c:pt idx="224">
                <c:v>-2</c:v>
              </c:pt>
              <c:pt idx="225">
                <c:v>-2</c:v>
              </c:pt>
              <c:pt idx="226">
                <c:v>-2</c:v>
              </c:pt>
              <c:pt idx="227">
                <c:v>-2</c:v>
              </c:pt>
              <c:pt idx="228">
                <c:v>-2</c:v>
              </c:pt>
              <c:pt idx="229">
                <c:v>-2</c:v>
              </c:pt>
              <c:pt idx="230">
                <c:v>-2</c:v>
              </c:pt>
              <c:pt idx="231">
                <c:v>-2</c:v>
              </c:pt>
              <c:pt idx="232">
                <c:v>-2</c:v>
              </c:pt>
              <c:pt idx="233">
                <c:v>-2</c:v>
              </c:pt>
              <c:pt idx="234">
                <c:v>-2</c:v>
              </c:pt>
              <c:pt idx="235">
                <c:v>-2</c:v>
              </c:pt>
              <c:pt idx="236">
                <c:v>-2</c:v>
              </c:pt>
              <c:pt idx="237">
                <c:v>-2</c:v>
              </c:pt>
              <c:pt idx="238">
                <c:v>-2</c:v>
              </c:pt>
              <c:pt idx="239">
                <c:v>-2</c:v>
              </c:pt>
              <c:pt idx="240">
                <c:v>-2</c:v>
              </c:pt>
              <c:pt idx="241">
                <c:v>-2</c:v>
              </c:pt>
              <c:pt idx="242">
                <c:v>-2</c:v>
              </c:pt>
              <c:pt idx="243">
                <c:v>-2</c:v>
              </c:pt>
              <c:pt idx="244">
                <c:v>-2</c:v>
              </c:pt>
              <c:pt idx="245">
                <c:v>-2</c:v>
              </c:pt>
              <c:pt idx="246">
                <c:v>-2</c:v>
              </c:pt>
              <c:pt idx="247">
                <c:v>-2</c:v>
              </c:pt>
              <c:pt idx="248">
                <c:v>-2</c:v>
              </c:pt>
              <c:pt idx="249">
                <c:v>-2</c:v>
              </c:pt>
              <c:pt idx="250">
                <c:v>-2</c:v>
              </c:pt>
              <c:pt idx="251">
                <c:v>-2</c:v>
              </c:pt>
              <c:pt idx="252">
                <c:v>-2</c:v>
              </c:pt>
              <c:pt idx="253">
                <c:v>-2</c:v>
              </c:pt>
              <c:pt idx="254">
                <c:v>-2</c:v>
              </c:pt>
              <c:pt idx="255">
                <c:v>-2</c:v>
              </c:pt>
              <c:pt idx="256">
                <c:v>-2</c:v>
              </c:pt>
              <c:pt idx="257">
                <c:v>-2</c:v>
              </c:pt>
              <c:pt idx="258">
                <c:v>-2</c:v>
              </c:pt>
              <c:pt idx="259">
                <c:v>-2</c:v>
              </c:pt>
              <c:pt idx="260">
                <c:v>-2</c:v>
              </c:pt>
              <c:pt idx="261">
                <c:v>-2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-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D4D4D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P/E z-score</c:v>
          </c:tx>
          <c:spPr>
            <a:ln xmlns:a="http://schemas.openxmlformats.org/drawingml/2006/main" w="28575">
              <a:solidFill>
                <a:srgbClr val="062B6F"/>
              </a:solidFill>
              <a:prstDash val="solid"/>
            </a:ln>
          </c:spPr>
          <c:marker>
            <c:symbol val="none"/>
          </c:marker>
          <c:cat>
            <c:strLit>
              <c:ptCount val="256"/>
              <c:pt idx="0">
                <c:v>05-Nov-21</c:v>
              </c:pt>
              <c:pt idx="1">
                <c:v>12-Nov-21</c:v>
              </c:pt>
              <c:pt idx="2">
                <c:v>19-Nov-21</c:v>
              </c:pt>
              <c:pt idx="3">
                <c:v>26-Nov-21</c:v>
              </c:pt>
              <c:pt idx="4">
                <c:v>03-Dec-21</c:v>
              </c:pt>
              <c:pt idx="5">
                <c:v>10-Dec-21</c:v>
              </c:pt>
              <c:pt idx="6">
                <c:v>17-Dec-21</c:v>
              </c:pt>
              <c:pt idx="7">
                <c:v>24-Dec-21</c:v>
              </c:pt>
              <c:pt idx="8">
                <c:v>30-Dec-21</c:v>
              </c:pt>
              <c:pt idx="9">
                <c:v>07-Jan-22</c:v>
              </c:pt>
              <c:pt idx="10">
                <c:v>14-Jan-22</c:v>
              </c:pt>
              <c:pt idx="11">
                <c:v>21-Jan-22</c:v>
              </c:pt>
              <c:pt idx="12">
                <c:v>28-Jan-22</c:v>
              </c:pt>
              <c:pt idx="13">
                <c:v>04-Feb-22</c:v>
              </c:pt>
              <c:pt idx="14">
                <c:v>11-Feb-22</c:v>
              </c:pt>
              <c:pt idx="15">
                <c:v>18-Feb-22</c:v>
              </c:pt>
              <c:pt idx="16">
                <c:v>25-Feb-22</c:v>
              </c:pt>
              <c:pt idx="17">
                <c:v>04-Mar-22</c:v>
              </c:pt>
              <c:pt idx="18">
                <c:v>11-Mar-22</c:v>
              </c:pt>
              <c:pt idx="19">
                <c:v>18-Mar-22</c:v>
              </c:pt>
              <c:pt idx="20">
                <c:v>25-Mar-22</c:v>
              </c:pt>
              <c:pt idx="21">
                <c:v>01-Apr-22</c:v>
              </c:pt>
              <c:pt idx="22">
                <c:v>08-Apr-22</c:v>
              </c:pt>
              <c:pt idx="23">
                <c:v>14-Apr-22</c:v>
              </c:pt>
              <c:pt idx="24">
                <c:v>22-Apr-22</c:v>
              </c:pt>
              <c:pt idx="25">
                <c:v>28-Apr-22</c:v>
              </c:pt>
              <c:pt idx="26">
                <c:v>13-May-22</c:v>
              </c:pt>
              <c:pt idx="27">
                <c:v>20-May-22</c:v>
              </c:pt>
              <c:pt idx="28">
                <c:v>27-May-22</c:v>
              </c:pt>
              <c:pt idx="29">
                <c:v>03-Jun-22</c:v>
              </c:pt>
              <c:pt idx="30">
                <c:v>10-Jun-22</c:v>
              </c:pt>
              <c:pt idx="31">
                <c:v>17-Jun-22</c:v>
              </c:pt>
              <c:pt idx="32">
                <c:v>24-Jun-22</c:v>
              </c:pt>
              <c:pt idx="33">
                <c:v>01-Jul-22</c:v>
              </c:pt>
              <c:pt idx="34">
                <c:v>08-Jul-22</c:v>
              </c:pt>
              <c:pt idx="35">
                <c:v>15-Jul-22</c:v>
              </c:pt>
              <c:pt idx="36">
                <c:v>22-Jul-22</c:v>
              </c:pt>
              <c:pt idx="37">
                <c:v>29-Jul-22</c:v>
              </c:pt>
              <c:pt idx="38">
                <c:v>05-Aug-22</c:v>
              </c:pt>
              <c:pt idx="39">
                <c:v>12-Aug-22</c:v>
              </c:pt>
              <c:pt idx="40">
                <c:v>19-Aug-22</c:v>
              </c:pt>
              <c:pt idx="41">
                <c:v>26-Aug-22</c:v>
              </c:pt>
              <c:pt idx="42">
                <c:v>02-Sept-22</c:v>
              </c:pt>
              <c:pt idx="43">
                <c:v>09-Sept-22</c:v>
              </c:pt>
              <c:pt idx="44">
                <c:v>16-Sept-22</c:v>
              </c:pt>
              <c:pt idx="45">
                <c:v>23-Sept-22</c:v>
              </c:pt>
              <c:pt idx="46">
                <c:v>30-Sept-22</c:v>
              </c:pt>
              <c:pt idx="47">
                <c:v>07-Oct-22</c:v>
              </c:pt>
              <c:pt idx="48">
                <c:v>14-Oct-22</c:v>
              </c:pt>
              <c:pt idx="49">
                <c:v>21-Oct-22</c:v>
              </c:pt>
              <c:pt idx="50">
                <c:v>28-Oct-22</c:v>
              </c:pt>
              <c:pt idx="51">
                <c:v>04-Nov-22</c:v>
              </c:pt>
              <c:pt idx="52">
                <c:v>11-Nov-22</c:v>
              </c:pt>
              <c:pt idx="53">
                <c:v>18-Nov-22</c:v>
              </c:pt>
              <c:pt idx="54">
                <c:v>25-Nov-22</c:v>
              </c:pt>
              <c:pt idx="55">
                <c:v>02-Dec-22</c:v>
              </c:pt>
              <c:pt idx="56">
                <c:v>09-Dec-22</c:v>
              </c:pt>
              <c:pt idx="57">
                <c:v>16-Dec-22</c:v>
              </c:pt>
              <c:pt idx="58">
                <c:v>23-Dec-22</c:v>
              </c:pt>
              <c:pt idx="59">
                <c:v>30-Dec-22</c:v>
              </c:pt>
              <c:pt idx="60">
                <c:v>06-Jan-23</c:v>
              </c:pt>
              <c:pt idx="61">
                <c:v>13-Jan-23</c:v>
              </c:pt>
              <c:pt idx="62">
                <c:v>20-Jan-23</c:v>
              </c:pt>
              <c:pt idx="63">
                <c:v>27-Jan-23</c:v>
              </c:pt>
              <c:pt idx="64">
                <c:v>03-Feb-23</c:v>
              </c:pt>
              <c:pt idx="65">
                <c:v>10-Feb-23</c:v>
              </c:pt>
              <c:pt idx="66">
                <c:v>17-Feb-23</c:v>
              </c:pt>
              <c:pt idx="67">
                <c:v>24-Feb-23</c:v>
              </c:pt>
              <c:pt idx="68">
                <c:v>03-Mar-23</c:v>
              </c:pt>
              <c:pt idx="69">
                <c:v>10-Mar-23</c:v>
              </c:pt>
              <c:pt idx="70">
                <c:v>17-Mar-23</c:v>
              </c:pt>
              <c:pt idx="71">
                <c:v>24-Mar-23</c:v>
              </c:pt>
              <c:pt idx="72">
                <c:v>31-Mar-23</c:v>
              </c:pt>
              <c:pt idx="73">
                <c:v>06-Apr-23</c:v>
              </c:pt>
              <c:pt idx="74">
                <c:v>14-Apr-23</c:v>
              </c:pt>
              <c:pt idx="75">
                <c:v>18-Apr-23</c:v>
              </c:pt>
              <c:pt idx="76">
                <c:v>28-Apr-23</c:v>
              </c:pt>
              <c:pt idx="77">
                <c:v>05-May-23</c:v>
              </c:pt>
              <c:pt idx="78">
                <c:v>12-May-23</c:v>
              </c:pt>
              <c:pt idx="79">
                <c:v>19-May-23</c:v>
              </c:pt>
              <c:pt idx="80">
                <c:v>26-May-23</c:v>
              </c:pt>
              <c:pt idx="81">
                <c:v>31-May-23</c:v>
              </c:pt>
              <c:pt idx="82">
                <c:v>09-Jun-23</c:v>
              </c:pt>
              <c:pt idx="83">
                <c:v>16-Jun-23</c:v>
              </c:pt>
              <c:pt idx="84">
                <c:v>23-Jun-23</c:v>
              </c:pt>
              <c:pt idx="85">
                <c:v>27-Jun-23</c:v>
              </c:pt>
              <c:pt idx="86">
                <c:v>07-Jul-23</c:v>
              </c:pt>
              <c:pt idx="87">
                <c:v>14-Jul-23</c:v>
              </c:pt>
              <c:pt idx="88">
                <c:v>21-Jul-23</c:v>
              </c:pt>
              <c:pt idx="89">
                <c:v>28-Jul-23</c:v>
              </c:pt>
              <c:pt idx="90">
                <c:v>04-Aug-23</c:v>
              </c:pt>
              <c:pt idx="91">
                <c:v>11-Aug-23</c:v>
              </c:pt>
              <c:pt idx="92">
                <c:v>18-Aug-23</c:v>
              </c:pt>
              <c:pt idx="93">
                <c:v>25-Aug-23</c:v>
              </c:pt>
              <c:pt idx="94">
                <c:v>01-Sept-23</c:v>
              </c:pt>
              <c:pt idx="95">
                <c:v>08-Sept-23</c:v>
              </c:pt>
              <c:pt idx="96">
                <c:v>15-Sept-23</c:v>
              </c:pt>
              <c:pt idx="97">
                <c:v>22-Sept-23</c:v>
              </c:pt>
              <c:pt idx="98">
                <c:v>29-Sept-23</c:v>
              </c:pt>
              <c:pt idx="99">
                <c:v>06-Oct-23</c:v>
              </c:pt>
              <c:pt idx="100">
                <c:v>13-Oct-23</c:v>
              </c:pt>
              <c:pt idx="101">
                <c:v>20-Oct-23</c:v>
              </c:pt>
              <c:pt idx="102">
                <c:v>27-Oct-23</c:v>
              </c:pt>
              <c:pt idx="103">
                <c:v>03-Nov-23</c:v>
              </c:pt>
              <c:pt idx="104">
                <c:v>10-Nov-23</c:v>
              </c:pt>
              <c:pt idx="105">
                <c:v>17-Nov-23</c:v>
              </c:pt>
              <c:pt idx="106">
                <c:v>24-Nov-23</c:v>
              </c:pt>
              <c:pt idx="107">
                <c:v>01-Dec-23</c:v>
              </c:pt>
              <c:pt idx="108">
                <c:v>08-Dec-23</c:v>
              </c:pt>
              <c:pt idx="109">
                <c:v>15-Dec-23</c:v>
              </c:pt>
              <c:pt idx="110">
                <c:v>22-Dec-23</c:v>
              </c:pt>
              <c:pt idx="111">
                <c:v>29-Dec-23</c:v>
              </c:pt>
              <c:pt idx="112">
                <c:v>05-Jan-24</c:v>
              </c:pt>
              <c:pt idx="113">
                <c:v>12-Jan-24</c:v>
              </c:pt>
              <c:pt idx="114">
                <c:v>19-Jan-24</c:v>
              </c:pt>
              <c:pt idx="115">
                <c:v>26-Jan-24</c:v>
              </c:pt>
              <c:pt idx="116">
                <c:v>02-Feb-24</c:v>
              </c:pt>
              <c:pt idx="117">
                <c:v>07-Feb-24</c:v>
              </c:pt>
              <c:pt idx="118">
                <c:v>16-Feb-24</c:v>
              </c:pt>
              <c:pt idx="119">
                <c:v>23-Feb-24</c:v>
              </c:pt>
              <c:pt idx="120">
                <c:v>01-Mar-24</c:v>
              </c:pt>
              <c:pt idx="121">
                <c:v>08-Mar-24</c:v>
              </c:pt>
              <c:pt idx="122">
                <c:v>15-Mar-24</c:v>
              </c:pt>
              <c:pt idx="123">
                <c:v>22-Mar-24</c:v>
              </c:pt>
              <c:pt idx="124">
                <c:v>28-Mar-24</c:v>
              </c:pt>
              <c:pt idx="125">
                <c:v>05-Apr-24</c:v>
              </c:pt>
              <c:pt idx="126">
                <c:v>19-Apr-24</c:v>
              </c:pt>
              <c:pt idx="127">
                <c:v>26-Apr-24</c:v>
              </c:pt>
              <c:pt idx="128">
                <c:v>03-May-24</c:v>
              </c:pt>
              <c:pt idx="129">
                <c:v>08-May-24</c:v>
              </c:pt>
              <c:pt idx="130">
                <c:v>17-May-24</c:v>
              </c:pt>
              <c:pt idx="131">
                <c:v>22-May-24</c:v>
              </c:pt>
              <c:pt idx="132">
                <c:v>31-May-24</c:v>
              </c:pt>
              <c:pt idx="133">
                <c:v>07-Jun-24</c:v>
              </c:pt>
              <c:pt idx="134">
                <c:v>14-Jun-24</c:v>
              </c:pt>
              <c:pt idx="135">
                <c:v>21-Jun-24</c:v>
              </c:pt>
              <c:pt idx="136">
                <c:v>28-Jun-24</c:v>
              </c:pt>
              <c:pt idx="137">
                <c:v>05-Jul-24</c:v>
              </c:pt>
              <c:pt idx="138">
                <c:v>12-Jul-24</c:v>
              </c:pt>
              <c:pt idx="139">
                <c:v>19-Jul-24</c:v>
              </c:pt>
              <c:pt idx="140">
                <c:v>26-Jul-24</c:v>
              </c:pt>
              <c:pt idx="141">
                <c:v>02-Aug-24</c:v>
              </c:pt>
              <c:pt idx="142">
                <c:v>09-Aug-24</c:v>
              </c:pt>
              <c:pt idx="143">
                <c:v>16-Aug-24</c:v>
              </c:pt>
              <c:pt idx="144">
                <c:v>23-Aug-24</c:v>
              </c:pt>
              <c:pt idx="145">
                <c:v>30-Aug-24</c:v>
              </c:pt>
              <c:pt idx="146">
                <c:v>06-Sept-24</c:v>
              </c:pt>
              <c:pt idx="147">
                <c:v>13-Sept-24</c:v>
              </c:pt>
              <c:pt idx="148">
                <c:v>20-Sept-24</c:v>
              </c:pt>
              <c:pt idx="149">
                <c:v>27-Sept-24</c:v>
              </c:pt>
              <c:pt idx="150">
                <c:v>04-Oct-24</c:v>
              </c:pt>
              <c:pt idx="151">
                <c:v>11-Oct-24</c:v>
              </c:pt>
              <c:pt idx="152">
                <c:v>18-Oct-24</c:v>
              </c:pt>
              <c:pt idx="153">
                <c:v>25-Oct-24</c:v>
              </c:pt>
              <c:pt idx="154">
                <c:v>01-Nov-24</c:v>
              </c:pt>
              <c:pt idx="155">
                <c:v>08-Nov-24</c:v>
              </c:pt>
              <c:pt idx="156">
                <c:v>15-Nov-24</c:v>
              </c:pt>
              <c:pt idx="157">
                <c:v>22-Nov-24</c:v>
              </c:pt>
              <c:pt idx="158">
                <c:v>29-Nov-24</c:v>
              </c:pt>
              <c:pt idx="159">
                <c:v>06-Dec-24</c:v>
              </c:pt>
              <c:pt idx="160">
                <c:v>13-Dec-24</c:v>
              </c:pt>
              <c:pt idx="161">
                <c:v>20-Dec-24</c:v>
              </c:pt>
              <c:pt idx="162">
                <c:v>27-Dec-24</c:v>
              </c:pt>
              <c:pt idx="163">
                <c:v>03-Jan-25</c:v>
              </c:pt>
              <c:pt idx="164">
                <c:v>10-Jan-25</c:v>
              </c:pt>
              <c:pt idx="165">
                <c:v>17-Jan-25</c:v>
              </c:pt>
              <c:pt idx="166">
                <c:v>24-Jan-25</c:v>
              </c:pt>
              <c:pt idx="167">
                <c:v>31-Jan-25</c:v>
              </c:pt>
              <c:pt idx="168">
                <c:v>07-Feb-25</c:v>
              </c:pt>
              <c:pt idx="169">
                <c:v>14-Feb-25</c:v>
              </c:pt>
              <c:pt idx="170">
                <c:v>21-Feb-25</c:v>
              </c:pt>
              <c:pt idx="171">
                <c:v>28-Feb-25</c:v>
              </c:pt>
              <c:pt idx="172">
                <c:v>07-Mar-25</c:v>
              </c:pt>
              <c:pt idx="173">
                <c:v>14-Mar-25</c:v>
              </c:pt>
              <c:pt idx="174">
                <c:v>21-Mar-25</c:v>
              </c:pt>
              <c:pt idx="175">
                <c:v>27-Mar-25</c:v>
              </c:pt>
              <c:pt idx="176">
                <c:v>11-Apr-25</c:v>
              </c:pt>
              <c:pt idx="177">
                <c:v>17-Apr-25</c:v>
              </c:pt>
              <c:pt idx="178">
                <c:v>25-Apr-25</c:v>
              </c:pt>
              <c:pt idx="179">
                <c:v>02-May-25</c:v>
              </c:pt>
              <c:pt idx="180">
                <c:v>09-May-25</c:v>
              </c:pt>
              <c:pt idx="181">
                <c:v>16-May-25</c:v>
              </c:pt>
              <c:pt idx="182">
                <c:v>23-May-25</c:v>
              </c:pt>
              <c:pt idx="183">
                <c:v>28-May-25</c:v>
              </c:pt>
              <c:pt idx="184">
                <c:v>05-Jun-25</c:v>
              </c:pt>
              <c:pt idx="185">
                <c:v>13-Jun-25</c:v>
              </c:pt>
              <c:pt idx="186">
                <c:v>20-Jun-25</c:v>
              </c:pt>
              <c:pt idx="187">
                <c:v>26-Jun-25</c:v>
              </c:pt>
              <c:pt idx="188">
                <c:v>04-Jul-25</c:v>
              </c:pt>
              <c:pt idx="189">
                <c:v>11-Jul-25</c:v>
              </c:pt>
              <c:pt idx="190">
                <c:v>18-Jul-25</c:v>
              </c:pt>
              <c:pt idx="191">
                <c:v>25-Jul-25</c:v>
              </c:pt>
              <c:pt idx="192">
                <c:v>01-Aug-25</c:v>
              </c:pt>
              <c:pt idx="193">
                <c:v>08-Aug-25</c:v>
              </c:pt>
              <c:pt idx="194">
                <c:v>15-Aug-25</c:v>
              </c:pt>
              <c:pt idx="195">
                <c:v>22-Aug-25</c:v>
              </c:pt>
              <c:pt idx="196">
                <c:v>29-Aug-25</c:v>
              </c:pt>
              <c:pt idx="197">
                <c:v>04-Sept-25</c:v>
              </c:pt>
              <c:pt idx="198">
                <c:v>12-Sept-25</c:v>
              </c:pt>
              <c:pt idx="199">
                <c:v>19-Sept-25</c:v>
              </c:pt>
              <c:pt idx="200">
                <c:v>26-Sept-25</c:v>
              </c:pt>
              <c:pt idx="201">
                <c:v>03-Oct-25</c:v>
              </c:pt>
              <c:pt idx="202">
                <c:v>10-Oct-25</c:v>
              </c:pt>
              <c:pt idx="203">
                <c:v>17-Oct-25</c:v>
              </c:pt>
              <c:pt idx="204">
                <c:v>24-Oct-25</c:v>
              </c:pt>
              <c:pt idx="205">
                <c:v>31-Oct-25</c:v>
              </c:pt>
              <c:pt idx="206">
                <c:v>07-Nov-25</c:v>
              </c:pt>
              <c:pt idx="207">
                <c:v>14-Nov-25</c:v>
              </c:pt>
              <c:pt idx="208">
                <c:v>21-Nov-25</c:v>
              </c:pt>
              <c:pt idx="209">
                <c:v>28-Nov-25</c:v>
              </c:pt>
              <c:pt idx="210">
                <c:v>05-Dec-25</c:v>
              </c:pt>
              <c:pt idx="211">
                <c:v>12-Dec-25</c:v>
              </c:pt>
              <c:pt idx="212">
                <c:v>19-Dec-25</c:v>
              </c:pt>
              <c:pt idx="213">
                <c:v>24-Dec-25</c:v>
              </c:pt>
              <c:pt idx="214">
                <c:v>02-Jan-26</c:v>
              </c:pt>
              <c:pt idx="215">
                <c:v>09-Jan-26</c:v>
              </c:pt>
              <c:pt idx="216">
                <c:v>15-Jan-26</c:v>
              </c:pt>
              <c:pt idx="217">
                <c:v>23-Jan-26</c:v>
              </c:pt>
              <c:pt idx="218">
                <c:v>30-Jan-26</c:v>
              </c:pt>
              <c:pt idx="219">
                <c:v>06-Feb-26</c:v>
              </c:pt>
              <c:pt idx="220">
                <c:v>13-Feb-26</c:v>
              </c:pt>
              <c:pt idx="221">
                <c:v>20-Feb-26</c:v>
              </c:pt>
              <c:pt idx="222">
                <c:v>27-Feb-26</c:v>
              </c:pt>
              <c:pt idx="223">
                <c:v>06-Mar-26</c:v>
              </c:pt>
              <c:pt idx="224">
                <c:v>13-Mar-26</c:v>
              </c:pt>
              <c:pt idx="225">
                <c:v>17-Mar-26</c:v>
              </c:pt>
              <c:pt idx="226">
                <c:v>27-Mar-26</c:v>
              </c:pt>
              <c:pt idx="227">
                <c:v>02-Apr-26</c:v>
              </c:pt>
              <c:pt idx="228">
                <c:v>10-Apr-26</c:v>
              </c:pt>
              <c:pt idx="229">
                <c:v>17-Apr-26</c:v>
              </c:pt>
              <c:pt idx="230">
                <c:v>24-Apr-26</c:v>
              </c:pt>
              <c:pt idx="231">
                <c:v>30-Apr-26</c:v>
              </c:pt>
              <c:pt idx="232">
                <c:v>08-May-26</c:v>
              </c:pt>
              <c:pt idx="233">
                <c:v>13-May-26</c:v>
              </c:pt>
              <c:pt idx="234">
                <c:v>22-May-26</c:v>
              </c:pt>
              <c:pt idx="235">
                <c:v>29-May-26</c:v>
              </c:pt>
              <c:pt idx="236">
                <c:v>05-Jun-26</c:v>
              </c:pt>
              <c:pt idx="237">
                <c:v>12-Jun-26</c:v>
              </c:pt>
              <c:pt idx="238">
                <c:v>19-Jun-26</c:v>
              </c:pt>
              <c:pt idx="239">
                <c:v>26-Jun-26</c:v>
              </c:pt>
              <c:pt idx="240">
                <c:v>03-Jul-26</c:v>
              </c:pt>
              <c:pt idx="241">
                <c:v>10-Jul-26</c:v>
              </c:pt>
              <c:pt idx="242">
                <c:v>17-Jul-26</c:v>
              </c:pt>
              <c:pt idx="243">
                <c:v>24-Jul-26</c:v>
              </c:pt>
              <c:pt idx="244">
                <c:v>31-Jul-26</c:v>
              </c:pt>
              <c:pt idx="245">
                <c:v>07-Aug-26</c:v>
              </c:pt>
              <c:pt idx="246">
                <c:v>14-Aug-26</c:v>
              </c:pt>
              <c:pt idx="247">
                <c:v>21-Aug-26</c:v>
              </c:pt>
              <c:pt idx="248">
                <c:v>28-Aug-26</c:v>
              </c:pt>
              <c:pt idx="249">
                <c:v>04-Sept-26</c:v>
              </c:pt>
              <c:pt idx="250">
                <c:v>11-Sept-26</c:v>
              </c:pt>
              <c:pt idx="251">
                <c:v>18-Sept-26</c:v>
              </c:pt>
              <c:pt idx="252">
                <c:v>25-Sept-26</c:v>
              </c:pt>
              <c:pt idx="253">
                <c:v>02-Oct-26</c:v>
              </c:pt>
              <c:pt idx="254">
                <c:v>09-Oct-26</c:v>
              </c:pt>
              <c:pt idx="255">
                <c:v>12-Oct-26</c:v>
              </c:pt>
            </c:strLit>
          </c:cat>
          <c:val>
            <c:numLit>
              <c:formatCode>0.0</c:formatCode>
              <c:ptCount val="256"/>
              <c:pt idx="0">
                <c:v>-0.42444037063359263</c:v>
              </c:pt>
              <c:pt idx="1">
                <c:v>-0.42444037063359263</c:v>
              </c:pt>
              <c:pt idx="2">
                <c:v>-0.25788349666639515</c:v>
              </c:pt>
              <c:pt idx="3">
                <c:v>-0.42444037063359263</c:v>
              </c:pt>
              <c:pt idx="4">
                <c:v>-0.3689214126445265</c:v>
              </c:pt>
              <c:pt idx="5">
                <c:v>-0.3134024546554613</c:v>
              </c:pt>
              <c:pt idx="6">
                <c:v>-1.205818297887112</c:v>
              </c:pt>
              <c:pt idx="7">
                <c:v>-1.305546796497101</c:v>
              </c:pt>
              <c:pt idx="8">
                <c:v>-1.330221888936686</c:v>
              </c:pt>
              <c:pt idx="9">
                <c:v>-1.305546796497101</c:v>
              </c:pt>
              <c:pt idx="10">
                <c:v>-1.181143205447527</c:v>
              </c:pt>
              <c:pt idx="11">
                <c:v>-1.056739614397954</c:v>
              </c:pt>
              <c:pt idx="12">
                <c:v>-2.111599816190205</c:v>
              </c:pt>
              <c:pt idx="13">
                <c:v>-2.2545097265694674</c:v>
              </c:pt>
              <c:pt idx="14">
                <c:v>-2.050940213942892</c:v>
              </c:pt>
              <c:pt idx="15">
                <c:v>-1.9491554576296046</c:v>
              </c:pt>
              <c:pt idx="16">
                <c:v>-2.07150279097588</c:v>
              </c:pt>
              <c:pt idx="17">
                <c:v>-2.111599816190205</c:v>
              </c:pt>
              <c:pt idx="18">
                <c:v>-2.111599816190205</c:v>
              </c:pt>
              <c:pt idx="19">
                <c:v>-1.8884958553822926</c:v>
              </c:pt>
              <c:pt idx="20">
                <c:v>-1.9491554576296046</c:v>
              </c:pt>
              <c:pt idx="21">
                <c:v>-1.9285928805966177</c:v>
              </c:pt>
              <c:pt idx="22">
                <c:v>-2.07150279097588</c:v>
              </c:pt>
              <c:pt idx="23">
                <c:v>-2.091037239157217</c:v>
              </c:pt>
              <c:pt idx="24">
                <c:v>-1.6037041634754177</c:v>
              </c:pt>
              <c:pt idx="25">
                <c:v>-1.0557114855463043</c:v>
              </c:pt>
              <c:pt idx="26">
                <c:v>-1.9902806116955793</c:v>
              </c:pt>
              <c:pt idx="27">
                <c:v>0.07008960700975311</c:v>
              </c:pt>
              <c:pt idx="28">
                <c:v>0.17495874987798896</c:v>
              </c:pt>
              <c:pt idx="29">
                <c:v>0.27982789274622477</c:v>
              </c:pt>
              <c:pt idx="30">
                <c:v>0.25412467145499024</c:v>
              </c:pt>
              <c:pt idx="31">
                <c:v>0.1482273997351056</c:v>
              </c:pt>
              <c:pt idx="32">
                <c:v>0.3846970356144606</c:v>
              </c:pt>
              <c:pt idx="33">
                <c:v>-0.3493869644631884</c:v>
              </c:pt>
              <c:pt idx="34">
                <c:v>-0.4809874574743076</c:v>
              </c:pt>
              <c:pt idx="35">
                <c:v>-0.7955948860790142</c:v>
              </c:pt>
              <c:pt idx="36">
                <c:v>-0.08721410729260064</c:v>
              </c:pt>
              <c:pt idx="37">
                <c:v>0.3589938143232261</c:v>
              </c:pt>
              <c:pt idx="38">
                <c:v>0.3322624641803427</c:v>
              </c:pt>
              <c:pt idx="39">
                <c:v>0.5687321000596959</c:v>
              </c:pt>
              <c:pt idx="40">
                <c:v>0.17598687872963775</c:v>
              </c:pt>
              <c:pt idx="41">
                <c:v>0.17598687872963775</c:v>
              </c:pt>
              <c:pt idx="42">
                <c:v>0.5265788171420732</c:v>
              </c:pt>
              <c:pt idx="43">
                <c:v>0.7517390356532841</c:v>
              </c:pt>
              <c:pt idx="44">
                <c:v>0.7764141280928681</c:v>
              </c:pt>
              <c:pt idx="45">
                <c:v>0.877170755554507</c:v>
              </c:pt>
              <c:pt idx="46">
                <c:v>1.1013028452140692</c:v>
              </c:pt>
              <c:pt idx="47">
                <c:v>1.1013028452140692</c:v>
              </c:pt>
              <c:pt idx="48">
                <c:v>1.0766277527744852</c:v>
              </c:pt>
              <c:pt idx="49">
                <c:v>1.490963679989179</c:v>
              </c:pt>
              <c:pt idx="50">
                <c:v>1.3490818984615665</c:v>
              </c:pt>
              <c:pt idx="51">
                <c:v>1.5166669012804135</c:v>
              </c:pt>
              <c:pt idx="52">
                <c:v>1.7829522738576002</c:v>
              </c:pt>
              <c:pt idx="53">
                <c:v>1.5403138648683488</c:v>
              </c:pt>
              <c:pt idx="54">
                <c:v>1.2688878480329162</c:v>
              </c:pt>
              <c:pt idx="55">
                <c:v>1.5989172094123631</c:v>
              </c:pt>
              <c:pt idx="56">
                <c:v>1.0324182121535612</c:v>
              </c:pt>
              <c:pt idx="57">
                <c:v>1.197946957269109</c:v>
              </c:pt>
              <c:pt idx="58">
                <c:v>1.0324182121535612</c:v>
              </c:pt>
              <c:pt idx="59">
                <c:v>1.0324182121535612</c:v>
              </c:pt>
              <c:pt idx="60">
                <c:v>0.985124284977691</c:v>
              </c:pt>
              <c:pt idx="61">
                <c:v>0.3918939375760058</c:v>
              </c:pt>
              <c:pt idx="62">
                <c:v>1.1516811589448877</c:v>
              </c:pt>
              <c:pt idx="63">
                <c:v>1.1989750861207598</c:v>
              </c:pt>
              <c:pt idx="64">
                <c:v>1.1043872317690173</c:v>
              </c:pt>
              <c:pt idx="65">
                <c:v>1.4601198144396987</c:v>
              </c:pt>
              <c:pt idx="66">
                <c:v>0.024851937537180437</c:v>
              </c:pt>
              <c:pt idx="67">
                <c:v>-0.1170298439904313</c:v>
              </c:pt>
              <c:pt idx="68">
                <c:v>-0.17768944623774416</c:v>
              </c:pt>
              <c:pt idx="69">
                <c:v>0.08551153978449422</c:v>
              </c:pt>
              <c:pt idx="70">
                <c:v>-0.13759242102341912</c:v>
              </c:pt>
              <c:pt idx="71">
                <c:v>0.5111568843673322</c:v>
              </c:pt>
              <c:pt idx="72">
                <c:v>0.04541451457016918</c:v>
              </c:pt>
              <c:pt idx="73">
                <c:v>0.0649489627515073</c:v>
              </c:pt>
              <c:pt idx="74">
                <c:v>0.14617114203180617</c:v>
              </c:pt>
              <c:pt idx="75">
                <c:v>0.0649489627515073</c:v>
              </c:pt>
              <c:pt idx="76">
                <c:v>0.0649489627515073</c:v>
              </c:pt>
              <c:pt idx="77">
                <c:v>0.0649489627515073</c:v>
              </c:pt>
              <c:pt idx="78">
                <c:v>-0.2188146003037189</c:v>
              </c:pt>
              <c:pt idx="79">
                <c:v>-0.09646726695744347</c:v>
              </c:pt>
              <c:pt idx="80">
                <c:v>-0.016273216528793395</c:v>
              </c:pt>
              <c:pt idx="81">
                <c:v>-0.13759242102341912</c:v>
              </c:pt>
              <c:pt idx="82">
                <c:v>-0.016273216528793395</c:v>
              </c:pt>
              <c:pt idx="83">
                <c:v>0.024851937537180437</c:v>
              </c:pt>
              <c:pt idx="84">
                <c:v>-0.09646726695744347</c:v>
              </c:pt>
              <c:pt idx="85">
                <c:v>0.10607411681748113</c:v>
              </c:pt>
              <c:pt idx="86">
                <c:v>0.024851937537180437</c:v>
              </c:pt>
              <c:pt idx="87">
                <c:v>0.42993470508703147</c:v>
              </c:pt>
              <c:pt idx="88">
                <c:v>0.6736012429279317</c:v>
              </c:pt>
              <c:pt idx="89">
                <c:v>0.9162396519171832</c:v>
              </c:pt>
              <c:pt idx="90">
                <c:v>0.8134267667522468</c:v>
              </c:pt>
              <c:pt idx="91">
                <c:v>1.0509245314832505</c:v>
              </c:pt>
              <c:pt idx="92">
                <c:v>0.8134267667522468</c:v>
              </c:pt>
              <c:pt idx="93">
                <c:v>1.0118556351205743</c:v>
              </c:pt>
              <c:pt idx="94">
                <c:v>1.2884222962142544</c:v>
              </c:pt>
              <c:pt idx="95">
                <c:v>1.0118556351205743</c:v>
              </c:pt>
              <c:pt idx="96">
                <c:v>1.0509245314832505</c:v>
              </c:pt>
              <c:pt idx="97">
                <c:v>1.4035727275989838</c:v>
              </c:pt>
              <c:pt idx="98">
                <c:v>1.4436697528133087</c:v>
              </c:pt>
              <c:pt idx="99">
                <c:v>1.4436697528133087</c:v>
              </c:pt>
              <c:pt idx="100">
                <c:v>1.5248919320936094</c:v>
              </c:pt>
              <c:pt idx="101">
                <c:v>0.9974618311974839</c:v>
              </c:pt>
              <c:pt idx="102">
                <c:v>0.9162396519171832</c:v>
              </c:pt>
              <c:pt idx="103">
                <c:v>1.1198091645437585</c:v>
              </c:pt>
              <c:pt idx="104">
                <c:v>1.0385869852634577</c:v>
              </c:pt>
              <c:pt idx="105">
                <c:v>-0.061510886001366075</c:v>
              </c:pt>
              <c:pt idx="106">
                <c:v>-0.09646726695744347</c:v>
              </c:pt>
              <c:pt idx="107">
                <c:v>-0.061510886001366075</c:v>
              </c:pt>
              <c:pt idx="108">
                <c:v>-0.3411619336499934</c:v>
              </c:pt>
              <c:pt idx="109">
                <c:v>-0.061510886001366075</c:v>
              </c:pt>
              <c:pt idx="110">
                <c:v>0.04335825686686976</c:v>
              </c:pt>
              <c:pt idx="111">
                <c:v>0.1492555285867544</c:v>
              </c:pt>
              <c:pt idx="112">
                <c:v>0.6746293717795824</c:v>
              </c:pt>
              <c:pt idx="113">
                <c:v>0.8843676575160522</c:v>
              </c:pt>
              <c:pt idx="114">
                <c:v>0.8144548956038956</c:v>
              </c:pt>
              <c:pt idx="115">
                <c:v>0.49881933814753926</c:v>
              </c:pt>
              <c:pt idx="116">
                <c:v>0.816511153307195</c:v>
              </c:pt>
              <c:pt idx="117">
                <c:v>1.1146685202855107</c:v>
              </c:pt>
              <c:pt idx="118">
                <c:v>1.4004883410440354</c:v>
              </c:pt>
              <c:pt idx="119">
                <c:v>1.2606628172197205</c:v>
              </c:pt>
              <c:pt idx="120">
                <c:v>1.2359877247801365</c:v>
              </c:pt>
              <c:pt idx="121">
                <c:v>1.3717007331978528</c:v>
              </c:pt>
              <c:pt idx="122">
                <c:v>1.73565834668173</c:v>
              </c:pt>
              <c:pt idx="123">
                <c:v>1.2267345651152919</c:v>
              </c:pt>
              <c:pt idx="124">
                <c:v>1.4878792934342309</c:v>
              </c:pt>
              <c:pt idx="125">
                <c:v>0.8977333325874939</c:v>
              </c:pt>
              <c:pt idx="126">
                <c:v>0.7784703857961676</c:v>
              </c:pt>
              <c:pt idx="127">
                <c:v>0.8113705090489474</c:v>
              </c:pt>
              <c:pt idx="128">
                <c:v>0.14103049777356036</c:v>
              </c:pt>
              <c:pt idx="129">
                <c:v>0.32814994877374387</c:v>
              </c:pt>
              <c:pt idx="130">
                <c:v>0.740429618285142</c:v>
              </c:pt>
              <c:pt idx="131">
                <c:v>0.016626906723986402</c:v>
              </c:pt>
              <c:pt idx="132">
                <c:v>-0.13142364791352268</c:v>
              </c:pt>
              <c:pt idx="133">
                <c:v>0.3898376798727064</c:v>
              </c:pt>
              <c:pt idx="134">
                <c:v>-0.33910567594669494</c:v>
              </c:pt>
              <c:pt idx="135">
                <c:v>0.1986057134659241</c:v>
              </c:pt>
              <c:pt idx="136">
                <c:v>0.2335620944220033</c:v>
              </c:pt>
              <c:pt idx="137">
                <c:v>0.6047166098674239</c:v>
              </c:pt>
              <c:pt idx="138">
                <c:v>0.5810696462794888</c:v>
              </c:pt>
              <c:pt idx="139">
                <c:v>0.7198670412521532</c:v>
              </c:pt>
              <c:pt idx="140">
                <c:v>0.7548234222082324</c:v>
              </c:pt>
              <c:pt idx="141">
                <c:v>1.105415360620666</c:v>
              </c:pt>
              <c:pt idx="142">
                <c:v>1.174299993681174</c:v>
              </c:pt>
              <c:pt idx="143">
                <c:v>1.486851164582582</c:v>
              </c:pt>
              <c:pt idx="144">
                <c:v>1.4087133718572296</c:v>
              </c:pt>
              <c:pt idx="145">
                <c:v>1.5865796631925702</c:v>
              </c:pt>
              <c:pt idx="146">
                <c:v>1.760333439121314</c:v>
              </c:pt>
              <c:pt idx="147">
                <c:v>1.7891210469674965</c:v>
              </c:pt>
              <c:pt idx="148">
                <c:v>1.824077427923574</c:v>
              </c:pt>
              <c:pt idx="149">
                <c:v>1.478626133769388</c:v>
              </c:pt>
              <c:pt idx="150">
                <c:v>1.321322419467034</c:v>
              </c:pt>
              <c:pt idx="151">
                <c:v>1.40974150070888</c:v>
              </c:pt>
              <c:pt idx="152">
                <c:v>1.7058426099838966</c:v>
              </c:pt>
              <c:pt idx="153">
                <c:v>1.5362013494617517</c:v>
              </c:pt>
              <c:pt idx="154">
                <c:v>0.9141833942138837</c:v>
              </c:pt>
              <c:pt idx="155">
                <c:v>0.4700317303013565</c:v>
              </c:pt>
              <c:pt idx="156">
                <c:v>0.5049881112574357</c:v>
              </c:pt>
              <c:pt idx="157">
                <c:v>0.3661907162847713</c:v>
              </c:pt>
              <c:pt idx="158">
                <c:v>0.3918939375760058</c:v>
              </c:pt>
              <c:pt idx="159">
                <c:v>0.5327475902519697</c:v>
              </c:pt>
              <c:pt idx="160">
                <c:v>0.24487151179014555</c:v>
              </c:pt>
              <c:pt idx="161">
                <c:v>-0.22395524456196564</c:v>
              </c:pt>
              <c:pt idx="162">
                <c:v>-0.045060824374976174</c:v>
              </c:pt>
              <c:pt idx="163">
                <c:v>-0.045060824374976174</c:v>
              </c:pt>
              <c:pt idx="164">
                <c:v>-0.3164868412104086</c:v>
              </c:pt>
              <c:pt idx="165">
                <c:v>0.09373657059768825</c:v>
              </c:pt>
              <c:pt idx="166">
                <c:v>0.4772286322629036</c:v>
              </c:pt>
              <c:pt idx="167">
                <c:v>0.3332905930319915</c:v>
              </c:pt>
              <c:pt idx="168">
                <c:v>-0.6742756815843893</c:v>
              </c:pt>
              <c:pt idx="169">
                <c:v>-0.6002504042656348</c:v>
              </c:pt>
              <c:pt idx="170">
                <c:v>-0.62389736785357</c:v>
              </c:pt>
              <c:pt idx="171">
                <c:v>-1.3281656312333865</c:v>
              </c:pt>
              <c:pt idx="172">
                <c:v>-0.9395329253099263</c:v>
              </c:pt>
              <c:pt idx="173">
                <c:v>-1.0536552278430058</c:v>
              </c:pt>
              <c:pt idx="174">
                <c:v>-1.5286507573050134</c:v>
              </c:pt>
              <c:pt idx="175">
                <c:v>-0.28255858910598</c:v>
              </c:pt>
              <c:pt idx="176">
                <c:v>-0.366865154941228</c:v>
              </c:pt>
              <c:pt idx="177">
                <c:v>-1.1472149533430984</c:v>
              </c:pt>
              <c:pt idx="178">
                <c:v>-0.6691350373261417</c:v>
              </c:pt>
              <c:pt idx="179">
                <c:v>-0.4840718440292558</c:v>
              </c:pt>
              <c:pt idx="180">
                <c:v>-0.731850897276754</c:v>
              </c:pt>
              <c:pt idx="181">
                <c:v>0.3908658087243552</c:v>
              </c:pt>
              <c:pt idx="182">
                <c:v>0.3250655622187956</c:v>
              </c:pt>
              <c:pt idx="183">
                <c:v>0.12560856499881926</c:v>
              </c:pt>
              <c:pt idx="184">
                <c:v>-0.19619576556743257</c:v>
              </c:pt>
              <c:pt idx="185">
                <c:v>-0.07590468992445655</c:v>
              </c:pt>
              <c:pt idx="186">
                <c:v>-0.42855288604018965</c:v>
              </c:pt>
              <c:pt idx="187">
                <c:v>-0.2959242641774217</c:v>
              </c:pt>
              <c:pt idx="188">
                <c:v>-0.6742756815843893</c:v>
              </c:pt>
              <c:pt idx="189">
                <c:v>-0.2722773005894865</c:v>
              </c:pt>
              <c:pt idx="190">
                <c:v>-0.6454880737382066</c:v>
              </c:pt>
              <c:pt idx="191">
                <c:v>-0.7256821241668575</c:v>
              </c:pt>
              <c:pt idx="192">
                <c:v>-0.9857987236341477</c:v>
              </c:pt>
              <c:pt idx="193">
                <c:v>-0.7585822474196373</c:v>
              </c:pt>
              <c:pt idx="194">
                <c:v>-0.39668089163905956</c:v>
              </c:pt>
              <c:pt idx="195">
                <c:v>-0.3319087739851497</c:v>
              </c:pt>
              <c:pt idx="196">
                <c:v>-0.5930535023040886</c:v>
              </c:pt>
              <c:pt idx="197">
                <c:v>-0.6537131045514015</c:v>
              </c:pt>
              <c:pt idx="198">
                <c:v>-0.7452165723481957</c:v>
              </c:pt>
              <c:pt idx="199">
                <c:v>-0.8973796423923017</c:v>
              </c:pt>
              <c:pt idx="200">
                <c:v>-0.6002504042656348</c:v>
              </c:pt>
              <c:pt idx="201">
                <c:v>-0.7925104995240659</c:v>
              </c:pt>
              <c:pt idx="202">
                <c:v>-0.8973796423923017</c:v>
              </c:pt>
              <c:pt idx="203">
                <c:v>-1.2716185443926715</c:v>
              </c:pt>
              <c:pt idx="204">
                <c:v>-0.4007934070456575</c:v>
              </c:pt>
              <c:pt idx="205">
                <c:v>-0.058426499446417854</c:v>
              </c:pt>
              <c:pt idx="206">
                <c:v>0.004289360504193522</c:v>
              </c:pt>
              <c:pt idx="207">
                <c:v>-0.024498247341989257</c:v>
              </c:pt>
              <c:pt idx="208">
                <c:v>0.29113731011436705</c:v>
              </c:pt>
              <c:pt idx="209">
                <c:v>0.0659770916031561</c:v>
              </c:pt>
              <c:pt idx="210">
                <c:v>0.18729629609778184</c:v>
              </c:pt>
              <c:pt idx="211">
                <c:v>0.06392083389985667</c:v>
              </c:pt>
              <c:pt idx="212">
                <c:v>0.680798144889477</c:v>
              </c:pt>
              <c:pt idx="213">
                <c:v>0.46386295719146187</c:v>
              </c:pt>
              <c:pt idx="214">
                <c:v>0.5070443689607351</c:v>
              </c:pt>
              <c:pt idx="215">
                <c:v>-0.028610762748586274</c:v>
              </c:pt>
              <c:pt idx="216">
                <c:v>0.39292206642765465</c:v>
              </c:pt>
              <c:pt idx="217">
                <c:v>0.4032033549441481</c:v>
              </c:pt>
              <c:pt idx="218">
                <c:v>0.10504598796583234</c:v>
              </c:pt>
              <c:pt idx="219">
                <c:v>0.415540901163941</c:v>
              </c:pt>
              <c:pt idx="220">
                <c:v>0.27468724848797715</c:v>
              </c:pt>
              <c:pt idx="221">
                <c:v>0.36002194317487485</c:v>
              </c:pt>
              <c:pt idx="222">
                <c:v>0.6139697695322686</c:v>
              </c:pt>
              <c:pt idx="223">
                <c:v>0.0484989011251174</c:v>
              </c:pt>
              <c:pt idx="224">
                <c:v>-0.33910567594669494</c:v>
              </c:pt>
              <c:pt idx="225">
                <c:v>-0.37200579919947474</c:v>
              </c:pt>
              <c:pt idx="226">
                <c:v>-0.3175149700620583</c:v>
              </c:pt>
              <c:pt idx="227">
                <c:v>-0.5036062922105939</c:v>
              </c:pt>
              <c:pt idx="228">
                <c:v>-0.5344501577600752</c:v>
              </c:pt>
              <c:pt idx="229">
                <c:v>-0.6023066619689333</c:v>
              </c:pt>
              <c:pt idx="230">
                <c:v>-0.8799014519142622</c:v>
              </c:pt>
              <c:pt idx="231">
                <c:v>-1.0618802586562008</c:v>
              </c:pt>
              <c:pt idx="232">
                <c:v>-0.6650225219195447</c:v>
              </c:pt>
              <c:pt idx="233">
                <c:v>-1.3806002026675044</c:v>
              </c:pt>
              <c:pt idx="234">
                <c:v>-1.5286507573050134</c:v>
              </c:pt>
              <c:pt idx="235">
                <c:v>-1.594451003810573</c:v>
              </c:pt>
              <c:pt idx="236">
                <c:v>-1.9902806116955793</c:v>
              </c:pt>
              <c:pt idx="237">
                <c:v>-1.3970502642938942</c:v>
              </c:pt>
              <c:pt idx="238">
                <c:v>-1.2017057824805149</c:v>
              </c:pt>
              <c:pt idx="239">
                <c:v>-1.722967110266744</c:v>
              </c:pt>
              <c:pt idx="240">
                <c:v>-1.6324917713215996</c:v>
              </c:pt>
              <c:pt idx="241">
                <c:v>-1.5163132110852215</c:v>
              </c:pt>
              <c:pt idx="242">
                <c:v>-0.8099886900021055</c:v>
              </c:pt>
              <c:pt idx="243">
                <c:v>-1.3754595584092577</c:v>
              </c:pt>
              <c:pt idx="244">
                <c:v>-1.3384469197498807</c:v>
              </c:pt>
              <c:pt idx="245">
                <c:v>-1.2551684827662817</c:v>
              </c:pt>
              <c:pt idx="246">
                <c:v>-1.3713470430026606</c:v>
              </c:pt>
              <c:pt idx="247">
                <c:v>-1.2880686060190614</c:v>
              </c:pt>
              <c:pt idx="248">
                <c:v>-1.2387184211398916</c:v>
              </c:pt>
              <c:pt idx="249">
                <c:v>-0.9549548580846664</c:v>
              </c:pt>
              <c:pt idx="250">
                <c:v>-1.0228113622935244</c:v>
              </c:pt>
              <c:pt idx="251">
                <c:v>-1.189368236260722</c:v>
              </c:pt>
              <c:pt idx="252">
                <c:v>-1.478272443574195</c:v>
              </c:pt>
              <c:pt idx="253">
                <c:v>-1.562579009409443</c:v>
              </c:pt>
              <c:pt idx="254">
                <c:v>-1.5738884267775861</c:v>
              </c:pt>
              <c:pt idx="255">
                <c:v>-1.6407168021347944</c:v>
              </c:pt>
            </c:numLit>
          </c:val>
          <c:smooth val="0"/>
        </c:ser>
        <c:ser>
          <c:idx val="1"/>
          <c:order val="1"/>
          <c:tx>
            <c:v>P/BV z-score</c:v>
          </c:tx>
          <c:spPr>
            <a:ln xmlns:a="http://schemas.openxmlformats.org/drawingml/2006/main" w="28575">
              <a:solidFill>
                <a:srgbClr val="F36F2B"/>
              </a:solidFill>
              <a:prstDash val="solid"/>
            </a:ln>
          </c:spPr>
          <c:marker>
            <c:symbol val="none"/>
          </c:marker>
          <c:cat>
            <c:strLit>
              <c:ptCount val="256"/>
              <c:pt idx="0">
                <c:v>05-Nov-21</c:v>
              </c:pt>
              <c:pt idx="1">
                <c:v>12-Nov-21</c:v>
              </c:pt>
              <c:pt idx="2">
                <c:v>19-Nov-21</c:v>
              </c:pt>
              <c:pt idx="3">
                <c:v>26-Nov-21</c:v>
              </c:pt>
              <c:pt idx="4">
                <c:v>03-Dec-21</c:v>
              </c:pt>
              <c:pt idx="5">
                <c:v>10-Dec-21</c:v>
              </c:pt>
              <c:pt idx="6">
                <c:v>17-Dec-21</c:v>
              </c:pt>
              <c:pt idx="7">
                <c:v>24-Dec-21</c:v>
              </c:pt>
              <c:pt idx="8">
                <c:v>30-Dec-21</c:v>
              </c:pt>
              <c:pt idx="9">
                <c:v>07-Jan-22</c:v>
              </c:pt>
              <c:pt idx="10">
                <c:v>14-Jan-22</c:v>
              </c:pt>
              <c:pt idx="11">
                <c:v>21-Jan-22</c:v>
              </c:pt>
              <c:pt idx="12">
                <c:v>28-Jan-22</c:v>
              </c:pt>
              <c:pt idx="13">
                <c:v>04-Feb-22</c:v>
              </c:pt>
              <c:pt idx="14">
                <c:v>11-Feb-22</c:v>
              </c:pt>
              <c:pt idx="15">
                <c:v>18-Feb-22</c:v>
              </c:pt>
              <c:pt idx="16">
                <c:v>25-Feb-22</c:v>
              </c:pt>
              <c:pt idx="17">
                <c:v>04-Mar-22</c:v>
              </c:pt>
              <c:pt idx="18">
                <c:v>11-Mar-22</c:v>
              </c:pt>
              <c:pt idx="19">
                <c:v>18-Mar-22</c:v>
              </c:pt>
              <c:pt idx="20">
                <c:v>25-Mar-22</c:v>
              </c:pt>
              <c:pt idx="21">
                <c:v>01-Apr-22</c:v>
              </c:pt>
              <c:pt idx="22">
                <c:v>08-Apr-22</c:v>
              </c:pt>
              <c:pt idx="23">
                <c:v>14-Apr-22</c:v>
              </c:pt>
              <c:pt idx="24">
                <c:v>22-Apr-22</c:v>
              </c:pt>
              <c:pt idx="25">
                <c:v>28-Apr-22</c:v>
              </c:pt>
              <c:pt idx="26">
                <c:v>13-May-22</c:v>
              </c:pt>
              <c:pt idx="27">
                <c:v>20-May-22</c:v>
              </c:pt>
              <c:pt idx="28">
                <c:v>27-May-22</c:v>
              </c:pt>
              <c:pt idx="29">
                <c:v>03-Jun-22</c:v>
              </c:pt>
              <c:pt idx="30">
                <c:v>10-Jun-22</c:v>
              </c:pt>
              <c:pt idx="31">
                <c:v>17-Jun-22</c:v>
              </c:pt>
              <c:pt idx="32">
                <c:v>24-Jun-22</c:v>
              </c:pt>
              <c:pt idx="33">
                <c:v>01-Jul-22</c:v>
              </c:pt>
              <c:pt idx="34">
                <c:v>08-Jul-22</c:v>
              </c:pt>
              <c:pt idx="35">
                <c:v>15-Jul-22</c:v>
              </c:pt>
              <c:pt idx="36">
                <c:v>22-Jul-22</c:v>
              </c:pt>
              <c:pt idx="37">
                <c:v>29-Jul-22</c:v>
              </c:pt>
              <c:pt idx="38">
                <c:v>05-Aug-22</c:v>
              </c:pt>
              <c:pt idx="39">
                <c:v>12-Aug-22</c:v>
              </c:pt>
              <c:pt idx="40">
                <c:v>19-Aug-22</c:v>
              </c:pt>
              <c:pt idx="41">
                <c:v>26-Aug-22</c:v>
              </c:pt>
              <c:pt idx="42">
                <c:v>02-Sept-22</c:v>
              </c:pt>
              <c:pt idx="43">
                <c:v>09-Sept-22</c:v>
              </c:pt>
              <c:pt idx="44">
                <c:v>16-Sept-22</c:v>
              </c:pt>
              <c:pt idx="45">
                <c:v>23-Sept-22</c:v>
              </c:pt>
              <c:pt idx="46">
                <c:v>30-Sept-22</c:v>
              </c:pt>
              <c:pt idx="47">
                <c:v>07-Oct-22</c:v>
              </c:pt>
              <c:pt idx="48">
                <c:v>14-Oct-22</c:v>
              </c:pt>
              <c:pt idx="49">
                <c:v>21-Oct-22</c:v>
              </c:pt>
              <c:pt idx="50">
                <c:v>28-Oct-22</c:v>
              </c:pt>
              <c:pt idx="51">
                <c:v>04-Nov-22</c:v>
              </c:pt>
              <c:pt idx="52">
                <c:v>11-Nov-22</c:v>
              </c:pt>
              <c:pt idx="53">
                <c:v>18-Nov-22</c:v>
              </c:pt>
              <c:pt idx="54">
                <c:v>25-Nov-22</c:v>
              </c:pt>
              <c:pt idx="55">
                <c:v>02-Dec-22</c:v>
              </c:pt>
              <c:pt idx="56">
                <c:v>09-Dec-22</c:v>
              </c:pt>
              <c:pt idx="57">
                <c:v>16-Dec-22</c:v>
              </c:pt>
              <c:pt idx="58">
                <c:v>23-Dec-22</c:v>
              </c:pt>
              <c:pt idx="59">
                <c:v>30-Dec-22</c:v>
              </c:pt>
              <c:pt idx="60">
                <c:v>06-Jan-23</c:v>
              </c:pt>
              <c:pt idx="61">
                <c:v>13-Jan-23</c:v>
              </c:pt>
              <c:pt idx="62">
                <c:v>20-Jan-23</c:v>
              </c:pt>
              <c:pt idx="63">
                <c:v>27-Jan-23</c:v>
              </c:pt>
              <c:pt idx="64">
                <c:v>03-Feb-23</c:v>
              </c:pt>
              <c:pt idx="65">
                <c:v>10-Feb-23</c:v>
              </c:pt>
              <c:pt idx="66">
                <c:v>17-Feb-23</c:v>
              </c:pt>
              <c:pt idx="67">
                <c:v>24-Feb-23</c:v>
              </c:pt>
              <c:pt idx="68">
                <c:v>03-Mar-23</c:v>
              </c:pt>
              <c:pt idx="69">
                <c:v>10-Mar-23</c:v>
              </c:pt>
              <c:pt idx="70">
                <c:v>17-Mar-23</c:v>
              </c:pt>
              <c:pt idx="71">
                <c:v>24-Mar-23</c:v>
              </c:pt>
              <c:pt idx="72">
                <c:v>31-Mar-23</c:v>
              </c:pt>
              <c:pt idx="73">
                <c:v>06-Apr-23</c:v>
              </c:pt>
              <c:pt idx="74">
                <c:v>14-Apr-23</c:v>
              </c:pt>
              <c:pt idx="75">
                <c:v>18-Apr-23</c:v>
              </c:pt>
              <c:pt idx="76">
                <c:v>28-Apr-23</c:v>
              </c:pt>
              <c:pt idx="77">
                <c:v>05-May-23</c:v>
              </c:pt>
              <c:pt idx="78">
                <c:v>12-May-23</c:v>
              </c:pt>
              <c:pt idx="79">
                <c:v>19-May-23</c:v>
              </c:pt>
              <c:pt idx="80">
                <c:v>26-May-23</c:v>
              </c:pt>
              <c:pt idx="81">
                <c:v>31-May-23</c:v>
              </c:pt>
              <c:pt idx="82">
                <c:v>09-Jun-23</c:v>
              </c:pt>
              <c:pt idx="83">
                <c:v>16-Jun-23</c:v>
              </c:pt>
              <c:pt idx="84">
                <c:v>23-Jun-23</c:v>
              </c:pt>
              <c:pt idx="85">
                <c:v>27-Jun-23</c:v>
              </c:pt>
              <c:pt idx="86">
                <c:v>07-Jul-23</c:v>
              </c:pt>
              <c:pt idx="87">
                <c:v>14-Jul-23</c:v>
              </c:pt>
              <c:pt idx="88">
                <c:v>21-Jul-23</c:v>
              </c:pt>
              <c:pt idx="89">
                <c:v>28-Jul-23</c:v>
              </c:pt>
              <c:pt idx="90">
                <c:v>04-Aug-23</c:v>
              </c:pt>
              <c:pt idx="91">
                <c:v>11-Aug-23</c:v>
              </c:pt>
              <c:pt idx="92">
                <c:v>18-Aug-23</c:v>
              </c:pt>
              <c:pt idx="93">
                <c:v>25-Aug-23</c:v>
              </c:pt>
              <c:pt idx="94">
                <c:v>01-Sept-23</c:v>
              </c:pt>
              <c:pt idx="95">
                <c:v>08-Sept-23</c:v>
              </c:pt>
              <c:pt idx="96">
                <c:v>15-Sept-23</c:v>
              </c:pt>
              <c:pt idx="97">
                <c:v>22-Sept-23</c:v>
              </c:pt>
              <c:pt idx="98">
                <c:v>29-Sept-23</c:v>
              </c:pt>
              <c:pt idx="99">
                <c:v>06-Oct-23</c:v>
              </c:pt>
              <c:pt idx="100">
                <c:v>13-Oct-23</c:v>
              </c:pt>
              <c:pt idx="101">
                <c:v>20-Oct-23</c:v>
              </c:pt>
              <c:pt idx="102">
                <c:v>27-Oct-23</c:v>
              </c:pt>
              <c:pt idx="103">
                <c:v>03-Nov-23</c:v>
              </c:pt>
              <c:pt idx="104">
                <c:v>10-Nov-23</c:v>
              </c:pt>
              <c:pt idx="105">
                <c:v>17-Nov-23</c:v>
              </c:pt>
              <c:pt idx="106">
                <c:v>24-Nov-23</c:v>
              </c:pt>
              <c:pt idx="107">
                <c:v>01-Dec-23</c:v>
              </c:pt>
              <c:pt idx="108">
                <c:v>08-Dec-23</c:v>
              </c:pt>
              <c:pt idx="109">
                <c:v>15-Dec-23</c:v>
              </c:pt>
              <c:pt idx="110">
                <c:v>22-Dec-23</c:v>
              </c:pt>
              <c:pt idx="111">
                <c:v>29-Dec-23</c:v>
              </c:pt>
              <c:pt idx="112">
                <c:v>05-Jan-24</c:v>
              </c:pt>
              <c:pt idx="113">
                <c:v>12-Jan-24</c:v>
              </c:pt>
              <c:pt idx="114">
                <c:v>19-Jan-24</c:v>
              </c:pt>
              <c:pt idx="115">
                <c:v>26-Jan-24</c:v>
              </c:pt>
              <c:pt idx="116">
                <c:v>02-Feb-24</c:v>
              </c:pt>
              <c:pt idx="117">
                <c:v>07-Feb-24</c:v>
              </c:pt>
              <c:pt idx="118">
                <c:v>16-Feb-24</c:v>
              </c:pt>
              <c:pt idx="119">
                <c:v>23-Feb-24</c:v>
              </c:pt>
              <c:pt idx="120">
                <c:v>01-Mar-24</c:v>
              </c:pt>
              <c:pt idx="121">
                <c:v>08-Mar-24</c:v>
              </c:pt>
              <c:pt idx="122">
                <c:v>15-Mar-24</c:v>
              </c:pt>
              <c:pt idx="123">
                <c:v>22-Mar-24</c:v>
              </c:pt>
              <c:pt idx="124">
                <c:v>28-Mar-24</c:v>
              </c:pt>
              <c:pt idx="125">
                <c:v>05-Apr-24</c:v>
              </c:pt>
              <c:pt idx="126">
                <c:v>19-Apr-24</c:v>
              </c:pt>
              <c:pt idx="127">
                <c:v>26-Apr-24</c:v>
              </c:pt>
              <c:pt idx="128">
                <c:v>03-May-24</c:v>
              </c:pt>
              <c:pt idx="129">
                <c:v>08-May-24</c:v>
              </c:pt>
              <c:pt idx="130">
                <c:v>17-May-24</c:v>
              </c:pt>
              <c:pt idx="131">
                <c:v>22-May-24</c:v>
              </c:pt>
              <c:pt idx="132">
                <c:v>31-May-24</c:v>
              </c:pt>
              <c:pt idx="133">
                <c:v>07-Jun-24</c:v>
              </c:pt>
              <c:pt idx="134">
                <c:v>14-Jun-24</c:v>
              </c:pt>
              <c:pt idx="135">
                <c:v>21-Jun-24</c:v>
              </c:pt>
              <c:pt idx="136">
                <c:v>28-Jun-24</c:v>
              </c:pt>
              <c:pt idx="137">
                <c:v>05-Jul-24</c:v>
              </c:pt>
              <c:pt idx="138">
                <c:v>12-Jul-24</c:v>
              </c:pt>
              <c:pt idx="139">
                <c:v>19-Jul-24</c:v>
              </c:pt>
              <c:pt idx="140">
                <c:v>26-Jul-24</c:v>
              </c:pt>
              <c:pt idx="141">
                <c:v>02-Aug-24</c:v>
              </c:pt>
              <c:pt idx="142">
                <c:v>09-Aug-24</c:v>
              </c:pt>
              <c:pt idx="143">
                <c:v>16-Aug-24</c:v>
              </c:pt>
              <c:pt idx="144">
                <c:v>23-Aug-24</c:v>
              </c:pt>
              <c:pt idx="145">
                <c:v>30-Aug-24</c:v>
              </c:pt>
              <c:pt idx="146">
                <c:v>06-Sept-24</c:v>
              </c:pt>
              <c:pt idx="147">
                <c:v>13-Sept-24</c:v>
              </c:pt>
              <c:pt idx="148">
                <c:v>20-Sept-24</c:v>
              </c:pt>
              <c:pt idx="149">
                <c:v>27-Sept-24</c:v>
              </c:pt>
              <c:pt idx="150">
                <c:v>04-Oct-24</c:v>
              </c:pt>
              <c:pt idx="151">
                <c:v>11-Oct-24</c:v>
              </c:pt>
              <c:pt idx="152">
                <c:v>18-Oct-24</c:v>
              </c:pt>
              <c:pt idx="153">
                <c:v>25-Oct-24</c:v>
              </c:pt>
              <c:pt idx="154">
                <c:v>01-Nov-24</c:v>
              </c:pt>
              <c:pt idx="155">
                <c:v>08-Nov-24</c:v>
              </c:pt>
              <c:pt idx="156">
                <c:v>15-Nov-24</c:v>
              </c:pt>
              <c:pt idx="157">
                <c:v>22-Nov-24</c:v>
              </c:pt>
              <c:pt idx="158">
                <c:v>29-Nov-24</c:v>
              </c:pt>
              <c:pt idx="159">
                <c:v>06-Dec-24</c:v>
              </c:pt>
              <c:pt idx="160">
                <c:v>13-Dec-24</c:v>
              </c:pt>
              <c:pt idx="161">
                <c:v>20-Dec-24</c:v>
              </c:pt>
              <c:pt idx="162">
                <c:v>27-Dec-24</c:v>
              </c:pt>
              <c:pt idx="163">
                <c:v>03-Jan-25</c:v>
              </c:pt>
              <c:pt idx="164">
                <c:v>10-Jan-25</c:v>
              </c:pt>
              <c:pt idx="165">
                <c:v>17-Jan-25</c:v>
              </c:pt>
              <c:pt idx="166">
                <c:v>24-Jan-25</c:v>
              </c:pt>
              <c:pt idx="167">
                <c:v>31-Jan-25</c:v>
              </c:pt>
              <c:pt idx="168">
                <c:v>07-Feb-25</c:v>
              </c:pt>
              <c:pt idx="169">
                <c:v>14-Feb-25</c:v>
              </c:pt>
              <c:pt idx="170">
                <c:v>21-Feb-25</c:v>
              </c:pt>
              <c:pt idx="171">
                <c:v>28-Feb-25</c:v>
              </c:pt>
              <c:pt idx="172">
                <c:v>07-Mar-25</c:v>
              </c:pt>
              <c:pt idx="173">
                <c:v>14-Mar-25</c:v>
              </c:pt>
              <c:pt idx="174">
                <c:v>21-Mar-25</c:v>
              </c:pt>
              <c:pt idx="175">
                <c:v>27-Mar-25</c:v>
              </c:pt>
              <c:pt idx="176">
                <c:v>11-Apr-25</c:v>
              </c:pt>
              <c:pt idx="177">
                <c:v>17-Apr-25</c:v>
              </c:pt>
              <c:pt idx="178">
                <c:v>25-Apr-25</c:v>
              </c:pt>
              <c:pt idx="179">
                <c:v>02-May-25</c:v>
              </c:pt>
              <c:pt idx="180">
                <c:v>09-May-25</c:v>
              </c:pt>
              <c:pt idx="181">
                <c:v>16-May-25</c:v>
              </c:pt>
              <c:pt idx="182">
                <c:v>23-May-25</c:v>
              </c:pt>
              <c:pt idx="183">
                <c:v>28-May-25</c:v>
              </c:pt>
              <c:pt idx="184">
                <c:v>05-Jun-25</c:v>
              </c:pt>
              <c:pt idx="185">
                <c:v>13-Jun-25</c:v>
              </c:pt>
              <c:pt idx="186">
                <c:v>20-Jun-25</c:v>
              </c:pt>
              <c:pt idx="187">
                <c:v>26-Jun-25</c:v>
              </c:pt>
              <c:pt idx="188">
                <c:v>04-Jul-25</c:v>
              </c:pt>
              <c:pt idx="189">
                <c:v>11-Jul-25</c:v>
              </c:pt>
              <c:pt idx="190">
                <c:v>18-Jul-25</c:v>
              </c:pt>
              <c:pt idx="191">
                <c:v>25-Jul-25</c:v>
              </c:pt>
              <c:pt idx="192">
                <c:v>01-Aug-25</c:v>
              </c:pt>
              <c:pt idx="193">
                <c:v>08-Aug-25</c:v>
              </c:pt>
              <c:pt idx="194">
                <c:v>15-Aug-25</c:v>
              </c:pt>
              <c:pt idx="195">
                <c:v>22-Aug-25</c:v>
              </c:pt>
              <c:pt idx="196">
                <c:v>29-Aug-25</c:v>
              </c:pt>
              <c:pt idx="197">
                <c:v>04-Sept-25</c:v>
              </c:pt>
              <c:pt idx="198">
                <c:v>12-Sept-25</c:v>
              </c:pt>
              <c:pt idx="199">
                <c:v>19-Sept-25</c:v>
              </c:pt>
              <c:pt idx="200">
                <c:v>26-Sept-25</c:v>
              </c:pt>
              <c:pt idx="201">
                <c:v>03-Oct-25</c:v>
              </c:pt>
              <c:pt idx="202">
                <c:v>10-Oct-25</c:v>
              </c:pt>
              <c:pt idx="203">
                <c:v>17-Oct-25</c:v>
              </c:pt>
              <c:pt idx="204">
                <c:v>24-Oct-25</c:v>
              </c:pt>
              <c:pt idx="205">
                <c:v>31-Oct-25</c:v>
              </c:pt>
              <c:pt idx="206">
                <c:v>07-Nov-25</c:v>
              </c:pt>
              <c:pt idx="207">
                <c:v>14-Nov-25</c:v>
              </c:pt>
              <c:pt idx="208">
                <c:v>21-Nov-25</c:v>
              </c:pt>
              <c:pt idx="209">
                <c:v>28-Nov-25</c:v>
              </c:pt>
              <c:pt idx="210">
                <c:v>05-Dec-25</c:v>
              </c:pt>
              <c:pt idx="211">
                <c:v>12-Dec-25</c:v>
              </c:pt>
              <c:pt idx="212">
                <c:v>19-Dec-25</c:v>
              </c:pt>
              <c:pt idx="213">
                <c:v>24-Dec-25</c:v>
              </c:pt>
              <c:pt idx="214">
                <c:v>02-Jan-26</c:v>
              </c:pt>
              <c:pt idx="215">
                <c:v>09-Jan-26</c:v>
              </c:pt>
              <c:pt idx="216">
                <c:v>15-Jan-26</c:v>
              </c:pt>
              <c:pt idx="217">
                <c:v>23-Jan-26</c:v>
              </c:pt>
              <c:pt idx="218">
                <c:v>30-Jan-26</c:v>
              </c:pt>
              <c:pt idx="219">
                <c:v>06-Feb-26</c:v>
              </c:pt>
              <c:pt idx="220">
                <c:v>13-Feb-26</c:v>
              </c:pt>
              <c:pt idx="221">
                <c:v>20-Feb-26</c:v>
              </c:pt>
              <c:pt idx="222">
                <c:v>27-Feb-26</c:v>
              </c:pt>
              <c:pt idx="223">
                <c:v>06-Mar-26</c:v>
              </c:pt>
              <c:pt idx="224">
                <c:v>13-Mar-26</c:v>
              </c:pt>
              <c:pt idx="225">
                <c:v>17-Mar-26</c:v>
              </c:pt>
              <c:pt idx="226">
                <c:v>27-Mar-26</c:v>
              </c:pt>
              <c:pt idx="227">
                <c:v>02-Apr-26</c:v>
              </c:pt>
              <c:pt idx="228">
                <c:v>10-Apr-26</c:v>
              </c:pt>
              <c:pt idx="229">
                <c:v>17-Apr-26</c:v>
              </c:pt>
              <c:pt idx="230">
                <c:v>24-Apr-26</c:v>
              </c:pt>
              <c:pt idx="231">
                <c:v>30-Apr-26</c:v>
              </c:pt>
              <c:pt idx="232">
                <c:v>08-May-26</c:v>
              </c:pt>
              <c:pt idx="233">
                <c:v>13-May-26</c:v>
              </c:pt>
              <c:pt idx="234">
                <c:v>22-May-26</c:v>
              </c:pt>
              <c:pt idx="235">
                <c:v>29-May-26</c:v>
              </c:pt>
              <c:pt idx="236">
                <c:v>05-Jun-26</c:v>
              </c:pt>
              <c:pt idx="237">
                <c:v>12-Jun-26</c:v>
              </c:pt>
              <c:pt idx="238">
                <c:v>19-Jun-26</c:v>
              </c:pt>
              <c:pt idx="239">
                <c:v>26-Jun-26</c:v>
              </c:pt>
              <c:pt idx="240">
                <c:v>03-Jul-26</c:v>
              </c:pt>
              <c:pt idx="241">
                <c:v>10-Jul-26</c:v>
              </c:pt>
              <c:pt idx="242">
                <c:v>17-Jul-26</c:v>
              </c:pt>
              <c:pt idx="243">
                <c:v>24-Jul-26</c:v>
              </c:pt>
              <c:pt idx="244">
                <c:v>31-Jul-26</c:v>
              </c:pt>
              <c:pt idx="245">
                <c:v>07-Aug-26</c:v>
              </c:pt>
              <c:pt idx="246">
                <c:v>14-Aug-26</c:v>
              </c:pt>
              <c:pt idx="247">
                <c:v>21-Aug-26</c:v>
              </c:pt>
              <c:pt idx="248">
                <c:v>28-Aug-26</c:v>
              </c:pt>
              <c:pt idx="249">
                <c:v>04-Sept-26</c:v>
              </c:pt>
              <c:pt idx="250">
                <c:v>11-Sept-26</c:v>
              </c:pt>
              <c:pt idx="251">
                <c:v>18-Sept-26</c:v>
              </c:pt>
              <c:pt idx="252">
                <c:v>25-Sept-26</c:v>
              </c:pt>
              <c:pt idx="253">
                <c:v>02-Oct-26</c:v>
              </c:pt>
              <c:pt idx="254">
                <c:v>09-Oct-26</c:v>
              </c:pt>
              <c:pt idx="255">
                <c:v>12-Oct-26</c:v>
              </c:pt>
            </c:strLit>
          </c:cat>
          <c:val>
            <c:numLit>
              <c:formatCode>0.0</c:formatCode>
              <c:ptCount val="256"/>
              <c:pt idx="0">
                <c:v>-0.6861067209447619</c:v>
              </c:pt>
              <c:pt idx="1">
                <c:v>-0.6861067209447619</c:v>
              </c:pt>
              <c:pt idx="2">
                <c:v>-0.591209579958584</c:v>
              </c:pt>
              <c:pt idx="3">
                <c:v>-0.6861067209447619</c:v>
              </c:pt>
              <c:pt idx="4">
                <c:v>-0.6543854856151126</c:v>
              </c:pt>
              <c:pt idx="5">
                <c:v>-0.6226642502854632</c:v>
              </c:pt>
              <c:pt idx="6">
                <c:v>-0.6543854856151126</c:v>
              </c:pt>
              <c:pt idx="7">
                <c:v>-0.7178279562744112</c:v>
              </c:pt>
              <c:pt idx="8">
                <c:v>-0.9193510983686531</c:v>
              </c:pt>
              <c:pt idx="9">
                <c:v>-0.9041568932107538</c:v>
              </c:pt>
              <c:pt idx="10">
                <c:v>-0.8281858674212578</c:v>
              </c:pt>
              <c:pt idx="11">
                <c:v>-0.7522148416317618</c:v>
              </c:pt>
              <c:pt idx="12">
                <c:v>-0.5397625344239432</c:v>
              </c:pt>
              <c:pt idx="13">
                <c:v>-0.6461219705292373</c:v>
              </c:pt>
              <c:pt idx="14">
                <c:v>-0.4941799189502452</c:v>
              </c:pt>
              <c:pt idx="15">
                <c:v>-0.4182088931607492</c:v>
              </c:pt>
              <c:pt idx="16">
                <c:v>-0.5093741241081445</c:v>
              </c:pt>
              <c:pt idx="17">
                <c:v>-0.5397625344239432</c:v>
              </c:pt>
              <c:pt idx="18">
                <c:v>-0.5397625344239432</c:v>
              </c:pt>
              <c:pt idx="19">
                <c:v>-0.37262627768705125</c:v>
              </c:pt>
              <c:pt idx="20">
                <c:v>-0.4182088931607492</c:v>
              </c:pt>
              <c:pt idx="21">
                <c:v>-0.16843748556510738</c:v>
              </c:pt>
              <c:pt idx="22">
                <c:v>-0.28012822172580526</c:v>
              </c:pt>
              <c:pt idx="23">
                <c:v>-0.29585555688924486</c:v>
              </c:pt>
              <c:pt idx="24">
                <c:v>0.08639865708316699</c:v>
              </c:pt>
              <c:pt idx="25">
                <c:v>0.5163680065514372</c:v>
              </c:pt>
              <c:pt idx="26">
                <c:v>-0.21641918606373653</c:v>
              </c:pt>
              <c:pt idx="27">
                <c:v>-0.08900111473959964</c:v>
              </c:pt>
              <c:pt idx="28">
                <c:v>-0.025292079077530897</c:v>
              </c:pt>
              <c:pt idx="29">
                <c:v>0.038416956584537844</c:v>
              </c:pt>
              <c:pt idx="30">
                <c:v>0.022689621421098257</c:v>
              </c:pt>
              <c:pt idx="31">
                <c:v>-0.041019414240970484</c:v>
              </c:pt>
              <c:pt idx="32">
                <c:v>0.10212599224660658</c:v>
              </c:pt>
              <c:pt idx="33">
                <c:v>-0.51790420419679</c:v>
              </c:pt>
              <c:pt idx="34">
                <c:v>-0.5946749249945964</c:v>
              </c:pt>
              <c:pt idx="35">
                <c:v>-0.7788713419087779</c:v>
              </c:pt>
              <c:pt idx="36">
                <c:v>-0.36436276260117656</c:v>
              </c:pt>
              <c:pt idx="37">
                <c:v>-0.10339562488918796</c:v>
              </c:pt>
              <c:pt idx="38">
                <c:v>-0.11885639504985743</c:v>
              </c:pt>
              <c:pt idx="39">
                <c:v>0.019490841387856075</c:v>
              </c:pt>
              <c:pt idx="40">
                <c:v>0.034685046545755396</c:v>
              </c:pt>
              <c:pt idx="41">
                <c:v>0.034685046545755396</c:v>
              </c:pt>
              <c:pt idx="42">
                <c:v>0.24980300378127648</c:v>
              </c:pt>
              <c:pt idx="43">
                <c:v>0.38788367521622047</c:v>
              </c:pt>
              <c:pt idx="44">
                <c:v>0.4033444453768893</c:v>
              </c:pt>
              <c:pt idx="45">
                <c:v>0.46465439601402686</c:v>
              </c:pt>
              <c:pt idx="46">
                <c:v>0.3423010597425225</c:v>
              </c:pt>
              <c:pt idx="47">
                <c:v>0.3423010597425225</c:v>
              </c:pt>
              <c:pt idx="48">
                <c:v>0.3276399845901634</c:v>
              </c:pt>
              <c:pt idx="49">
                <c:v>0.8850274053825712</c:v>
              </c:pt>
              <c:pt idx="50">
                <c:v>0.7970609544684181</c:v>
              </c:pt>
              <c:pt idx="51">
                <c:v>0.7677388041636999</c:v>
              </c:pt>
              <c:pt idx="52">
                <c:v>0.9290106308396483</c:v>
              </c:pt>
              <c:pt idx="53">
                <c:v>0.7823998793160589</c:v>
              </c:pt>
              <c:pt idx="54">
                <c:v>0.7823998793160589</c:v>
              </c:pt>
              <c:pt idx="55">
                <c:v>0.9876549314490833</c:v>
              </c:pt>
              <c:pt idx="56">
                <c:v>0.6357891277924708</c:v>
              </c:pt>
              <c:pt idx="57">
                <c:v>0.738416653858983</c:v>
              </c:pt>
              <c:pt idx="58">
                <c:v>0.6357891277924708</c:v>
              </c:pt>
              <c:pt idx="59">
                <c:v>0.19009244316075974</c:v>
              </c:pt>
              <c:pt idx="60">
                <c:v>0.12238493245713901</c:v>
              </c:pt>
              <c:pt idx="61">
                <c:v>-0.2161526210609664</c:v>
              </c:pt>
              <c:pt idx="62">
                <c:v>0.21701550844054607</c:v>
              </c:pt>
              <c:pt idx="63">
                <c:v>0.24420513872310312</c:v>
              </c:pt>
              <c:pt idx="64">
                <c:v>0.19009244316075974</c:v>
              </c:pt>
              <c:pt idx="65">
                <c:v>0.3932149752716231</c:v>
              </c:pt>
              <c:pt idx="66">
                <c:v>0.3932149752716231</c:v>
              </c:pt>
              <c:pt idx="67">
                <c:v>0.29831783428544534</c:v>
              </c:pt>
              <c:pt idx="68">
                <c:v>0.2577999538643805</c:v>
              </c:pt>
              <c:pt idx="69">
                <c:v>0.43373285569268794</c:v>
              </c:pt>
              <c:pt idx="70">
                <c:v>0.2847230191441668</c:v>
              </c:pt>
              <c:pt idx="71">
                <c:v>0.7181577136484506</c:v>
              </c:pt>
              <c:pt idx="72">
                <c:v>0.7128264135930468</c:v>
              </c:pt>
              <c:pt idx="73">
                <c:v>0.7269543587398655</c:v>
              </c:pt>
              <c:pt idx="74">
                <c:v>0.7842658343354505</c:v>
              </c:pt>
              <c:pt idx="75">
                <c:v>0.7269543587398655</c:v>
              </c:pt>
              <c:pt idx="76">
                <c:v>0.7269543587398655</c:v>
              </c:pt>
              <c:pt idx="77">
                <c:v>0.7269543587398655</c:v>
              </c:pt>
              <c:pt idx="78">
                <c:v>0.5270306066622438</c:v>
              </c:pt>
              <c:pt idx="79">
                <c:v>0.6128645375542359</c:v>
              </c:pt>
              <c:pt idx="80">
                <c:v>0.6699094481470512</c:v>
              </c:pt>
              <c:pt idx="81">
                <c:v>0.5843420822578287</c:v>
              </c:pt>
              <c:pt idx="82">
                <c:v>0.6699094481470512</c:v>
              </c:pt>
              <c:pt idx="83">
                <c:v>0.6984319034434584</c:v>
              </c:pt>
              <c:pt idx="84">
                <c:v>0.6128645375542359</c:v>
              </c:pt>
              <c:pt idx="85">
                <c:v>0.4148067404960068</c:v>
              </c:pt>
              <c:pt idx="86">
                <c:v>0.36096060993643414</c:v>
              </c:pt>
              <c:pt idx="87">
                <c:v>0.6301912627342974</c:v>
              </c:pt>
              <c:pt idx="88">
                <c:v>0.7917296544130153</c:v>
              </c:pt>
              <c:pt idx="89">
                <c:v>0.9532680460917333</c:v>
              </c:pt>
              <c:pt idx="90">
                <c:v>1.0340372419310924</c:v>
              </c:pt>
              <c:pt idx="91">
                <c:v>1.1955756336098102</c:v>
              </c:pt>
              <c:pt idx="92">
                <c:v>1.0340372419310924</c:v>
              </c:pt>
              <c:pt idx="93">
                <c:v>1.168652568330024</c:v>
              </c:pt>
              <c:pt idx="94">
                <c:v>1.3571140252885283</c:v>
              </c:pt>
              <c:pt idx="95">
                <c:v>1.168652568330024</c:v>
              </c:pt>
              <c:pt idx="96">
                <c:v>1.1955756336098102</c:v>
              </c:pt>
              <c:pt idx="97">
                <c:v>1.2763448294491693</c:v>
              </c:pt>
              <c:pt idx="98">
                <c:v>0.9753929413216561</c:v>
              </c:pt>
              <c:pt idx="99">
                <c:v>0.9753929413216561</c:v>
              </c:pt>
              <c:pt idx="100">
                <c:v>1.0265734218535274</c:v>
              </c:pt>
              <c:pt idx="101">
                <c:v>0.6941668633991362</c:v>
              </c:pt>
              <c:pt idx="102">
                <c:v>0.642986382867265</c:v>
              </c:pt>
              <c:pt idx="103">
                <c:v>0.7709375841969427</c:v>
              </c:pt>
              <c:pt idx="104">
                <c:v>0.7197571036650714</c:v>
              </c:pt>
              <c:pt idx="105">
                <c:v>0.8474417399919784</c:v>
              </c:pt>
              <c:pt idx="106">
                <c:v>0.8218514997260433</c:v>
              </c:pt>
              <c:pt idx="107">
                <c:v>0.8474417399919784</c:v>
              </c:pt>
              <c:pt idx="108">
                <c:v>0.642986382867265</c:v>
              </c:pt>
              <c:pt idx="109">
                <c:v>0.8474417399919784</c:v>
              </c:pt>
              <c:pt idx="110">
                <c:v>0.9242124607897848</c:v>
              </c:pt>
              <c:pt idx="111">
                <c:v>0.584875212263369</c:v>
              </c:pt>
              <c:pt idx="112">
                <c:v>0.9426054459809269</c:v>
              </c:pt>
              <c:pt idx="113">
                <c:v>1.0854842874657333</c:v>
              </c:pt>
              <c:pt idx="114">
                <c:v>1.0380357169726449</c:v>
              </c:pt>
              <c:pt idx="115">
                <c:v>0.8231843247398946</c:v>
              </c:pt>
              <c:pt idx="116">
                <c:v>1.1809145584574512</c:v>
              </c:pt>
              <c:pt idx="117">
                <c:v>1.4432145211832899</c:v>
              </c:pt>
              <c:pt idx="118">
                <c:v>1.681790198662585</c:v>
              </c:pt>
              <c:pt idx="119">
                <c:v>1.538644792175008</c:v>
              </c:pt>
              <c:pt idx="120">
                <c:v>1.5149205069284633</c:v>
              </c:pt>
              <c:pt idx="121">
                <c:v>1.6100842129174118</c:v>
              </c:pt>
              <c:pt idx="122">
                <c:v>1.8723841756432504</c:v>
              </c:pt>
              <c:pt idx="123">
                <c:v>1.538644792175008</c:v>
              </c:pt>
              <c:pt idx="124">
                <c:v>2.308751085178005</c:v>
              </c:pt>
              <c:pt idx="125">
                <c:v>1.8694519606127784</c:v>
              </c:pt>
              <c:pt idx="126">
                <c:v>1.7660247395379562</c:v>
              </c:pt>
              <c:pt idx="127">
                <c:v>1.791881544806662</c:v>
              </c:pt>
              <c:pt idx="128">
                <c:v>1.1715847833604949</c:v>
              </c:pt>
              <c:pt idx="129">
                <c:v>1.300868809704024</c:v>
              </c:pt>
              <c:pt idx="130">
                <c:v>1.6108839079257216</c:v>
              </c:pt>
              <c:pt idx="131">
                <c:v>1.0684241272884425</c:v>
              </c:pt>
              <c:pt idx="132">
                <c:v>0.9132832956762088</c:v>
              </c:pt>
              <c:pt idx="133">
                <c:v>1.300868809704024</c:v>
              </c:pt>
              <c:pt idx="134">
                <c:v>0.758142464063974</c:v>
              </c:pt>
              <c:pt idx="135">
                <c:v>1.1457279780917902</c:v>
              </c:pt>
              <c:pt idx="136">
                <c:v>0.830115014811918</c:v>
              </c:pt>
              <c:pt idx="137">
                <c:v>1.0990791026070117</c:v>
              </c:pt>
              <c:pt idx="138">
                <c:v>1.0990791026070117</c:v>
              </c:pt>
              <c:pt idx="139">
                <c:v>1.1969084586236605</c:v>
              </c:pt>
              <c:pt idx="140">
                <c:v>1.221432438878516</c:v>
              </c:pt>
              <c:pt idx="141">
                <c:v>1.465872546418754</c:v>
              </c:pt>
              <c:pt idx="142">
                <c:v>1.5149205069284633</c:v>
              </c:pt>
              <c:pt idx="143">
                <c:v>1.7348366342138468</c:v>
              </c:pt>
              <c:pt idx="144">
                <c:v>1.7105792189617628</c:v>
              </c:pt>
              <c:pt idx="145">
                <c:v>1.783884594723557</c:v>
              </c:pt>
              <c:pt idx="146">
                <c:v>1.9059713659922906</c:v>
              </c:pt>
              <c:pt idx="147">
                <c:v>1.9304953462471464</c:v>
              </c:pt>
              <c:pt idx="148">
                <c:v>1.9550193265020008</c:v>
              </c:pt>
              <c:pt idx="149">
                <c:v>1.7105792189617628</c:v>
              </c:pt>
              <c:pt idx="150">
                <c:v>1.1689191333327935</c:v>
              </c:pt>
              <c:pt idx="151">
                <c:v>1.1689191333327935</c:v>
              </c:pt>
              <c:pt idx="152">
                <c:v>1.3744407504685887</c:v>
              </c:pt>
              <c:pt idx="153">
                <c:v>1.260350929282959</c:v>
              </c:pt>
              <c:pt idx="154">
                <c:v>0.8946237454822972</c:v>
              </c:pt>
              <c:pt idx="155">
                <c:v>0.5974037673935669</c:v>
              </c:pt>
              <c:pt idx="156">
                <c:v>0.6203283576318007</c:v>
              </c:pt>
              <c:pt idx="157">
                <c:v>0.5288965616816352</c:v>
              </c:pt>
              <c:pt idx="158">
                <c:v>0.4374647657314698</c:v>
              </c:pt>
              <c:pt idx="159">
                <c:v>0.5059719714434016</c:v>
              </c:pt>
              <c:pt idx="160">
                <c:v>0.3231083795430706</c:v>
              </c:pt>
              <c:pt idx="161">
                <c:v>0.0029638112161060933</c:v>
              </c:pt>
              <c:pt idx="162">
                <c:v>0.1173201974045059</c:v>
              </c:pt>
              <c:pt idx="163">
                <c:v>-0.10072997486148665</c:v>
              </c:pt>
              <c:pt idx="164">
                <c:v>-0.2761297466842533</c:v>
              </c:pt>
              <c:pt idx="165">
                <c:v>-0.03515498418002698</c:v>
              </c:pt>
              <c:pt idx="166">
                <c:v>0.18422801309981682</c:v>
              </c:pt>
              <c:pt idx="167">
                <c:v>0.0965281271884332</c:v>
              </c:pt>
              <c:pt idx="168">
                <c:v>-0.6706459507840924</c:v>
              </c:pt>
              <c:pt idx="169">
                <c:v>-0.6925042810112456</c:v>
              </c:pt>
              <c:pt idx="170">
                <c:v>-0.7364875064683222</c:v>
              </c:pt>
              <c:pt idx="171">
                <c:v>-1.1528620407953152</c:v>
              </c:pt>
              <c:pt idx="172">
                <c:v>-0.9422756886068869</c:v>
              </c:pt>
              <c:pt idx="173">
                <c:v>-1.0299755745182706</c:v>
              </c:pt>
              <c:pt idx="174">
                <c:v>-1.3194651675266662</c:v>
              </c:pt>
              <c:pt idx="175">
                <c:v>-0.09539867480608341</c:v>
              </c:pt>
              <c:pt idx="176">
                <c:v>-0.19322803082273265</c:v>
              </c:pt>
              <c:pt idx="177">
                <c:v>-0.6826413759087495</c:v>
              </c:pt>
              <c:pt idx="178">
                <c:v>-0.3888867428560311</c:v>
              </c:pt>
              <c:pt idx="179">
                <c:v>-0.33024244224659605</c:v>
              </c:pt>
              <c:pt idx="180">
                <c:v>-0.5163048141801686</c:v>
              </c:pt>
              <c:pt idx="181">
                <c:v>0.17383197799177988</c:v>
              </c:pt>
              <c:pt idx="182">
                <c:v>0.12505058248484033</c:v>
              </c:pt>
              <c:pt idx="183">
                <c:v>0.002697246213335961</c:v>
              </c:pt>
              <c:pt idx="184">
                <c:v>-0.2177520110775878</c:v>
              </c:pt>
              <c:pt idx="185">
                <c:v>-0.14418007031302296</c:v>
              </c:pt>
              <c:pt idx="186">
                <c:v>-0.35956459255131357</c:v>
              </c:pt>
              <c:pt idx="187">
                <c:v>-0.26653340658452734</c:v>
              </c:pt>
              <c:pt idx="188">
                <c:v>-0.7658096567730404</c:v>
              </c:pt>
              <c:pt idx="189">
                <c:v>-0.5514913945458302</c:v>
              </c:pt>
              <c:pt idx="190">
                <c:v>-0.7658096567730404</c:v>
              </c:pt>
              <c:pt idx="191">
                <c:v>-0.8124585322578182</c:v>
              </c:pt>
              <c:pt idx="192">
                <c:v>-0.9617349338091089</c:v>
              </c:pt>
              <c:pt idx="193">
                <c:v>-0.8311180824517298</c:v>
              </c:pt>
              <c:pt idx="194">
                <c:v>-0.6631821307065281</c:v>
              </c:pt>
              <c:pt idx="195">
                <c:v>-0.6258630303187054</c:v>
              </c:pt>
              <c:pt idx="196">
                <c:v>-0.7751394318699956</c:v>
              </c:pt>
              <c:pt idx="197">
                <c:v>-0.821788307354774</c:v>
              </c:pt>
              <c:pt idx="198">
                <c:v>-0.9710647089060648</c:v>
              </c:pt>
              <c:pt idx="199">
                <c:v>-1.1014149952606738</c:v>
              </c:pt>
              <c:pt idx="200">
                <c:v>-1.064095894872851</c:v>
              </c:pt>
              <c:pt idx="201">
                <c:v>-1.378109468136102</c:v>
              </c:pt>
              <c:pt idx="202">
                <c:v>-1.4308893386845933</c:v>
              </c:pt>
              <c:pt idx="203">
                <c:v>-1.6076219355212107</c:v>
              </c:pt>
              <c:pt idx="204">
                <c:v>-1.1659237259310529</c:v>
              </c:pt>
              <c:pt idx="205">
                <c:v>-1.0158476293714518</c:v>
              </c:pt>
              <c:pt idx="206">
                <c:v>-0.9891911290944355</c:v>
              </c:pt>
              <c:pt idx="207">
                <c:v>-0.9891911290944355</c:v>
              </c:pt>
              <c:pt idx="208">
                <c:v>-0.8127250972605884</c:v>
              </c:pt>
              <c:pt idx="209">
                <c:v>-0.9185514033603427</c:v>
              </c:pt>
              <c:pt idx="210">
                <c:v>-0.8567083227176655</c:v>
              </c:pt>
              <c:pt idx="211">
                <c:v>-0.9273480484517583</c:v>
              </c:pt>
              <c:pt idx="212">
                <c:v>-0.6138676051940477</c:v>
              </c:pt>
              <c:pt idx="213">
                <c:v>-0.7242255163408949</c:v>
              </c:pt>
              <c:pt idx="214">
                <c:v>-0.8910952080750162</c:v>
              </c:pt>
              <c:pt idx="215">
                <c:v>-1.1576602108451781</c:v>
              </c:pt>
              <c:pt idx="216">
                <c:v>-0.9630677588229596</c:v>
              </c:pt>
              <c:pt idx="217">
                <c:v>-0.9630677588229596</c:v>
              </c:pt>
              <c:pt idx="218">
                <c:v>-1.106746295316077</c:v>
              </c:pt>
              <c:pt idx="219">
                <c:v>-0.912153843293859</c:v>
              </c:pt>
              <c:pt idx="220">
                <c:v>-0.8910952080750162</c:v>
              </c:pt>
              <c:pt idx="221">
                <c:v>-0.8487113726345603</c:v>
              </c:pt>
              <c:pt idx="222">
                <c:v>-0.7218264313159631</c:v>
              </c:pt>
              <c:pt idx="223">
                <c:v>-0.9713312739088349</c:v>
              </c:pt>
              <c:pt idx="224">
                <c:v>-1.1659237259310529</c:v>
              </c:pt>
              <c:pt idx="225">
                <c:v>-1.182983886108343</c:v>
              </c:pt>
              <c:pt idx="226">
                <c:v>-1.1576602108451781</c:v>
              </c:pt>
              <c:pt idx="227">
                <c:v>-1.395169628313392</c:v>
              </c:pt>
              <c:pt idx="228">
                <c:v>-1.3789091631444121</c:v>
              </c:pt>
              <c:pt idx="229">
                <c:v>-1.4196936085682466</c:v>
              </c:pt>
              <c:pt idx="230">
                <c:v>-1.5175229645848964</c:v>
              </c:pt>
              <c:pt idx="231">
                <c:v>-1.6070888055156705</c:v>
              </c:pt>
              <c:pt idx="232">
                <c:v>-1.411430093482372</c:v>
              </c:pt>
              <c:pt idx="233">
                <c:v>-1.7619630721251345</c:v>
              </c:pt>
              <c:pt idx="234">
                <c:v>-1.827271497803824</c:v>
              </c:pt>
              <c:pt idx="235">
                <c:v>-1.8597924281417837</c:v>
              </c:pt>
              <c:pt idx="236">
                <c:v>-2.055451140175083</c:v>
              </c:pt>
              <c:pt idx="237">
                <c:v>-1.7619630721251345</c:v>
              </c:pt>
              <c:pt idx="238">
                <c:v>-1.67239723119436</c:v>
              </c:pt>
              <c:pt idx="239">
                <c:v>-1.9330978039035784</c:v>
              </c:pt>
              <c:pt idx="240">
                <c:v>-1.6974543414547554</c:v>
              </c:pt>
              <c:pt idx="241">
                <c:v>-1.6364109558203885</c:v>
              </c:pt>
              <c:pt idx="242">
                <c:v>-1.2885436272053272</c:v>
              </c:pt>
              <c:pt idx="243">
                <c:v>-1.5929608603688523</c:v>
              </c:pt>
              <c:pt idx="244">
                <c:v>-1.5407141198259005</c:v>
              </c:pt>
              <c:pt idx="245">
                <c:v>-1.497264024374364</c:v>
              </c:pt>
              <c:pt idx="246">
                <c:v>-1.5583074100087309</c:v>
              </c:pt>
              <c:pt idx="247">
                <c:v>-1.5145907495544244</c:v>
              </c:pt>
              <c:pt idx="248">
                <c:v>-1.4887339442857186</c:v>
              </c:pt>
              <c:pt idx="249">
                <c:v>-1.340790367748279</c:v>
              </c:pt>
              <c:pt idx="250">
                <c:v>-1.3930371082912305</c:v>
              </c:pt>
              <c:pt idx="251">
                <c:v>-1.4799372991943036</c:v>
              </c:pt>
              <c:pt idx="252">
                <c:v>-1.6364109558203885</c:v>
              </c:pt>
              <c:pt idx="253">
                <c:v>-1.6798610512719248</c:v>
              </c:pt>
              <c:pt idx="254">
                <c:v>-1.6713309711832793</c:v>
              </c:pt>
              <c:pt idx="255">
                <c:v>-1.6974543414547554</c:v>
              </c:pt>
            </c:numLit>
          </c:val>
          <c:smooth val="0"/>
        </c:ser>
        <c:ser>
          <c:idx val="2"/>
          <c:order val="2"/>
          <c:tx>
            <c:v>−2σ</c:v>
          </c:tx>
          <c:spPr>
            <a:ln xmlns:a="http://schemas.openxmlformats.org/drawingml/2006/main" w="9525">
              <a:solidFill>
                <a:srgbClr val="A6A6A6"/>
              </a:solidFill>
              <a:prstDash val="dash"/>
            </a:ln>
          </c:spPr>
          <c:marker>
            <c:symbol val="none"/>
          </c:marker>
          <c:cat>
            <c:strLit>
              <c:ptCount val="256"/>
              <c:pt idx="0">
                <c:v>05-Nov-21</c:v>
              </c:pt>
              <c:pt idx="1">
                <c:v>12-Nov-21</c:v>
              </c:pt>
              <c:pt idx="2">
                <c:v>19-Nov-21</c:v>
              </c:pt>
              <c:pt idx="3">
                <c:v>26-Nov-21</c:v>
              </c:pt>
              <c:pt idx="4">
                <c:v>03-Dec-21</c:v>
              </c:pt>
              <c:pt idx="5">
                <c:v>10-Dec-21</c:v>
              </c:pt>
              <c:pt idx="6">
                <c:v>17-Dec-21</c:v>
              </c:pt>
              <c:pt idx="7">
                <c:v>24-Dec-21</c:v>
              </c:pt>
              <c:pt idx="8">
                <c:v>30-Dec-21</c:v>
              </c:pt>
              <c:pt idx="9">
                <c:v>07-Jan-22</c:v>
              </c:pt>
              <c:pt idx="10">
                <c:v>14-Jan-22</c:v>
              </c:pt>
              <c:pt idx="11">
                <c:v>21-Jan-22</c:v>
              </c:pt>
              <c:pt idx="12">
                <c:v>28-Jan-22</c:v>
              </c:pt>
              <c:pt idx="13">
                <c:v>04-Feb-22</c:v>
              </c:pt>
              <c:pt idx="14">
                <c:v>11-Feb-22</c:v>
              </c:pt>
              <c:pt idx="15">
                <c:v>18-Feb-22</c:v>
              </c:pt>
              <c:pt idx="16">
                <c:v>25-Feb-22</c:v>
              </c:pt>
              <c:pt idx="17">
                <c:v>04-Mar-22</c:v>
              </c:pt>
              <c:pt idx="18">
                <c:v>11-Mar-22</c:v>
              </c:pt>
              <c:pt idx="19">
                <c:v>18-Mar-22</c:v>
              </c:pt>
              <c:pt idx="20">
                <c:v>25-Mar-22</c:v>
              </c:pt>
              <c:pt idx="21">
                <c:v>01-Apr-22</c:v>
              </c:pt>
              <c:pt idx="22">
                <c:v>08-Apr-22</c:v>
              </c:pt>
              <c:pt idx="23">
                <c:v>14-Apr-22</c:v>
              </c:pt>
              <c:pt idx="24">
                <c:v>22-Apr-22</c:v>
              </c:pt>
              <c:pt idx="25">
                <c:v>28-Apr-22</c:v>
              </c:pt>
              <c:pt idx="26">
                <c:v>13-May-22</c:v>
              </c:pt>
              <c:pt idx="27">
                <c:v>20-May-22</c:v>
              </c:pt>
              <c:pt idx="28">
                <c:v>27-May-22</c:v>
              </c:pt>
              <c:pt idx="29">
                <c:v>03-Jun-22</c:v>
              </c:pt>
              <c:pt idx="30">
                <c:v>10-Jun-22</c:v>
              </c:pt>
              <c:pt idx="31">
                <c:v>17-Jun-22</c:v>
              </c:pt>
              <c:pt idx="32">
                <c:v>24-Jun-22</c:v>
              </c:pt>
              <c:pt idx="33">
                <c:v>01-Jul-22</c:v>
              </c:pt>
              <c:pt idx="34">
                <c:v>08-Jul-22</c:v>
              </c:pt>
              <c:pt idx="35">
                <c:v>15-Jul-22</c:v>
              </c:pt>
              <c:pt idx="36">
                <c:v>22-Jul-22</c:v>
              </c:pt>
              <c:pt idx="37">
                <c:v>29-Jul-22</c:v>
              </c:pt>
              <c:pt idx="38">
                <c:v>05-Aug-22</c:v>
              </c:pt>
              <c:pt idx="39">
                <c:v>12-Aug-22</c:v>
              </c:pt>
              <c:pt idx="40">
                <c:v>19-Aug-22</c:v>
              </c:pt>
              <c:pt idx="41">
                <c:v>26-Aug-22</c:v>
              </c:pt>
              <c:pt idx="42">
                <c:v>02-Sept-22</c:v>
              </c:pt>
              <c:pt idx="43">
                <c:v>09-Sept-22</c:v>
              </c:pt>
              <c:pt idx="44">
                <c:v>16-Sept-22</c:v>
              </c:pt>
              <c:pt idx="45">
                <c:v>23-Sept-22</c:v>
              </c:pt>
              <c:pt idx="46">
                <c:v>30-Sept-22</c:v>
              </c:pt>
              <c:pt idx="47">
                <c:v>07-Oct-22</c:v>
              </c:pt>
              <c:pt idx="48">
                <c:v>14-Oct-22</c:v>
              </c:pt>
              <c:pt idx="49">
                <c:v>21-Oct-22</c:v>
              </c:pt>
              <c:pt idx="50">
                <c:v>28-Oct-22</c:v>
              </c:pt>
              <c:pt idx="51">
                <c:v>04-Nov-22</c:v>
              </c:pt>
              <c:pt idx="52">
                <c:v>11-Nov-22</c:v>
              </c:pt>
              <c:pt idx="53">
                <c:v>18-Nov-22</c:v>
              </c:pt>
              <c:pt idx="54">
                <c:v>25-Nov-22</c:v>
              </c:pt>
              <c:pt idx="55">
                <c:v>02-Dec-22</c:v>
              </c:pt>
              <c:pt idx="56">
                <c:v>09-Dec-22</c:v>
              </c:pt>
              <c:pt idx="57">
                <c:v>16-Dec-22</c:v>
              </c:pt>
              <c:pt idx="58">
                <c:v>23-Dec-22</c:v>
              </c:pt>
              <c:pt idx="59">
                <c:v>30-Dec-22</c:v>
              </c:pt>
              <c:pt idx="60">
                <c:v>06-Jan-23</c:v>
              </c:pt>
              <c:pt idx="61">
                <c:v>13-Jan-23</c:v>
              </c:pt>
              <c:pt idx="62">
                <c:v>20-Jan-23</c:v>
              </c:pt>
              <c:pt idx="63">
                <c:v>27-Jan-23</c:v>
              </c:pt>
              <c:pt idx="64">
                <c:v>03-Feb-23</c:v>
              </c:pt>
              <c:pt idx="65">
                <c:v>10-Feb-23</c:v>
              </c:pt>
              <c:pt idx="66">
                <c:v>17-Feb-23</c:v>
              </c:pt>
              <c:pt idx="67">
                <c:v>24-Feb-23</c:v>
              </c:pt>
              <c:pt idx="68">
                <c:v>03-Mar-23</c:v>
              </c:pt>
              <c:pt idx="69">
                <c:v>10-Mar-23</c:v>
              </c:pt>
              <c:pt idx="70">
                <c:v>17-Mar-23</c:v>
              </c:pt>
              <c:pt idx="71">
                <c:v>24-Mar-23</c:v>
              </c:pt>
              <c:pt idx="72">
                <c:v>31-Mar-23</c:v>
              </c:pt>
              <c:pt idx="73">
                <c:v>06-Apr-23</c:v>
              </c:pt>
              <c:pt idx="74">
                <c:v>14-Apr-23</c:v>
              </c:pt>
              <c:pt idx="75">
                <c:v>18-Apr-23</c:v>
              </c:pt>
              <c:pt idx="76">
                <c:v>28-Apr-23</c:v>
              </c:pt>
              <c:pt idx="77">
                <c:v>05-May-23</c:v>
              </c:pt>
              <c:pt idx="78">
                <c:v>12-May-23</c:v>
              </c:pt>
              <c:pt idx="79">
                <c:v>19-May-23</c:v>
              </c:pt>
              <c:pt idx="80">
                <c:v>26-May-23</c:v>
              </c:pt>
              <c:pt idx="81">
                <c:v>31-May-23</c:v>
              </c:pt>
              <c:pt idx="82">
                <c:v>09-Jun-23</c:v>
              </c:pt>
              <c:pt idx="83">
                <c:v>16-Jun-23</c:v>
              </c:pt>
              <c:pt idx="84">
                <c:v>23-Jun-23</c:v>
              </c:pt>
              <c:pt idx="85">
                <c:v>27-Jun-23</c:v>
              </c:pt>
              <c:pt idx="86">
                <c:v>07-Jul-23</c:v>
              </c:pt>
              <c:pt idx="87">
                <c:v>14-Jul-23</c:v>
              </c:pt>
              <c:pt idx="88">
                <c:v>21-Jul-23</c:v>
              </c:pt>
              <c:pt idx="89">
                <c:v>28-Jul-23</c:v>
              </c:pt>
              <c:pt idx="90">
                <c:v>04-Aug-23</c:v>
              </c:pt>
              <c:pt idx="91">
                <c:v>11-Aug-23</c:v>
              </c:pt>
              <c:pt idx="92">
                <c:v>18-Aug-23</c:v>
              </c:pt>
              <c:pt idx="93">
                <c:v>25-Aug-23</c:v>
              </c:pt>
              <c:pt idx="94">
                <c:v>01-Sept-23</c:v>
              </c:pt>
              <c:pt idx="95">
                <c:v>08-Sept-23</c:v>
              </c:pt>
              <c:pt idx="96">
                <c:v>15-Sept-23</c:v>
              </c:pt>
              <c:pt idx="97">
                <c:v>22-Sept-23</c:v>
              </c:pt>
              <c:pt idx="98">
                <c:v>29-Sept-23</c:v>
              </c:pt>
              <c:pt idx="99">
                <c:v>06-Oct-23</c:v>
              </c:pt>
              <c:pt idx="100">
                <c:v>13-Oct-23</c:v>
              </c:pt>
              <c:pt idx="101">
                <c:v>20-Oct-23</c:v>
              </c:pt>
              <c:pt idx="102">
                <c:v>27-Oct-23</c:v>
              </c:pt>
              <c:pt idx="103">
                <c:v>03-Nov-23</c:v>
              </c:pt>
              <c:pt idx="104">
                <c:v>10-Nov-23</c:v>
              </c:pt>
              <c:pt idx="105">
                <c:v>17-Nov-23</c:v>
              </c:pt>
              <c:pt idx="106">
                <c:v>24-Nov-23</c:v>
              </c:pt>
              <c:pt idx="107">
                <c:v>01-Dec-23</c:v>
              </c:pt>
              <c:pt idx="108">
                <c:v>08-Dec-23</c:v>
              </c:pt>
              <c:pt idx="109">
                <c:v>15-Dec-23</c:v>
              </c:pt>
              <c:pt idx="110">
                <c:v>22-Dec-23</c:v>
              </c:pt>
              <c:pt idx="111">
                <c:v>29-Dec-23</c:v>
              </c:pt>
              <c:pt idx="112">
                <c:v>05-Jan-24</c:v>
              </c:pt>
              <c:pt idx="113">
                <c:v>12-Jan-24</c:v>
              </c:pt>
              <c:pt idx="114">
                <c:v>19-Jan-24</c:v>
              </c:pt>
              <c:pt idx="115">
                <c:v>26-Jan-24</c:v>
              </c:pt>
              <c:pt idx="116">
                <c:v>02-Feb-24</c:v>
              </c:pt>
              <c:pt idx="117">
                <c:v>07-Feb-24</c:v>
              </c:pt>
              <c:pt idx="118">
                <c:v>16-Feb-24</c:v>
              </c:pt>
              <c:pt idx="119">
                <c:v>23-Feb-24</c:v>
              </c:pt>
              <c:pt idx="120">
                <c:v>01-Mar-24</c:v>
              </c:pt>
              <c:pt idx="121">
                <c:v>08-Mar-24</c:v>
              </c:pt>
              <c:pt idx="122">
                <c:v>15-Mar-24</c:v>
              </c:pt>
              <c:pt idx="123">
                <c:v>22-Mar-24</c:v>
              </c:pt>
              <c:pt idx="124">
                <c:v>28-Mar-24</c:v>
              </c:pt>
              <c:pt idx="125">
                <c:v>05-Apr-24</c:v>
              </c:pt>
              <c:pt idx="126">
                <c:v>19-Apr-24</c:v>
              </c:pt>
              <c:pt idx="127">
                <c:v>26-Apr-24</c:v>
              </c:pt>
              <c:pt idx="128">
                <c:v>03-May-24</c:v>
              </c:pt>
              <c:pt idx="129">
                <c:v>08-May-24</c:v>
              </c:pt>
              <c:pt idx="130">
                <c:v>17-May-24</c:v>
              </c:pt>
              <c:pt idx="131">
                <c:v>22-May-24</c:v>
              </c:pt>
              <c:pt idx="132">
                <c:v>31-May-24</c:v>
              </c:pt>
              <c:pt idx="133">
                <c:v>07-Jun-24</c:v>
              </c:pt>
              <c:pt idx="134">
                <c:v>14-Jun-24</c:v>
              </c:pt>
              <c:pt idx="135">
                <c:v>21-Jun-24</c:v>
              </c:pt>
              <c:pt idx="136">
                <c:v>28-Jun-24</c:v>
              </c:pt>
              <c:pt idx="137">
                <c:v>05-Jul-24</c:v>
              </c:pt>
              <c:pt idx="138">
                <c:v>12-Jul-24</c:v>
              </c:pt>
              <c:pt idx="139">
                <c:v>19-Jul-24</c:v>
              </c:pt>
              <c:pt idx="140">
                <c:v>26-Jul-24</c:v>
              </c:pt>
              <c:pt idx="141">
                <c:v>02-Aug-24</c:v>
              </c:pt>
              <c:pt idx="142">
                <c:v>09-Aug-24</c:v>
              </c:pt>
              <c:pt idx="143">
                <c:v>16-Aug-24</c:v>
              </c:pt>
              <c:pt idx="144">
                <c:v>23-Aug-24</c:v>
              </c:pt>
              <c:pt idx="145">
                <c:v>30-Aug-24</c:v>
              </c:pt>
              <c:pt idx="146">
                <c:v>06-Sept-24</c:v>
              </c:pt>
              <c:pt idx="147">
                <c:v>13-Sept-24</c:v>
              </c:pt>
              <c:pt idx="148">
                <c:v>20-Sept-24</c:v>
              </c:pt>
              <c:pt idx="149">
                <c:v>27-Sept-24</c:v>
              </c:pt>
              <c:pt idx="150">
                <c:v>04-Oct-24</c:v>
              </c:pt>
              <c:pt idx="151">
                <c:v>11-Oct-24</c:v>
              </c:pt>
              <c:pt idx="152">
                <c:v>18-Oct-24</c:v>
              </c:pt>
              <c:pt idx="153">
                <c:v>25-Oct-24</c:v>
              </c:pt>
              <c:pt idx="154">
                <c:v>01-Nov-24</c:v>
              </c:pt>
              <c:pt idx="155">
                <c:v>08-Nov-24</c:v>
              </c:pt>
              <c:pt idx="156">
                <c:v>15-Nov-24</c:v>
              </c:pt>
              <c:pt idx="157">
                <c:v>22-Nov-24</c:v>
              </c:pt>
              <c:pt idx="158">
                <c:v>29-Nov-24</c:v>
              </c:pt>
              <c:pt idx="159">
                <c:v>06-Dec-24</c:v>
              </c:pt>
              <c:pt idx="160">
                <c:v>13-Dec-24</c:v>
              </c:pt>
              <c:pt idx="161">
                <c:v>20-Dec-24</c:v>
              </c:pt>
              <c:pt idx="162">
                <c:v>27-Dec-24</c:v>
              </c:pt>
              <c:pt idx="163">
                <c:v>03-Jan-25</c:v>
              </c:pt>
              <c:pt idx="164">
                <c:v>10-Jan-25</c:v>
              </c:pt>
              <c:pt idx="165">
                <c:v>17-Jan-25</c:v>
              </c:pt>
              <c:pt idx="166">
                <c:v>24-Jan-25</c:v>
              </c:pt>
              <c:pt idx="167">
                <c:v>31-Jan-25</c:v>
              </c:pt>
              <c:pt idx="168">
                <c:v>07-Feb-25</c:v>
              </c:pt>
              <c:pt idx="169">
                <c:v>14-Feb-25</c:v>
              </c:pt>
              <c:pt idx="170">
                <c:v>21-Feb-25</c:v>
              </c:pt>
              <c:pt idx="171">
                <c:v>28-Feb-25</c:v>
              </c:pt>
              <c:pt idx="172">
                <c:v>07-Mar-25</c:v>
              </c:pt>
              <c:pt idx="173">
                <c:v>14-Mar-25</c:v>
              </c:pt>
              <c:pt idx="174">
                <c:v>21-Mar-25</c:v>
              </c:pt>
              <c:pt idx="175">
                <c:v>27-Mar-25</c:v>
              </c:pt>
              <c:pt idx="176">
                <c:v>11-Apr-25</c:v>
              </c:pt>
              <c:pt idx="177">
                <c:v>17-Apr-25</c:v>
              </c:pt>
              <c:pt idx="178">
                <c:v>25-Apr-25</c:v>
              </c:pt>
              <c:pt idx="179">
                <c:v>02-May-25</c:v>
              </c:pt>
              <c:pt idx="180">
                <c:v>09-May-25</c:v>
              </c:pt>
              <c:pt idx="181">
                <c:v>16-May-25</c:v>
              </c:pt>
              <c:pt idx="182">
                <c:v>23-May-25</c:v>
              </c:pt>
              <c:pt idx="183">
                <c:v>28-May-25</c:v>
              </c:pt>
              <c:pt idx="184">
                <c:v>05-Jun-25</c:v>
              </c:pt>
              <c:pt idx="185">
                <c:v>13-Jun-25</c:v>
              </c:pt>
              <c:pt idx="186">
                <c:v>20-Jun-25</c:v>
              </c:pt>
              <c:pt idx="187">
                <c:v>26-Jun-25</c:v>
              </c:pt>
              <c:pt idx="188">
                <c:v>04-Jul-25</c:v>
              </c:pt>
              <c:pt idx="189">
                <c:v>11-Jul-25</c:v>
              </c:pt>
              <c:pt idx="190">
                <c:v>18-Jul-25</c:v>
              </c:pt>
              <c:pt idx="191">
                <c:v>25-Jul-25</c:v>
              </c:pt>
              <c:pt idx="192">
                <c:v>01-Aug-25</c:v>
              </c:pt>
              <c:pt idx="193">
                <c:v>08-Aug-25</c:v>
              </c:pt>
              <c:pt idx="194">
                <c:v>15-Aug-25</c:v>
              </c:pt>
              <c:pt idx="195">
                <c:v>22-Aug-25</c:v>
              </c:pt>
              <c:pt idx="196">
                <c:v>29-Aug-25</c:v>
              </c:pt>
              <c:pt idx="197">
                <c:v>04-Sept-25</c:v>
              </c:pt>
              <c:pt idx="198">
                <c:v>12-Sept-25</c:v>
              </c:pt>
              <c:pt idx="199">
                <c:v>19-Sept-25</c:v>
              </c:pt>
              <c:pt idx="200">
                <c:v>26-Sept-25</c:v>
              </c:pt>
              <c:pt idx="201">
                <c:v>03-Oct-25</c:v>
              </c:pt>
              <c:pt idx="202">
                <c:v>10-Oct-25</c:v>
              </c:pt>
              <c:pt idx="203">
                <c:v>17-Oct-25</c:v>
              </c:pt>
              <c:pt idx="204">
                <c:v>24-Oct-25</c:v>
              </c:pt>
              <c:pt idx="205">
                <c:v>31-Oct-25</c:v>
              </c:pt>
              <c:pt idx="206">
                <c:v>07-Nov-25</c:v>
              </c:pt>
              <c:pt idx="207">
                <c:v>14-Nov-25</c:v>
              </c:pt>
              <c:pt idx="208">
                <c:v>21-Nov-25</c:v>
              </c:pt>
              <c:pt idx="209">
                <c:v>28-Nov-25</c:v>
              </c:pt>
              <c:pt idx="210">
                <c:v>05-Dec-25</c:v>
              </c:pt>
              <c:pt idx="211">
                <c:v>12-Dec-25</c:v>
              </c:pt>
              <c:pt idx="212">
                <c:v>19-Dec-25</c:v>
              </c:pt>
              <c:pt idx="213">
                <c:v>24-Dec-25</c:v>
              </c:pt>
              <c:pt idx="214">
                <c:v>02-Jan-26</c:v>
              </c:pt>
              <c:pt idx="215">
                <c:v>09-Jan-26</c:v>
              </c:pt>
              <c:pt idx="216">
                <c:v>15-Jan-26</c:v>
              </c:pt>
              <c:pt idx="217">
                <c:v>23-Jan-26</c:v>
              </c:pt>
              <c:pt idx="218">
                <c:v>30-Jan-26</c:v>
              </c:pt>
              <c:pt idx="219">
                <c:v>06-Feb-26</c:v>
              </c:pt>
              <c:pt idx="220">
                <c:v>13-Feb-26</c:v>
              </c:pt>
              <c:pt idx="221">
                <c:v>20-Feb-26</c:v>
              </c:pt>
              <c:pt idx="222">
                <c:v>27-Feb-26</c:v>
              </c:pt>
              <c:pt idx="223">
                <c:v>06-Mar-26</c:v>
              </c:pt>
              <c:pt idx="224">
                <c:v>13-Mar-26</c:v>
              </c:pt>
              <c:pt idx="225">
                <c:v>17-Mar-26</c:v>
              </c:pt>
              <c:pt idx="226">
                <c:v>27-Mar-26</c:v>
              </c:pt>
              <c:pt idx="227">
                <c:v>02-Apr-26</c:v>
              </c:pt>
              <c:pt idx="228">
                <c:v>10-Apr-26</c:v>
              </c:pt>
              <c:pt idx="229">
                <c:v>17-Apr-26</c:v>
              </c:pt>
              <c:pt idx="230">
                <c:v>24-Apr-26</c:v>
              </c:pt>
              <c:pt idx="231">
                <c:v>30-Apr-26</c:v>
              </c:pt>
              <c:pt idx="232">
                <c:v>08-May-26</c:v>
              </c:pt>
              <c:pt idx="233">
                <c:v>13-May-26</c:v>
              </c:pt>
              <c:pt idx="234">
                <c:v>22-May-26</c:v>
              </c:pt>
              <c:pt idx="235">
                <c:v>29-May-26</c:v>
              </c:pt>
              <c:pt idx="236">
                <c:v>05-Jun-26</c:v>
              </c:pt>
              <c:pt idx="237">
                <c:v>12-Jun-26</c:v>
              </c:pt>
              <c:pt idx="238">
                <c:v>19-Jun-26</c:v>
              </c:pt>
              <c:pt idx="239">
                <c:v>26-Jun-26</c:v>
              </c:pt>
              <c:pt idx="240">
                <c:v>03-Jul-26</c:v>
              </c:pt>
              <c:pt idx="241">
                <c:v>10-Jul-26</c:v>
              </c:pt>
              <c:pt idx="242">
                <c:v>17-Jul-26</c:v>
              </c:pt>
              <c:pt idx="243">
                <c:v>24-Jul-26</c:v>
              </c:pt>
              <c:pt idx="244">
                <c:v>31-Jul-26</c:v>
              </c:pt>
              <c:pt idx="245">
                <c:v>07-Aug-26</c:v>
              </c:pt>
              <c:pt idx="246">
                <c:v>14-Aug-26</c:v>
              </c:pt>
              <c:pt idx="247">
                <c:v>21-Aug-26</c:v>
              </c:pt>
              <c:pt idx="248">
                <c:v>28-Aug-26</c:v>
              </c:pt>
              <c:pt idx="249">
                <c:v>04-Sept-26</c:v>
              </c:pt>
              <c:pt idx="250">
                <c:v>11-Sept-26</c:v>
              </c:pt>
              <c:pt idx="251">
                <c:v>18-Sept-26</c:v>
              </c:pt>
              <c:pt idx="252">
                <c:v>25-Sept-26</c:v>
              </c:pt>
              <c:pt idx="253">
                <c:v>02-Oct-26</c:v>
              </c:pt>
              <c:pt idx="254">
                <c:v>09-Oct-26</c:v>
              </c:pt>
              <c:pt idx="255">
                <c:v>12-Oct-26</c:v>
              </c:pt>
            </c:strLit>
          </c:cat>
          <c:val>
            <c:numLit>
              <c:formatCode>0.0</c:formatCode>
              <c:ptCount val="256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-2</c:v>
              </c:pt>
              <c:pt idx="4">
                <c:v>-2</c:v>
              </c:pt>
              <c:pt idx="5">
                <c:v>-2</c:v>
              </c:pt>
              <c:pt idx="6">
                <c:v>-2</c:v>
              </c:pt>
              <c:pt idx="7">
                <c:v>-2</c:v>
              </c:pt>
              <c:pt idx="8">
                <c:v>-2</c:v>
              </c:pt>
              <c:pt idx="9">
                <c:v>-2</c:v>
              </c:pt>
              <c:pt idx="10">
                <c:v>-2</c:v>
              </c:pt>
              <c:pt idx="11">
                <c:v>-2</c:v>
              </c:pt>
              <c:pt idx="12">
                <c:v>-2</c:v>
              </c:pt>
              <c:pt idx="13">
                <c:v>-2</c:v>
              </c:pt>
              <c:pt idx="14">
                <c:v>-2</c:v>
              </c:pt>
              <c:pt idx="15">
                <c:v>-2</c:v>
              </c:pt>
              <c:pt idx="16">
                <c:v>-2</c:v>
              </c:pt>
              <c:pt idx="17">
                <c:v>-2</c:v>
              </c:pt>
              <c:pt idx="18">
                <c:v>-2</c:v>
              </c:pt>
              <c:pt idx="19">
                <c:v>-2</c:v>
              </c:pt>
              <c:pt idx="20">
                <c:v>-2</c:v>
              </c:pt>
              <c:pt idx="21">
                <c:v>-2</c:v>
              </c:pt>
              <c:pt idx="22">
                <c:v>-2</c:v>
              </c:pt>
              <c:pt idx="23">
                <c:v>-2</c:v>
              </c:pt>
              <c:pt idx="24">
                <c:v>-2</c:v>
              </c:pt>
              <c:pt idx="25">
                <c:v>-2</c:v>
              </c:pt>
              <c:pt idx="26">
                <c:v>-2</c:v>
              </c:pt>
              <c:pt idx="27">
                <c:v>-2</c:v>
              </c:pt>
              <c:pt idx="28">
                <c:v>-2</c:v>
              </c:pt>
              <c:pt idx="29">
                <c:v>-2</c:v>
              </c:pt>
              <c:pt idx="30">
                <c:v>-2</c:v>
              </c:pt>
              <c:pt idx="31">
                <c:v>-2</c:v>
              </c:pt>
              <c:pt idx="32">
                <c:v>-2</c:v>
              </c:pt>
              <c:pt idx="33">
                <c:v>-2</c:v>
              </c:pt>
              <c:pt idx="34">
                <c:v>-2</c:v>
              </c:pt>
              <c:pt idx="35">
                <c:v>-2</c:v>
              </c:pt>
              <c:pt idx="36">
                <c:v>-2</c:v>
              </c:pt>
              <c:pt idx="37">
                <c:v>-2</c:v>
              </c:pt>
              <c:pt idx="38">
                <c:v>-2</c:v>
              </c:pt>
              <c:pt idx="39">
                <c:v>-2</c:v>
              </c:pt>
              <c:pt idx="40">
                <c:v>-2</c:v>
              </c:pt>
              <c:pt idx="41">
                <c:v>-2</c:v>
              </c:pt>
              <c:pt idx="42">
                <c:v>-2</c:v>
              </c:pt>
              <c:pt idx="43">
                <c:v>-2</c:v>
              </c:pt>
              <c:pt idx="44">
                <c:v>-2</c:v>
              </c:pt>
              <c:pt idx="45">
                <c:v>-2</c:v>
              </c:pt>
              <c:pt idx="46">
                <c:v>-2</c:v>
              </c:pt>
              <c:pt idx="47">
                <c:v>-2</c:v>
              </c:pt>
              <c:pt idx="48">
                <c:v>-2</c:v>
              </c:pt>
              <c:pt idx="49">
                <c:v>-2</c:v>
              </c:pt>
              <c:pt idx="50">
                <c:v>-2</c:v>
              </c:pt>
              <c:pt idx="51">
                <c:v>-2</c:v>
              </c:pt>
              <c:pt idx="52">
                <c:v>-2</c:v>
              </c:pt>
              <c:pt idx="53">
                <c:v>-2</c:v>
              </c:pt>
              <c:pt idx="54">
                <c:v>-2</c:v>
              </c:pt>
              <c:pt idx="55">
                <c:v>-2</c:v>
              </c:pt>
              <c:pt idx="56">
                <c:v>-2</c:v>
              </c:pt>
              <c:pt idx="57">
                <c:v>-2</c:v>
              </c:pt>
              <c:pt idx="58">
                <c:v>-2</c:v>
              </c:pt>
              <c:pt idx="59">
                <c:v>-2</c:v>
              </c:pt>
              <c:pt idx="60">
                <c:v>-2</c:v>
              </c:pt>
              <c:pt idx="61">
                <c:v>-2</c:v>
              </c:pt>
              <c:pt idx="62">
                <c:v>-2</c:v>
              </c:pt>
              <c:pt idx="63">
                <c:v>-2</c:v>
              </c:pt>
              <c:pt idx="64">
                <c:v>-2</c:v>
              </c:pt>
              <c:pt idx="65">
                <c:v>-2</c:v>
              </c:pt>
              <c:pt idx="66">
                <c:v>-2</c:v>
              </c:pt>
              <c:pt idx="67">
                <c:v>-2</c:v>
              </c:pt>
              <c:pt idx="68">
                <c:v>-2</c:v>
              </c:pt>
              <c:pt idx="69">
                <c:v>-2</c:v>
              </c:pt>
              <c:pt idx="70">
                <c:v>-2</c:v>
              </c:pt>
              <c:pt idx="71">
                <c:v>-2</c:v>
              </c:pt>
              <c:pt idx="72">
                <c:v>-2</c:v>
              </c:pt>
              <c:pt idx="73">
                <c:v>-2</c:v>
              </c:pt>
              <c:pt idx="74">
                <c:v>-2</c:v>
              </c:pt>
              <c:pt idx="75">
                <c:v>-2</c:v>
              </c:pt>
              <c:pt idx="76">
                <c:v>-2</c:v>
              </c:pt>
              <c:pt idx="77">
                <c:v>-2</c:v>
              </c:pt>
              <c:pt idx="78">
                <c:v>-2</c:v>
              </c:pt>
              <c:pt idx="79">
                <c:v>-2</c:v>
              </c:pt>
              <c:pt idx="80">
                <c:v>-2</c:v>
              </c:pt>
              <c:pt idx="81">
                <c:v>-2</c:v>
              </c:pt>
              <c:pt idx="82">
                <c:v>-2</c:v>
              </c:pt>
              <c:pt idx="83">
                <c:v>-2</c:v>
              </c:pt>
              <c:pt idx="84">
                <c:v>-2</c:v>
              </c:pt>
              <c:pt idx="85">
                <c:v>-2</c:v>
              </c:pt>
              <c:pt idx="86">
                <c:v>-2</c:v>
              </c:pt>
              <c:pt idx="87">
                <c:v>-2</c:v>
              </c:pt>
              <c:pt idx="88">
                <c:v>-2</c:v>
              </c:pt>
              <c:pt idx="89">
                <c:v>-2</c:v>
              </c:pt>
              <c:pt idx="90">
                <c:v>-2</c:v>
              </c:pt>
              <c:pt idx="91">
                <c:v>-2</c:v>
              </c:pt>
              <c:pt idx="92">
                <c:v>-2</c:v>
              </c:pt>
              <c:pt idx="93">
                <c:v>-2</c:v>
              </c:pt>
              <c:pt idx="94">
                <c:v>-2</c:v>
              </c:pt>
              <c:pt idx="95">
                <c:v>-2</c:v>
              </c:pt>
              <c:pt idx="96">
                <c:v>-2</c:v>
              </c:pt>
              <c:pt idx="97">
                <c:v>-2</c:v>
              </c:pt>
              <c:pt idx="98">
                <c:v>-2</c:v>
              </c:pt>
              <c:pt idx="99">
                <c:v>-2</c:v>
              </c:pt>
              <c:pt idx="100">
                <c:v>-2</c:v>
              </c:pt>
              <c:pt idx="101">
                <c:v>-2</c:v>
              </c:pt>
              <c:pt idx="102">
                <c:v>-2</c:v>
              </c:pt>
              <c:pt idx="103">
                <c:v>-2</c:v>
              </c:pt>
              <c:pt idx="104">
                <c:v>-2</c:v>
              </c:pt>
              <c:pt idx="105">
                <c:v>-2</c:v>
              </c:pt>
              <c:pt idx="106">
                <c:v>-2</c:v>
              </c:pt>
              <c:pt idx="107">
                <c:v>-2</c:v>
              </c:pt>
              <c:pt idx="108">
                <c:v>-2</c:v>
              </c:pt>
              <c:pt idx="109">
                <c:v>-2</c:v>
              </c:pt>
              <c:pt idx="110">
                <c:v>-2</c:v>
              </c:pt>
              <c:pt idx="111">
                <c:v>-2</c:v>
              </c:pt>
              <c:pt idx="112">
                <c:v>-2</c:v>
              </c:pt>
              <c:pt idx="113">
                <c:v>-2</c:v>
              </c:pt>
              <c:pt idx="114">
                <c:v>-2</c:v>
              </c:pt>
              <c:pt idx="115">
                <c:v>-2</c:v>
              </c:pt>
              <c:pt idx="116">
                <c:v>-2</c:v>
              </c:pt>
              <c:pt idx="117">
                <c:v>-2</c:v>
              </c:pt>
              <c:pt idx="118">
                <c:v>-2</c:v>
              </c:pt>
              <c:pt idx="119">
                <c:v>-2</c:v>
              </c:pt>
              <c:pt idx="120">
                <c:v>-2</c:v>
              </c:pt>
              <c:pt idx="121">
                <c:v>-2</c:v>
              </c:pt>
              <c:pt idx="122">
                <c:v>-2</c:v>
              </c:pt>
              <c:pt idx="123">
                <c:v>-2</c:v>
              </c:pt>
              <c:pt idx="124">
                <c:v>-2</c:v>
              </c:pt>
              <c:pt idx="125">
                <c:v>-2</c:v>
              </c:pt>
              <c:pt idx="126">
                <c:v>-2</c:v>
              </c:pt>
              <c:pt idx="127">
                <c:v>-2</c:v>
              </c:pt>
              <c:pt idx="128">
                <c:v>-2</c:v>
              </c:pt>
              <c:pt idx="129">
                <c:v>-2</c:v>
              </c:pt>
              <c:pt idx="130">
                <c:v>-2</c:v>
              </c:pt>
              <c:pt idx="131">
                <c:v>-2</c:v>
              </c:pt>
              <c:pt idx="132">
                <c:v>-2</c:v>
              </c:pt>
              <c:pt idx="133">
                <c:v>-2</c:v>
              </c:pt>
              <c:pt idx="134">
                <c:v>-2</c:v>
              </c:pt>
              <c:pt idx="135">
                <c:v>-2</c:v>
              </c:pt>
              <c:pt idx="136">
                <c:v>-2</c:v>
              </c:pt>
              <c:pt idx="137">
                <c:v>-2</c:v>
              </c:pt>
              <c:pt idx="138">
                <c:v>-2</c:v>
              </c:pt>
              <c:pt idx="139">
                <c:v>-2</c:v>
              </c:pt>
              <c:pt idx="140">
                <c:v>-2</c:v>
              </c:pt>
              <c:pt idx="141">
                <c:v>-2</c:v>
              </c:pt>
              <c:pt idx="142">
                <c:v>-2</c:v>
              </c:pt>
              <c:pt idx="143">
                <c:v>-2</c:v>
              </c:pt>
              <c:pt idx="144">
                <c:v>-2</c:v>
              </c:pt>
              <c:pt idx="145">
                <c:v>-2</c:v>
              </c:pt>
              <c:pt idx="146">
                <c:v>-2</c:v>
              </c:pt>
              <c:pt idx="147">
                <c:v>-2</c:v>
              </c:pt>
              <c:pt idx="148">
                <c:v>-2</c:v>
              </c:pt>
              <c:pt idx="149">
                <c:v>-2</c:v>
              </c:pt>
              <c:pt idx="150">
                <c:v>-2</c:v>
              </c:pt>
              <c:pt idx="151">
                <c:v>-2</c:v>
              </c:pt>
              <c:pt idx="152">
                <c:v>-2</c:v>
              </c:pt>
              <c:pt idx="153">
                <c:v>-2</c:v>
              </c:pt>
              <c:pt idx="154">
                <c:v>-2</c:v>
              </c:pt>
              <c:pt idx="155">
                <c:v>-2</c:v>
              </c:pt>
              <c:pt idx="156">
                <c:v>-2</c:v>
              </c:pt>
              <c:pt idx="157">
                <c:v>-2</c:v>
              </c:pt>
              <c:pt idx="158">
                <c:v>-2</c:v>
              </c:pt>
              <c:pt idx="159">
                <c:v>-2</c:v>
              </c:pt>
              <c:pt idx="160">
                <c:v>-2</c:v>
              </c:pt>
              <c:pt idx="161">
                <c:v>-2</c:v>
              </c:pt>
              <c:pt idx="162">
                <c:v>-2</c:v>
              </c:pt>
              <c:pt idx="163">
                <c:v>-2</c:v>
              </c:pt>
              <c:pt idx="164">
                <c:v>-2</c:v>
              </c:pt>
              <c:pt idx="165">
                <c:v>-2</c:v>
              </c:pt>
              <c:pt idx="166">
                <c:v>-2</c:v>
              </c:pt>
              <c:pt idx="167">
                <c:v>-2</c:v>
              </c:pt>
              <c:pt idx="168">
                <c:v>-2</c:v>
              </c:pt>
              <c:pt idx="169">
                <c:v>-2</c:v>
              </c:pt>
              <c:pt idx="170">
                <c:v>-2</c:v>
              </c:pt>
              <c:pt idx="171">
                <c:v>-2</c:v>
              </c:pt>
              <c:pt idx="172">
                <c:v>-2</c:v>
              </c:pt>
              <c:pt idx="173">
                <c:v>-2</c:v>
              </c:pt>
              <c:pt idx="174">
                <c:v>-2</c:v>
              </c:pt>
              <c:pt idx="175">
                <c:v>-2</c:v>
              </c:pt>
              <c:pt idx="176">
                <c:v>-2</c:v>
              </c:pt>
              <c:pt idx="177">
                <c:v>-2</c:v>
              </c:pt>
              <c:pt idx="178">
                <c:v>-2</c:v>
              </c:pt>
              <c:pt idx="179">
                <c:v>-2</c:v>
              </c:pt>
              <c:pt idx="180">
                <c:v>-2</c:v>
              </c:pt>
              <c:pt idx="181">
                <c:v>-2</c:v>
              </c:pt>
              <c:pt idx="182">
                <c:v>-2</c:v>
              </c:pt>
              <c:pt idx="183">
                <c:v>-2</c:v>
              </c:pt>
              <c:pt idx="184">
                <c:v>-2</c:v>
              </c:pt>
              <c:pt idx="185">
                <c:v>-2</c:v>
              </c:pt>
              <c:pt idx="186">
                <c:v>-2</c:v>
              </c:pt>
              <c:pt idx="187">
                <c:v>-2</c:v>
              </c:pt>
              <c:pt idx="188">
                <c:v>-2</c:v>
              </c:pt>
              <c:pt idx="189">
                <c:v>-2</c:v>
              </c:pt>
              <c:pt idx="190">
                <c:v>-2</c:v>
              </c:pt>
              <c:pt idx="191">
                <c:v>-2</c:v>
              </c:pt>
              <c:pt idx="192">
                <c:v>-2</c:v>
              </c:pt>
              <c:pt idx="193">
                <c:v>-2</c:v>
              </c:pt>
              <c:pt idx="194">
                <c:v>-2</c:v>
              </c:pt>
              <c:pt idx="195">
                <c:v>-2</c:v>
              </c:pt>
              <c:pt idx="196">
                <c:v>-2</c:v>
              </c:pt>
              <c:pt idx="197">
                <c:v>-2</c:v>
              </c:pt>
              <c:pt idx="198">
                <c:v>-2</c:v>
              </c:pt>
              <c:pt idx="199">
                <c:v>-2</c:v>
              </c:pt>
              <c:pt idx="200">
                <c:v>-2</c:v>
              </c:pt>
              <c:pt idx="201">
                <c:v>-2</c:v>
              </c:pt>
              <c:pt idx="202">
                <c:v>-2</c:v>
              </c:pt>
              <c:pt idx="203">
                <c:v>-2</c:v>
              </c:pt>
              <c:pt idx="204">
                <c:v>-2</c:v>
              </c:pt>
              <c:pt idx="205">
                <c:v>-2</c:v>
              </c:pt>
              <c:pt idx="206">
                <c:v>-2</c:v>
              </c:pt>
              <c:pt idx="207">
                <c:v>-2</c:v>
              </c:pt>
              <c:pt idx="208">
                <c:v>-2</c:v>
              </c:pt>
              <c:pt idx="209">
                <c:v>-2</c:v>
              </c:pt>
              <c:pt idx="210">
                <c:v>-2</c:v>
              </c:pt>
              <c:pt idx="211">
                <c:v>-2</c:v>
              </c:pt>
              <c:pt idx="212">
                <c:v>-2</c:v>
              </c:pt>
              <c:pt idx="213">
                <c:v>-2</c:v>
              </c:pt>
              <c:pt idx="214">
                <c:v>-2</c:v>
              </c:pt>
              <c:pt idx="215">
                <c:v>-2</c:v>
              </c:pt>
              <c:pt idx="216">
                <c:v>-2</c:v>
              </c:pt>
              <c:pt idx="217">
                <c:v>-2</c:v>
              </c:pt>
              <c:pt idx="218">
                <c:v>-2</c:v>
              </c:pt>
              <c:pt idx="219">
                <c:v>-2</c:v>
              </c:pt>
              <c:pt idx="220">
                <c:v>-2</c:v>
              </c:pt>
              <c:pt idx="221">
                <c:v>-2</c:v>
              </c:pt>
              <c:pt idx="222">
                <c:v>-2</c:v>
              </c:pt>
              <c:pt idx="223">
                <c:v>-2</c:v>
              </c:pt>
              <c:pt idx="224">
                <c:v>-2</c:v>
              </c:pt>
              <c:pt idx="225">
                <c:v>-2</c:v>
              </c:pt>
              <c:pt idx="226">
                <c:v>-2</c:v>
              </c:pt>
              <c:pt idx="227">
                <c:v>-2</c:v>
              </c:pt>
              <c:pt idx="228">
                <c:v>-2</c:v>
              </c:pt>
              <c:pt idx="229">
                <c:v>-2</c:v>
              </c:pt>
              <c:pt idx="230">
                <c:v>-2</c:v>
              </c:pt>
              <c:pt idx="231">
                <c:v>-2</c:v>
              </c:pt>
              <c:pt idx="232">
                <c:v>-2</c:v>
              </c:pt>
              <c:pt idx="233">
                <c:v>-2</c:v>
              </c:pt>
              <c:pt idx="234">
                <c:v>-2</c:v>
              </c:pt>
              <c:pt idx="235">
                <c:v>-2</c:v>
              </c:pt>
              <c:pt idx="236">
                <c:v>-2</c:v>
              </c:pt>
              <c:pt idx="237">
                <c:v>-2</c:v>
              </c:pt>
              <c:pt idx="238">
                <c:v>-2</c:v>
              </c:pt>
              <c:pt idx="239">
                <c:v>-2</c:v>
              </c:pt>
              <c:pt idx="240">
                <c:v>-2</c:v>
              </c:pt>
              <c:pt idx="241">
                <c:v>-2</c:v>
              </c:pt>
              <c:pt idx="242">
                <c:v>-2</c:v>
              </c:pt>
              <c:pt idx="243">
                <c:v>-2</c:v>
              </c:pt>
              <c:pt idx="244">
                <c:v>-2</c:v>
              </c:pt>
              <c:pt idx="245">
                <c:v>-2</c:v>
              </c:pt>
              <c:pt idx="246">
                <c:v>-2</c:v>
              </c:pt>
              <c:pt idx="247">
                <c:v>-2</c:v>
              </c:pt>
              <c:pt idx="248">
                <c:v>-2</c:v>
              </c:pt>
              <c:pt idx="249">
                <c:v>-2</c:v>
              </c:pt>
              <c:pt idx="250">
                <c:v>-2</c:v>
              </c:pt>
              <c:pt idx="251">
                <c:v>-2</c:v>
              </c:pt>
              <c:pt idx="252">
                <c:v>-2</c:v>
              </c:pt>
              <c:pt idx="253">
                <c:v>-2</c:v>
              </c:pt>
              <c:pt idx="254">
                <c:v>-2</c:v>
              </c:pt>
              <c:pt idx="255">
                <c:v>-2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-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D4D4D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Dividend yield</c:v>
          </c:tx>
          <c:spPr>
            <a:ln xmlns:a="http://schemas.openxmlformats.org/drawingml/2006/main" w="28575">
              <a:solidFill>
                <a:srgbClr val="F36F2B"/>
              </a:solidFill>
              <a:prstDash val="solid"/>
            </a:ln>
          </c:spPr>
          <c:marker>
            <c:symbol val="none"/>
          </c:marker>
          <c:cat>
            <c:strLit>
              <c:ptCount val="205"/>
              <c:pt idx="0">
                <c:v>04-Nov-22</c:v>
              </c:pt>
              <c:pt idx="1">
                <c:v>11-Nov-22</c:v>
              </c:pt>
              <c:pt idx="2">
                <c:v>18-Nov-22</c:v>
              </c:pt>
              <c:pt idx="3">
                <c:v>25-Nov-22</c:v>
              </c:pt>
              <c:pt idx="4">
                <c:v>02-Dec-22</c:v>
              </c:pt>
              <c:pt idx="5">
                <c:v>09-Dec-22</c:v>
              </c:pt>
              <c:pt idx="6">
                <c:v>16-Dec-22</c:v>
              </c:pt>
              <c:pt idx="7">
                <c:v>23-Dec-22</c:v>
              </c:pt>
              <c:pt idx="8">
                <c:v>30-Dec-22</c:v>
              </c:pt>
              <c:pt idx="9">
                <c:v>06-Jan-23</c:v>
              </c:pt>
              <c:pt idx="10">
                <c:v>13-Jan-23</c:v>
              </c:pt>
              <c:pt idx="11">
                <c:v>20-Jan-23</c:v>
              </c:pt>
              <c:pt idx="12">
                <c:v>27-Jan-23</c:v>
              </c:pt>
              <c:pt idx="13">
                <c:v>03-Feb-23</c:v>
              </c:pt>
              <c:pt idx="14">
                <c:v>10-Feb-23</c:v>
              </c:pt>
              <c:pt idx="15">
                <c:v>17-Feb-23</c:v>
              </c:pt>
              <c:pt idx="16">
                <c:v>24-Feb-23</c:v>
              </c:pt>
              <c:pt idx="17">
                <c:v>03-Mar-23</c:v>
              </c:pt>
              <c:pt idx="18">
                <c:v>10-Mar-23</c:v>
              </c:pt>
              <c:pt idx="19">
                <c:v>17-Mar-23</c:v>
              </c:pt>
              <c:pt idx="20">
                <c:v>24-Mar-23</c:v>
              </c:pt>
              <c:pt idx="21">
                <c:v>31-Mar-23</c:v>
              </c:pt>
              <c:pt idx="22">
                <c:v>06-Apr-23</c:v>
              </c:pt>
              <c:pt idx="23">
                <c:v>14-Apr-23</c:v>
              </c:pt>
              <c:pt idx="24">
                <c:v>18-Apr-23</c:v>
              </c:pt>
              <c:pt idx="25">
                <c:v>28-Apr-23</c:v>
              </c:pt>
              <c:pt idx="26">
                <c:v>05-May-23</c:v>
              </c:pt>
              <c:pt idx="27">
                <c:v>12-May-23</c:v>
              </c:pt>
              <c:pt idx="28">
                <c:v>19-May-23</c:v>
              </c:pt>
              <c:pt idx="29">
                <c:v>26-May-23</c:v>
              </c:pt>
              <c:pt idx="30">
                <c:v>31-May-23</c:v>
              </c:pt>
              <c:pt idx="31">
                <c:v>09-Jun-23</c:v>
              </c:pt>
              <c:pt idx="32">
                <c:v>16-Jun-23</c:v>
              </c:pt>
              <c:pt idx="33">
                <c:v>23-Jun-23</c:v>
              </c:pt>
              <c:pt idx="34">
                <c:v>27-Jun-23</c:v>
              </c:pt>
              <c:pt idx="35">
                <c:v>07-Jul-23</c:v>
              </c:pt>
              <c:pt idx="36">
                <c:v>14-Jul-23</c:v>
              </c:pt>
              <c:pt idx="37">
                <c:v>21-Jul-23</c:v>
              </c:pt>
              <c:pt idx="38">
                <c:v>28-Jul-23</c:v>
              </c:pt>
              <c:pt idx="39">
                <c:v>04-Aug-23</c:v>
              </c:pt>
              <c:pt idx="40">
                <c:v>11-Aug-23</c:v>
              </c:pt>
              <c:pt idx="41">
                <c:v>18-Aug-23</c:v>
              </c:pt>
              <c:pt idx="42">
                <c:v>25-Aug-23</c:v>
              </c:pt>
              <c:pt idx="43">
                <c:v>01-Sept-23</c:v>
              </c:pt>
              <c:pt idx="44">
                <c:v>08-Sept-23</c:v>
              </c:pt>
              <c:pt idx="45">
                <c:v>15-Sept-23</c:v>
              </c:pt>
              <c:pt idx="46">
                <c:v>22-Sept-23</c:v>
              </c:pt>
              <c:pt idx="47">
                <c:v>29-Sept-23</c:v>
              </c:pt>
              <c:pt idx="48">
                <c:v>06-Oct-23</c:v>
              </c:pt>
              <c:pt idx="49">
                <c:v>13-Oct-23</c:v>
              </c:pt>
              <c:pt idx="50">
                <c:v>20-Oct-23</c:v>
              </c:pt>
              <c:pt idx="51">
                <c:v>27-Oct-23</c:v>
              </c:pt>
              <c:pt idx="52">
                <c:v>03-Nov-23</c:v>
              </c:pt>
              <c:pt idx="53">
                <c:v>10-Nov-23</c:v>
              </c:pt>
              <c:pt idx="54">
                <c:v>17-Nov-23</c:v>
              </c:pt>
              <c:pt idx="55">
                <c:v>24-Nov-23</c:v>
              </c:pt>
              <c:pt idx="56">
                <c:v>01-Dec-23</c:v>
              </c:pt>
              <c:pt idx="57">
                <c:v>08-Dec-23</c:v>
              </c:pt>
              <c:pt idx="58">
                <c:v>15-Dec-23</c:v>
              </c:pt>
              <c:pt idx="59">
                <c:v>22-Dec-23</c:v>
              </c:pt>
              <c:pt idx="60">
                <c:v>29-Dec-23</c:v>
              </c:pt>
              <c:pt idx="61">
                <c:v>05-Jan-24</c:v>
              </c:pt>
              <c:pt idx="62">
                <c:v>12-Jan-24</c:v>
              </c:pt>
              <c:pt idx="63">
                <c:v>19-Jan-24</c:v>
              </c:pt>
              <c:pt idx="64">
                <c:v>26-Jan-24</c:v>
              </c:pt>
              <c:pt idx="65">
                <c:v>02-Feb-24</c:v>
              </c:pt>
              <c:pt idx="66">
                <c:v>07-Feb-24</c:v>
              </c:pt>
              <c:pt idx="67">
                <c:v>16-Feb-24</c:v>
              </c:pt>
              <c:pt idx="68">
                <c:v>23-Feb-24</c:v>
              </c:pt>
              <c:pt idx="69">
                <c:v>01-Mar-24</c:v>
              </c:pt>
              <c:pt idx="70">
                <c:v>08-Mar-24</c:v>
              </c:pt>
              <c:pt idx="71">
                <c:v>15-Mar-24</c:v>
              </c:pt>
              <c:pt idx="72">
                <c:v>22-Mar-24</c:v>
              </c:pt>
              <c:pt idx="73">
                <c:v>28-Mar-24</c:v>
              </c:pt>
              <c:pt idx="74">
                <c:v>05-Apr-24</c:v>
              </c:pt>
              <c:pt idx="75">
                <c:v>19-Apr-24</c:v>
              </c:pt>
              <c:pt idx="76">
                <c:v>26-Apr-24</c:v>
              </c:pt>
              <c:pt idx="77">
                <c:v>03-May-24</c:v>
              </c:pt>
              <c:pt idx="78">
                <c:v>08-May-24</c:v>
              </c:pt>
              <c:pt idx="79">
                <c:v>17-May-24</c:v>
              </c:pt>
              <c:pt idx="80">
                <c:v>22-May-24</c:v>
              </c:pt>
              <c:pt idx="81">
                <c:v>31-May-24</c:v>
              </c:pt>
              <c:pt idx="82">
                <c:v>07-Jun-24</c:v>
              </c:pt>
              <c:pt idx="83">
                <c:v>14-Jun-24</c:v>
              </c:pt>
              <c:pt idx="84">
                <c:v>21-Jun-24</c:v>
              </c:pt>
              <c:pt idx="85">
                <c:v>28-Jun-24</c:v>
              </c:pt>
              <c:pt idx="86">
                <c:v>05-Jul-24</c:v>
              </c:pt>
              <c:pt idx="87">
                <c:v>12-Jul-24</c:v>
              </c:pt>
              <c:pt idx="88">
                <c:v>19-Jul-24</c:v>
              </c:pt>
              <c:pt idx="89">
                <c:v>26-Jul-24</c:v>
              </c:pt>
              <c:pt idx="90">
                <c:v>02-Aug-24</c:v>
              </c:pt>
              <c:pt idx="91">
                <c:v>09-Aug-24</c:v>
              </c:pt>
              <c:pt idx="92">
                <c:v>16-Aug-24</c:v>
              </c:pt>
              <c:pt idx="93">
                <c:v>23-Aug-24</c:v>
              </c:pt>
              <c:pt idx="94">
                <c:v>30-Aug-24</c:v>
              </c:pt>
              <c:pt idx="95">
                <c:v>06-Sept-24</c:v>
              </c:pt>
              <c:pt idx="96">
                <c:v>13-Sept-24</c:v>
              </c:pt>
              <c:pt idx="97">
                <c:v>20-Sept-24</c:v>
              </c:pt>
              <c:pt idx="98">
                <c:v>27-Sept-24</c:v>
              </c:pt>
              <c:pt idx="99">
                <c:v>04-Oct-24</c:v>
              </c:pt>
              <c:pt idx="100">
                <c:v>11-Oct-24</c:v>
              </c:pt>
              <c:pt idx="101">
                <c:v>18-Oct-24</c:v>
              </c:pt>
              <c:pt idx="102">
                <c:v>25-Oct-24</c:v>
              </c:pt>
              <c:pt idx="103">
                <c:v>01-Nov-24</c:v>
              </c:pt>
              <c:pt idx="104">
                <c:v>08-Nov-24</c:v>
              </c:pt>
              <c:pt idx="105">
                <c:v>15-Nov-24</c:v>
              </c:pt>
              <c:pt idx="106">
                <c:v>22-Nov-24</c:v>
              </c:pt>
              <c:pt idx="107">
                <c:v>29-Nov-24</c:v>
              </c:pt>
              <c:pt idx="108">
                <c:v>06-Dec-24</c:v>
              </c:pt>
              <c:pt idx="109">
                <c:v>13-Dec-24</c:v>
              </c:pt>
              <c:pt idx="110">
                <c:v>20-Dec-24</c:v>
              </c:pt>
              <c:pt idx="111">
                <c:v>27-Dec-24</c:v>
              </c:pt>
              <c:pt idx="112">
                <c:v>03-Jan-25</c:v>
              </c:pt>
              <c:pt idx="113">
                <c:v>10-Jan-25</c:v>
              </c:pt>
              <c:pt idx="114">
                <c:v>17-Jan-25</c:v>
              </c:pt>
              <c:pt idx="115">
                <c:v>24-Jan-25</c:v>
              </c:pt>
              <c:pt idx="116">
                <c:v>31-Jan-25</c:v>
              </c:pt>
              <c:pt idx="117">
                <c:v>07-Feb-25</c:v>
              </c:pt>
              <c:pt idx="118">
                <c:v>14-Feb-25</c:v>
              </c:pt>
              <c:pt idx="119">
                <c:v>21-Feb-25</c:v>
              </c:pt>
              <c:pt idx="120">
                <c:v>28-Feb-25</c:v>
              </c:pt>
              <c:pt idx="121">
                <c:v>07-Mar-25</c:v>
              </c:pt>
              <c:pt idx="122">
                <c:v>14-Mar-25</c:v>
              </c:pt>
              <c:pt idx="123">
                <c:v>21-Mar-25</c:v>
              </c:pt>
              <c:pt idx="124">
                <c:v>27-Mar-25</c:v>
              </c:pt>
              <c:pt idx="125">
                <c:v>11-Apr-25</c:v>
              </c:pt>
              <c:pt idx="126">
                <c:v>17-Apr-25</c:v>
              </c:pt>
              <c:pt idx="127">
                <c:v>25-Apr-25</c:v>
              </c:pt>
              <c:pt idx="128">
                <c:v>02-May-25</c:v>
              </c:pt>
              <c:pt idx="129">
                <c:v>09-May-25</c:v>
              </c:pt>
              <c:pt idx="130">
                <c:v>16-May-25</c:v>
              </c:pt>
              <c:pt idx="131">
                <c:v>23-May-25</c:v>
              </c:pt>
              <c:pt idx="132">
                <c:v>28-May-25</c:v>
              </c:pt>
              <c:pt idx="133">
                <c:v>05-Jun-25</c:v>
              </c:pt>
              <c:pt idx="134">
                <c:v>13-Jun-25</c:v>
              </c:pt>
              <c:pt idx="135">
                <c:v>20-Jun-25</c:v>
              </c:pt>
              <c:pt idx="136">
                <c:v>26-Jun-25</c:v>
              </c:pt>
              <c:pt idx="137">
                <c:v>04-Jul-25</c:v>
              </c:pt>
              <c:pt idx="138">
                <c:v>11-Jul-25</c:v>
              </c:pt>
              <c:pt idx="139">
                <c:v>18-Jul-25</c:v>
              </c:pt>
              <c:pt idx="140">
                <c:v>25-Jul-25</c:v>
              </c:pt>
              <c:pt idx="141">
                <c:v>01-Aug-25</c:v>
              </c:pt>
              <c:pt idx="142">
                <c:v>08-Aug-25</c:v>
              </c:pt>
              <c:pt idx="143">
                <c:v>15-Aug-25</c:v>
              </c:pt>
              <c:pt idx="144">
                <c:v>22-Aug-25</c:v>
              </c:pt>
              <c:pt idx="145">
                <c:v>29-Aug-25</c:v>
              </c:pt>
              <c:pt idx="146">
                <c:v>04-Sept-25</c:v>
              </c:pt>
              <c:pt idx="147">
                <c:v>12-Sept-25</c:v>
              </c:pt>
              <c:pt idx="148">
                <c:v>19-Sept-25</c:v>
              </c:pt>
              <c:pt idx="149">
                <c:v>26-Sept-25</c:v>
              </c:pt>
              <c:pt idx="150">
                <c:v>03-Oct-25</c:v>
              </c:pt>
              <c:pt idx="151">
                <c:v>10-Oct-25</c:v>
              </c:pt>
              <c:pt idx="152">
                <c:v>17-Oct-25</c:v>
              </c:pt>
              <c:pt idx="153">
                <c:v>24-Oct-25</c:v>
              </c:pt>
              <c:pt idx="154">
                <c:v>31-Oct-25</c:v>
              </c:pt>
              <c:pt idx="155">
                <c:v>07-Nov-25</c:v>
              </c:pt>
              <c:pt idx="156">
                <c:v>14-Nov-25</c:v>
              </c:pt>
              <c:pt idx="157">
                <c:v>21-Nov-25</c:v>
              </c:pt>
              <c:pt idx="158">
                <c:v>28-Nov-25</c:v>
              </c:pt>
              <c:pt idx="159">
                <c:v>05-Dec-25</c:v>
              </c:pt>
              <c:pt idx="160">
                <c:v>12-Dec-25</c:v>
              </c:pt>
              <c:pt idx="161">
                <c:v>19-Dec-25</c:v>
              </c:pt>
              <c:pt idx="162">
                <c:v>24-Dec-25</c:v>
              </c:pt>
              <c:pt idx="163">
                <c:v>02-Jan-26</c:v>
              </c:pt>
              <c:pt idx="164">
                <c:v>09-Jan-26</c:v>
              </c:pt>
              <c:pt idx="165">
                <c:v>15-Jan-26</c:v>
              </c:pt>
              <c:pt idx="166">
                <c:v>23-Jan-26</c:v>
              </c:pt>
              <c:pt idx="167">
                <c:v>30-Jan-26</c:v>
              </c:pt>
              <c:pt idx="168">
                <c:v>06-Feb-26</c:v>
              </c:pt>
              <c:pt idx="169">
                <c:v>13-Feb-26</c:v>
              </c:pt>
              <c:pt idx="170">
                <c:v>20-Feb-26</c:v>
              </c:pt>
              <c:pt idx="171">
                <c:v>27-Feb-26</c:v>
              </c:pt>
              <c:pt idx="172">
                <c:v>06-Mar-26</c:v>
              </c:pt>
              <c:pt idx="173">
                <c:v>13-Mar-26</c:v>
              </c:pt>
              <c:pt idx="174">
                <c:v>17-Mar-26</c:v>
              </c:pt>
              <c:pt idx="175">
                <c:v>27-Mar-26</c:v>
              </c:pt>
              <c:pt idx="176">
                <c:v>02-Apr-26</c:v>
              </c:pt>
              <c:pt idx="177">
                <c:v>10-Apr-26</c:v>
              </c:pt>
              <c:pt idx="178">
                <c:v>17-Apr-26</c:v>
              </c:pt>
              <c:pt idx="179">
                <c:v>24-Apr-26</c:v>
              </c:pt>
              <c:pt idx="180">
                <c:v>30-Apr-26</c:v>
              </c:pt>
              <c:pt idx="181">
                <c:v>08-May-26</c:v>
              </c:pt>
              <c:pt idx="182">
                <c:v>13-May-26</c:v>
              </c:pt>
              <c:pt idx="183">
                <c:v>22-May-26</c:v>
              </c:pt>
              <c:pt idx="184">
                <c:v>29-May-26</c:v>
              </c:pt>
              <c:pt idx="185">
                <c:v>05-Jun-26</c:v>
              </c:pt>
              <c:pt idx="186">
                <c:v>12-Jun-26</c:v>
              </c:pt>
              <c:pt idx="187">
                <c:v>19-Jun-26</c:v>
              </c:pt>
              <c:pt idx="188">
                <c:v>26-Jun-26</c:v>
              </c:pt>
              <c:pt idx="189">
                <c:v>03-Jul-26</c:v>
              </c:pt>
              <c:pt idx="190">
                <c:v>10-Jul-26</c:v>
              </c:pt>
              <c:pt idx="191">
                <c:v>17-Jul-26</c:v>
              </c:pt>
              <c:pt idx="192">
                <c:v>24-Jul-26</c:v>
              </c:pt>
              <c:pt idx="193">
                <c:v>31-Jul-26</c:v>
              </c:pt>
              <c:pt idx="194">
                <c:v>07-Aug-26</c:v>
              </c:pt>
              <c:pt idx="195">
                <c:v>14-Aug-26</c:v>
              </c:pt>
              <c:pt idx="196">
                <c:v>21-Aug-26</c:v>
              </c:pt>
              <c:pt idx="197">
                <c:v>28-Aug-26</c:v>
              </c:pt>
              <c:pt idx="198">
                <c:v>04-Sept-26</c:v>
              </c:pt>
              <c:pt idx="199">
                <c:v>11-Sept-26</c:v>
              </c:pt>
              <c:pt idx="200">
                <c:v>18-Sept-26</c:v>
              </c:pt>
              <c:pt idx="201">
                <c:v>25-Sept-26</c:v>
              </c:pt>
              <c:pt idx="202">
                <c:v>02-Oct-26</c:v>
              </c:pt>
              <c:pt idx="203">
                <c:v>09-Oct-26</c:v>
              </c:pt>
              <c:pt idx="204">
                <c:v>12-Oct-26</c:v>
              </c:pt>
            </c:strLit>
          </c:cat>
          <c:val>
            <c:numLit>
              <c:formatCode>0.0%</c:formatCode>
              <c:ptCount val="205"/>
              <c:pt idx="0">
                <c:v>0.06</c:v>
              </c:pt>
              <c:pt idx="1">
                <c:v>0.06</c:v>
              </c:pt>
              <c:pt idx="2">
                <c:v>0.06</c:v>
              </c:pt>
              <c:pt idx="3">
                <c:v>0.06</c:v>
              </c:pt>
              <c:pt idx="4">
                <c:v>0.06</c:v>
              </c:pt>
              <c:pt idx="5">
                <c:v>0.06</c:v>
              </c:pt>
              <c:pt idx="6">
                <c:v>0.06</c:v>
              </c:pt>
              <c:pt idx="7">
                <c:v>0.06</c:v>
              </c:pt>
              <c:pt idx="8">
                <c:v>0.06</c:v>
              </c:pt>
              <c:pt idx="9">
                <c:v>0.06</c:v>
              </c:pt>
              <c:pt idx="10">
                <c:v>0.06</c:v>
              </c:pt>
              <c:pt idx="11">
                <c:v>0.06</c:v>
              </c:pt>
              <c:pt idx="12">
                <c:v>0.06</c:v>
              </c:pt>
              <c:pt idx="13">
                <c:v>0.06</c:v>
              </c:pt>
              <c:pt idx="14">
                <c:v>0.06</c:v>
              </c:pt>
              <c:pt idx="15">
                <c:v>0.06</c:v>
              </c:pt>
              <c:pt idx="16">
                <c:v>0.06</c:v>
              </c:pt>
              <c:pt idx="17">
                <c:v>0.06</c:v>
              </c:pt>
              <c:pt idx="18">
                <c:v>0.05</c:v>
              </c:pt>
              <c:pt idx="19">
                <c:v>0.06</c:v>
              </c:pt>
              <c:pt idx="20">
                <c:v>0.05</c:v>
              </c:pt>
              <c:pt idx="21">
                <c:v>0.06</c:v>
              </c:pt>
              <c:pt idx="22">
                <c:v>0.06</c:v>
              </c:pt>
              <c:pt idx="23">
                <c:v>0.05</c:v>
              </c:pt>
              <c:pt idx="24">
                <c:v>0.06</c:v>
              </c:pt>
              <c:pt idx="25">
                <c:v>0.06</c:v>
              </c:pt>
              <c:pt idx="26">
                <c:v>0.06</c:v>
              </c:pt>
              <c:pt idx="27">
                <c:v>0.06</c:v>
              </c:pt>
              <c:pt idx="28">
                <c:v>0.06</c:v>
              </c:pt>
              <c:pt idx="29">
                <c:v>0.07</c:v>
              </c:pt>
              <c:pt idx="30">
                <c:v>0.08</c:v>
              </c:pt>
              <c:pt idx="31">
                <c:v>0.07</c:v>
              </c:pt>
              <c:pt idx="32">
                <c:v>0.07</c:v>
              </c:pt>
              <c:pt idx="33">
                <c:v>0.07</c:v>
              </c:pt>
              <c:pt idx="34">
                <c:v>0.07</c:v>
              </c:pt>
              <c:pt idx="35">
                <c:v>0.07</c:v>
              </c:pt>
              <c:pt idx="36">
                <c:v>0.07</c:v>
              </c:pt>
              <c:pt idx="37">
                <c:v>0.07</c:v>
              </c:pt>
              <c:pt idx="38">
                <c:v>0.07</c:v>
              </c:pt>
              <c:pt idx="39">
                <c:v>0.07</c:v>
              </c:pt>
              <c:pt idx="40">
                <c:v>0.06</c:v>
              </c:pt>
              <c:pt idx="41">
                <c:v>0.07</c:v>
              </c:pt>
              <c:pt idx="42">
                <c:v>0.06</c:v>
              </c:pt>
              <c:pt idx="43">
                <c:v>0.06</c:v>
              </c:pt>
              <c:pt idx="44">
                <c:v>0.06</c:v>
              </c:pt>
              <c:pt idx="45">
                <c:v>0.06</c:v>
              </c:pt>
              <c:pt idx="46">
                <c:v>0.06</c:v>
              </c:pt>
              <c:pt idx="47">
                <c:v>0.06</c:v>
              </c:pt>
              <c:pt idx="48">
                <c:v>0.06</c:v>
              </c:pt>
              <c:pt idx="49">
                <c:v>0.06</c:v>
              </c:pt>
              <c:pt idx="50">
                <c:v>0.07</c:v>
              </c:pt>
              <c:pt idx="51">
                <c:v>0.07</c:v>
              </c:pt>
              <c:pt idx="52">
                <c:v>0.07</c:v>
              </c:pt>
              <c:pt idx="53">
                <c:v>0.07</c:v>
              </c:pt>
              <c:pt idx="54">
                <c:v>0.07</c:v>
              </c:pt>
              <c:pt idx="55">
                <c:v>0.07</c:v>
              </c:pt>
              <c:pt idx="56">
                <c:v>0.07</c:v>
              </c:pt>
              <c:pt idx="57">
                <c:v>0.08</c:v>
              </c:pt>
              <c:pt idx="58">
                <c:v>0.07</c:v>
              </c:pt>
              <c:pt idx="59">
                <c:v>0.07</c:v>
              </c:pt>
              <c:pt idx="60">
                <c:v>0.07</c:v>
              </c:pt>
              <c:pt idx="61">
                <c:v>0.07</c:v>
              </c:pt>
              <c:pt idx="62">
                <c:v>0.07</c:v>
              </c:pt>
              <c:pt idx="63">
                <c:v>0.07</c:v>
              </c:pt>
              <c:pt idx="64">
                <c:v>0.07</c:v>
              </c:pt>
              <c:pt idx="65">
                <c:v>0.06</c:v>
              </c:pt>
              <c:pt idx="66">
                <c:v>0.06</c:v>
              </c:pt>
              <c:pt idx="67">
                <c:v>0.06</c:v>
              </c:pt>
              <c:pt idx="68">
                <c:v>0.06</c:v>
              </c:pt>
              <c:pt idx="69">
                <c:v>0.06</c:v>
              </c:pt>
              <c:pt idx="70">
                <c:v>0.06</c:v>
              </c:pt>
              <c:pt idx="71">
                <c:v>0.06</c:v>
              </c:pt>
              <c:pt idx="72">
                <c:v>0.06</c:v>
              </c:pt>
              <c:pt idx="73">
                <c:v>0.06</c:v>
              </c:pt>
              <c:pt idx="74">
                <c:v>0.06</c:v>
              </c:pt>
              <c:pt idx="75">
                <c:v>0.06</c:v>
              </c:pt>
              <c:pt idx="76">
                <c:v>0.06</c:v>
              </c:pt>
              <c:pt idx="77">
                <c:v>0.07</c:v>
              </c:pt>
              <c:pt idx="78">
                <c:v>0.07</c:v>
              </c:pt>
              <c:pt idx="79">
                <c:v>0.06</c:v>
              </c:pt>
              <c:pt idx="80">
                <c:v>0.07</c:v>
              </c:pt>
              <c:pt idx="81">
                <c:v>0.07</c:v>
              </c:pt>
              <c:pt idx="82">
                <c:v>0.07</c:v>
              </c:pt>
              <c:pt idx="83">
                <c:v>0.07</c:v>
              </c:pt>
              <c:pt idx="84">
                <c:v>0.07</c:v>
              </c:pt>
              <c:pt idx="85">
                <c:v>0.07</c:v>
              </c:pt>
              <c:pt idx="86">
                <c:v>0.06</c:v>
              </c:pt>
              <c:pt idx="87">
                <c:v>0.07</c:v>
              </c:pt>
              <c:pt idx="88">
                <c:v>0.06</c:v>
              </c:pt>
              <c:pt idx="89">
                <c:v>0.06</c:v>
              </c:pt>
              <c:pt idx="90">
                <c:v>0.06</c:v>
              </c:pt>
              <c:pt idx="91">
                <c:v>0.06</c:v>
              </c:pt>
              <c:pt idx="92">
                <c:v>0.06</c:v>
              </c:pt>
              <c:pt idx="93">
                <c:v>0.06</c:v>
              </c:pt>
              <c:pt idx="94">
                <c:v>0.06</c:v>
              </c:pt>
              <c:pt idx="95">
                <c:v>0.06</c:v>
              </c:pt>
              <c:pt idx="96">
                <c:v>0.06</c:v>
              </c:pt>
              <c:pt idx="97">
                <c:v>0.06</c:v>
              </c:pt>
              <c:pt idx="98">
                <c:v>0.06</c:v>
              </c:pt>
              <c:pt idx="99">
                <c:v>0.06</c:v>
              </c:pt>
              <c:pt idx="100">
                <c:v>0.06</c:v>
              </c:pt>
              <c:pt idx="101">
                <c:v>0.06</c:v>
              </c:pt>
              <c:pt idx="102">
                <c:v>0.06</c:v>
              </c:pt>
              <c:pt idx="103">
                <c:v>0.06</c:v>
              </c:pt>
              <c:pt idx="104">
                <c:v>0.07</c:v>
              </c:pt>
              <c:pt idx="105">
                <c:v>0.07</c:v>
              </c:pt>
              <c:pt idx="106">
                <c:v>0.07</c:v>
              </c:pt>
              <c:pt idx="107">
                <c:v>0.07</c:v>
              </c:pt>
              <c:pt idx="108">
                <c:v>0.07</c:v>
              </c:pt>
              <c:pt idx="109">
                <c:v>0.07</c:v>
              </c:pt>
              <c:pt idx="110">
                <c:v>0.07</c:v>
              </c:pt>
              <c:pt idx="111">
                <c:v>0.07</c:v>
              </c:pt>
              <c:pt idx="112">
                <c:v>0.07</c:v>
              </c:pt>
              <c:pt idx="113">
                <c:v>0.07</c:v>
              </c:pt>
              <c:pt idx="114">
                <c:v>0.07</c:v>
              </c:pt>
              <c:pt idx="115">
                <c:v>0.07</c:v>
              </c:pt>
              <c:pt idx="116">
                <c:v>0.07</c:v>
              </c:pt>
              <c:pt idx="117">
                <c:v>0.08</c:v>
              </c:pt>
              <c:pt idx="118">
                <c:v>0.08</c:v>
              </c:pt>
              <c:pt idx="119">
                <c:v>0.08</c:v>
              </c:pt>
              <c:pt idx="120">
                <c:v>0.09</c:v>
              </c:pt>
              <c:pt idx="121">
                <c:v>0.08</c:v>
              </c:pt>
              <c:pt idx="122">
                <c:v>0.08</c:v>
              </c:pt>
              <c:pt idx="123">
                <c:v>0.09</c:v>
              </c:pt>
              <c:pt idx="124">
                <c:v>0.08</c:v>
              </c:pt>
              <c:pt idx="125">
                <c:v>0.08</c:v>
              </c:pt>
              <c:pt idx="126">
                <c:v>0.08</c:v>
              </c:pt>
              <c:pt idx="127">
                <c:v>0.08</c:v>
              </c:pt>
              <c:pt idx="128">
                <c:v>0.08</c:v>
              </c:pt>
              <c:pt idx="129">
                <c:v>0.08</c:v>
              </c:pt>
              <c:pt idx="130">
                <c:v>0.07</c:v>
              </c:pt>
              <c:pt idx="131">
                <c:v>0.07</c:v>
              </c:pt>
              <c:pt idx="132">
                <c:v>0.07</c:v>
              </c:pt>
              <c:pt idx="133">
                <c:v>0.08</c:v>
              </c:pt>
              <c:pt idx="134">
                <c:v>0.08</c:v>
              </c:pt>
              <c:pt idx="135">
                <c:v>0.08</c:v>
              </c:pt>
              <c:pt idx="136">
                <c:v>0.08</c:v>
              </c:pt>
              <c:pt idx="137">
                <c:v>0.08</c:v>
              </c:pt>
              <c:pt idx="138">
                <c:v>0.08</c:v>
              </c:pt>
              <c:pt idx="139">
                <c:v>0.08</c:v>
              </c:pt>
              <c:pt idx="140">
                <c:v>0.09</c:v>
              </c:pt>
              <c:pt idx="141">
                <c:v>0.09</c:v>
              </c:pt>
              <c:pt idx="142">
                <c:v>0.09</c:v>
              </c:pt>
              <c:pt idx="143">
                <c:v>0.08</c:v>
              </c:pt>
              <c:pt idx="144">
                <c:v>0.08</c:v>
              </c:pt>
              <c:pt idx="145">
                <c:v>0.08</c:v>
              </c:pt>
              <c:pt idx="146">
                <c:v>0.09</c:v>
              </c:pt>
              <c:pt idx="147">
                <c:v>0.09</c:v>
              </c:pt>
              <c:pt idx="148">
                <c:v>0.09</c:v>
              </c:pt>
              <c:pt idx="149">
                <c:v>0.09</c:v>
              </c:pt>
              <c:pt idx="150">
                <c:v>0.09</c:v>
              </c:pt>
              <c:pt idx="151">
                <c:v>0.09</c:v>
              </c:pt>
              <c:pt idx="152">
                <c:v>0.09</c:v>
              </c:pt>
              <c:pt idx="153">
                <c:v>0.08</c:v>
              </c:pt>
              <c:pt idx="154">
                <c:v>0.08</c:v>
              </c:pt>
              <c:pt idx="155">
                <c:v>0.08</c:v>
              </c:pt>
              <c:pt idx="156">
                <c:v>0.08</c:v>
              </c:pt>
              <c:pt idx="157">
                <c:v>0.08</c:v>
              </c:pt>
              <c:pt idx="158">
                <c:v>0.08</c:v>
              </c:pt>
              <c:pt idx="159">
                <c:v>0.08</c:v>
              </c:pt>
              <c:pt idx="160">
                <c:v>0.08</c:v>
              </c:pt>
              <c:pt idx="161">
                <c:v>0.08</c:v>
              </c:pt>
              <c:pt idx="162">
                <c:v>0.08</c:v>
              </c:pt>
              <c:pt idx="163">
                <c:v>0.08</c:v>
              </c:pt>
              <c:pt idx="164">
                <c:v>0.08</c:v>
              </c:pt>
              <c:pt idx="165">
                <c:v>0.08</c:v>
              </c:pt>
              <c:pt idx="166">
                <c:v>0.08</c:v>
              </c:pt>
              <c:pt idx="167">
                <c:v>0.08</c:v>
              </c:pt>
              <c:pt idx="168">
                <c:v>0.08</c:v>
              </c:pt>
              <c:pt idx="169">
                <c:v>0.08</c:v>
              </c:pt>
              <c:pt idx="170">
                <c:v>0.08</c:v>
              </c:pt>
              <c:pt idx="171">
                <c:v>0.08</c:v>
              </c:pt>
              <c:pt idx="172">
                <c:v>0.08</c:v>
              </c:pt>
              <c:pt idx="173">
                <c:v>0.09</c:v>
              </c:pt>
              <c:pt idx="174">
                <c:v>0.09</c:v>
              </c:pt>
              <c:pt idx="175">
                <c:v>0.09</c:v>
              </c:pt>
              <c:pt idx="176">
                <c:v>0.09</c:v>
              </c:pt>
              <c:pt idx="177">
                <c:v>0.09</c:v>
              </c:pt>
              <c:pt idx="178">
                <c:v>0.09</c:v>
              </c:pt>
              <c:pt idx="179">
                <c:v>0.1</c:v>
              </c:pt>
              <c:pt idx="180">
                <c:v>0.1</c:v>
              </c:pt>
              <c:pt idx="181">
                <c:v>0.09</c:v>
              </c:pt>
              <c:pt idx="182">
                <c:v>0.1</c:v>
              </c:pt>
              <c:pt idx="183">
                <c:v>0.11</c:v>
              </c:pt>
              <c:pt idx="184">
                <c:v>0.11</c:v>
              </c:pt>
              <c:pt idx="185">
                <c:v>0.12</c:v>
              </c:pt>
              <c:pt idx="186">
                <c:v>0.11</c:v>
              </c:pt>
              <c:pt idx="187">
                <c:v>0.1</c:v>
              </c:pt>
              <c:pt idx="188">
                <c:v>0.11</c:v>
              </c:pt>
              <c:pt idx="189">
                <c:v>0.11</c:v>
              </c:pt>
              <c:pt idx="190">
                <c:v>0.11</c:v>
              </c:pt>
              <c:pt idx="191">
                <c:v>0.1</c:v>
              </c:pt>
              <c:pt idx="192">
                <c:v>0.11</c:v>
              </c:pt>
              <c:pt idx="193">
                <c:v>0.11</c:v>
              </c:pt>
              <c:pt idx="194">
                <c:v>0.1</c:v>
              </c:pt>
              <c:pt idx="195">
                <c:v>0.11</c:v>
              </c:pt>
              <c:pt idx="196">
                <c:v>0.11</c:v>
              </c:pt>
              <c:pt idx="197">
                <c:v>0.1</c:v>
              </c:pt>
              <c:pt idx="198">
                <c:v>0.1</c:v>
              </c:pt>
              <c:pt idx="199">
                <c:v>0.1</c:v>
              </c:pt>
              <c:pt idx="200">
                <c:v>0.11</c:v>
              </c:pt>
              <c:pt idx="201">
                <c:v>0.11</c:v>
              </c:pt>
              <c:pt idx="202">
                <c:v>0.11</c:v>
              </c:pt>
              <c:pt idx="203">
                <c:v>0.11</c:v>
              </c:pt>
              <c:pt idx="204">
                <c:v>0.11</c:v>
              </c:pt>
            </c:numLit>
          </c:val>
          <c:smooth val="0"/>
        </c:ser>
        <c:ser>
          <c:idx val="1"/>
          <c:order val="1"/>
          <c:tx>
            <c:v>Historical average</c:v>
          </c:tx>
          <c:spPr>
            <a:ln xmlns:a="http://schemas.openxmlformats.org/drawingml/2006/main" w="19050">
              <a:solidFill>
                <a:srgbClr val="062B6F"/>
              </a:solidFill>
              <a:prstDash val="dash"/>
            </a:ln>
          </c:spPr>
          <c:marker>
            <c:symbol val="none"/>
          </c:marker>
          <c:cat>
            <c:strLit>
              <c:ptCount val="205"/>
              <c:pt idx="0">
                <c:v>04-Nov-22</c:v>
              </c:pt>
              <c:pt idx="1">
                <c:v>11-Nov-22</c:v>
              </c:pt>
              <c:pt idx="2">
                <c:v>18-Nov-22</c:v>
              </c:pt>
              <c:pt idx="3">
                <c:v>25-Nov-22</c:v>
              </c:pt>
              <c:pt idx="4">
                <c:v>02-Dec-22</c:v>
              </c:pt>
              <c:pt idx="5">
                <c:v>09-Dec-22</c:v>
              </c:pt>
              <c:pt idx="6">
                <c:v>16-Dec-22</c:v>
              </c:pt>
              <c:pt idx="7">
                <c:v>23-Dec-22</c:v>
              </c:pt>
              <c:pt idx="8">
                <c:v>30-Dec-22</c:v>
              </c:pt>
              <c:pt idx="9">
                <c:v>06-Jan-23</c:v>
              </c:pt>
              <c:pt idx="10">
                <c:v>13-Jan-23</c:v>
              </c:pt>
              <c:pt idx="11">
                <c:v>20-Jan-23</c:v>
              </c:pt>
              <c:pt idx="12">
                <c:v>27-Jan-23</c:v>
              </c:pt>
              <c:pt idx="13">
                <c:v>03-Feb-23</c:v>
              </c:pt>
              <c:pt idx="14">
                <c:v>10-Feb-23</c:v>
              </c:pt>
              <c:pt idx="15">
                <c:v>17-Feb-23</c:v>
              </c:pt>
              <c:pt idx="16">
                <c:v>24-Feb-23</c:v>
              </c:pt>
              <c:pt idx="17">
                <c:v>03-Mar-23</c:v>
              </c:pt>
              <c:pt idx="18">
                <c:v>10-Mar-23</c:v>
              </c:pt>
              <c:pt idx="19">
                <c:v>17-Mar-23</c:v>
              </c:pt>
              <c:pt idx="20">
                <c:v>24-Mar-23</c:v>
              </c:pt>
              <c:pt idx="21">
                <c:v>31-Mar-23</c:v>
              </c:pt>
              <c:pt idx="22">
                <c:v>06-Apr-23</c:v>
              </c:pt>
              <c:pt idx="23">
                <c:v>14-Apr-23</c:v>
              </c:pt>
              <c:pt idx="24">
                <c:v>18-Apr-23</c:v>
              </c:pt>
              <c:pt idx="25">
                <c:v>28-Apr-23</c:v>
              </c:pt>
              <c:pt idx="26">
                <c:v>05-May-23</c:v>
              </c:pt>
              <c:pt idx="27">
                <c:v>12-May-23</c:v>
              </c:pt>
              <c:pt idx="28">
                <c:v>19-May-23</c:v>
              </c:pt>
              <c:pt idx="29">
                <c:v>26-May-23</c:v>
              </c:pt>
              <c:pt idx="30">
                <c:v>31-May-23</c:v>
              </c:pt>
              <c:pt idx="31">
                <c:v>09-Jun-23</c:v>
              </c:pt>
              <c:pt idx="32">
                <c:v>16-Jun-23</c:v>
              </c:pt>
              <c:pt idx="33">
                <c:v>23-Jun-23</c:v>
              </c:pt>
              <c:pt idx="34">
                <c:v>27-Jun-23</c:v>
              </c:pt>
              <c:pt idx="35">
                <c:v>07-Jul-23</c:v>
              </c:pt>
              <c:pt idx="36">
                <c:v>14-Jul-23</c:v>
              </c:pt>
              <c:pt idx="37">
                <c:v>21-Jul-23</c:v>
              </c:pt>
              <c:pt idx="38">
                <c:v>28-Jul-23</c:v>
              </c:pt>
              <c:pt idx="39">
                <c:v>04-Aug-23</c:v>
              </c:pt>
              <c:pt idx="40">
                <c:v>11-Aug-23</c:v>
              </c:pt>
              <c:pt idx="41">
                <c:v>18-Aug-23</c:v>
              </c:pt>
              <c:pt idx="42">
                <c:v>25-Aug-23</c:v>
              </c:pt>
              <c:pt idx="43">
                <c:v>01-Sept-23</c:v>
              </c:pt>
              <c:pt idx="44">
                <c:v>08-Sept-23</c:v>
              </c:pt>
              <c:pt idx="45">
                <c:v>15-Sept-23</c:v>
              </c:pt>
              <c:pt idx="46">
                <c:v>22-Sept-23</c:v>
              </c:pt>
              <c:pt idx="47">
                <c:v>29-Sept-23</c:v>
              </c:pt>
              <c:pt idx="48">
                <c:v>06-Oct-23</c:v>
              </c:pt>
              <c:pt idx="49">
                <c:v>13-Oct-23</c:v>
              </c:pt>
              <c:pt idx="50">
                <c:v>20-Oct-23</c:v>
              </c:pt>
              <c:pt idx="51">
                <c:v>27-Oct-23</c:v>
              </c:pt>
              <c:pt idx="52">
                <c:v>03-Nov-23</c:v>
              </c:pt>
              <c:pt idx="53">
                <c:v>10-Nov-23</c:v>
              </c:pt>
              <c:pt idx="54">
                <c:v>17-Nov-23</c:v>
              </c:pt>
              <c:pt idx="55">
                <c:v>24-Nov-23</c:v>
              </c:pt>
              <c:pt idx="56">
                <c:v>01-Dec-23</c:v>
              </c:pt>
              <c:pt idx="57">
                <c:v>08-Dec-23</c:v>
              </c:pt>
              <c:pt idx="58">
                <c:v>15-Dec-23</c:v>
              </c:pt>
              <c:pt idx="59">
                <c:v>22-Dec-23</c:v>
              </c:pt>
              <c:pt idx="60">
                <c:v>29-Dec-23</c:v>
              </c:pt>
              <c:pt idx="61">
                <c:v>05-Jan-24</c:v>
              </c:pt>
              <c:pt idx="62">
                <c:v>12-Jan-24</c:v>
              </c:pt>
              <c:pt idx="63">
                <c:v>19-Jan-24</c:v>
              </c:pt>
              <c:pt idx="64">
                <c:v>26-Jan-24</c:v>
              </c:pt>
              <c:pt idx="65">
                <c:v>02-Feb-24</c:v>
              </c:pt>
              <c:pt idx="66">
                <c:v>07-Feb-24</c:v>
              </c:pt>
              <c:pt idx="67">
                <c:v>16-Feb-24</c:v>
              </c:pt>
              <c:pt idx="68">
                <c:v>23-Feb-24</c:v>
              </c:pt>
              <c:pt idx="69">
                <c:v>01-Mar-24</c:v>
              </c:pt>
              <c:pt idx="70">
                <c:v>08-Mar-24</c:v>
              </c:pt>
              <c:pt idx="71">
                <c:v>15-Mar-24</c:v>
              </c:pt>
              <c:pt idx="72">
                <c:v>22-Mar-24</c:v>
              </c:pt>
              <c:pt idx="73">
                <c:v>28-Mar-24</c:v>
              </c:pt>
              <c:pt idx="74">
                <c:v>05-Apr-24</c:v>
              </c:pt>
              <c:pt idx="75">
                <c:v>19-Apr-24</c:v>
              </c:pt>
              <c:pt idx="76">
                <c:v>26-Apr-24</c:v>
              </c:pt>
              <c:pt idx="77">
                <c:v>03-May-24</c:v>
              </c:pt>
              <c:pt idx="78">
                <c:v>08-May-24</c:v>
              </c:pt>
              <c:pt idx="79">
                <c:v>17-May-24</c:v>
              </c:pt>
              <c:pt idx="80">
                <c:v>22-May-24</c:v>
              </c:pt>
              <c:pt idx="81">
                <c:v>31-May-24</c:v>
              </c:pt>
              <c:pt idx="82">
                <c:v>07-Jun-24</c:v>
              </c:pt>
              <c:pt idx="83">
                <c:v>14-Jun-24</c:v>
              </c:pt>
              <c:pt idx="84">
                <c:v>21-Jun-24</c:v>
              </c:pt>
              <c:pt idx="85">
                <c:v>28-Jun-24</c:v>
              </c:pt>
              <c:pt idx="86">
                <c:v>05-Jul-24</c:v>
              </c:pt>
              <c:pt idx="87">
                <c:v>12-Jul-24</c:v>
              </c:pt>
              <c:pt idx="88">
                <c:v>19-Jul-24</c:v>
              </c:pt>
              <c:pt idx="89">
                <c:v>26-Jul-24</c:v>
              </c:pt>
              <c:pt idx="90">
                <c:v>02-Aug-24</c:v>
              </c:pt>
              <c:pt idx="91">
                <c:v>09-Aug-24</c:v>
              </c:pt>
              <c:pt idx="92">
                <c:v>16-Aug-24</c:v>
              </c:pt>
              <c:pt idx="93">
                <c:v>23-Aug-24</c:v>
              </c:pt>
              <c:pt idx="94">
                <c:v>30-Aug-24</c:v>
              </c:pt>
              <c:pt idx="95">
                <c:v>06-Sept-24</c:v>
              </c:pt>
              <c:pt idx="96">
                <c:v>13-Sept-24</c:v>
              </c:pt>
              <c:pt idx="97">
                <c:v>20-Sept-24</c:v>
              </c:pt>
              <c:pt idx="98">
                <c:v>27-Sept-24</c:v>
              </c:pt>
              <c:pt idx="99">
                <c:v>04-Oct-24</c:v>
              </c:pt>
              <c:pt idx="100">
                <c:v>11-Oct-24</c:v>
              </c:pt>
              <c:pt idx="101">
                <c:v>18-Oct-24</c:v>
              </c:pt>
              <c:pt idx="102">
                <c:v>25-Oct-24</c:v>
              </c:pt>
              <c:pt idx="103">
                <c:v>01-Nov-24</c:v>
              </c:pt>
              <c:pt idx="104">
                <c:v>08-Nov-24</c:v>
              </c:pt>
              <c:pt idx="105">
                <c:v>15-Nov-24</c:v>
              </c:pt>
              <c:pt idx="106">
                <c:v>22-Nov-24</c:v>
              </c:pt>
              <c:pt idx="107">
                <c:v>29-Nov-24</c:v>
              </c:pt>
              <c:pt idx="108">
                <c:v>06-Dec-24</c:v>
              </c:pt>
              <c:pt idx="109">
                <c:v>13-Dec-24</c:v>
              </c:pt>
              <c:pt idx="110">
                <c:v>20-Dec-24</c:v>
              </c:pt>
              <c:pt idx="111">
                <c:v>27-Dec-24</c:v>
              </c:pt>
              <c:pt idx="112">
                <c:v>03-Jan-25</c:v>
              </c:pt>
              <c:pt idx="113">
                <c:v>10-Jan-25</c:v>
              </c:pt>
              <c:pt idx="114">
                <c:v>17-Jan-25</c:v>
              </c:pt>
              <c:pt idx="115">
                <c:v>24-Jan-25</c:v>
              </c:pt>
              <c:pt idx="116">
                <c:v>31-Jan-25</c:v>
              </c:pt>
              <c:pt idx="117">
                <c:v>07-Feb-25</c:v>
              </c:pt>
              <c:pt idx="118">
                <c:v>14-Feb-25</c:v>
              </c:pt>
              <c:pt idx="119">
                <c:v>21-Feb-25</c:v>
              </c:pt>
              <c:pt idx="120">
                <c:v>28-Feb-25</c:v>
              </c:pt>
              <c:pt idx="121">
                <c:v>07-Mar-25</c:v>
              </c:pt>
              <c:pt idx="122">
                <c:v>14-Mar-25</c:v>
              </c:pt>
              <c:pt idx="123">
                <c:v>21-Mar-25</c:v>
              </c:pt>
              <c:pt idx="124">
                <c:v>27-Mar-25</c:v>
              </c:pt>
              <c:pt idx="125">
                <c:v>11-Apr-25</c:v>
              </c:pt>
              <c:pt idx="126">
                <c:v>17-Apr-25</c:v>
              </c:pt>
              <c:pt idx="127">
                <c:v>25-Apr-25</c:v>
              </c:pt>
              <c:pt idx="128">
                <c:v>02-May-25</c:v>
              </c:pt>
              <c:pt idx="129">
                <c:v>09-May-25</c:v>
              </c:pt>
              <c:pt idx="130">
                <c:v>16-May-25</c:v>
              </c:pt>
              <c:pt idx="131">
                <c:v>23-May-25</c:v>
              </c:pt>
              <c:pt idx="132">
                <c:v>28-May-25</c:v>
              </c:pt>
              <c:pt idx="133">
                <c:v>05-Jun-25</c:v>
              </c:pt>
              <c:pt idx="134">
                <c:v>13-Jun-25</c:v>
              </c:pt>
              <c:pt idx="135">
                <c:v>20-Jun-25</c:v>
              </c:pt>
              <c:pt idx="136">
                <c:v>26-Jun-25</c:v>
              </c:pt>
              <c:pt idx="137">
                <c:v>04-Jul-25</c:v>
              </c:pt>
              <c:pt idx="138">
                <c:v>11-Jul-25</c:v>
              </c:pt>
              <c:pt idx="139">
                <c:v>18-Jul-25</c:v>
              </c:pt>
              <c:pt idx="140">
                <c:v>25-Jul-25</c:v>
              </c:pt>
              <c:pt idx="141">
                <c:v>01-Aug-25</c:v>
              </c:pt>
              <c:pt idx="142">
                <c:v>08-Aug-25</c:v>
              </c:pt>
              <c:pt idx="143">
                <c:v>15-Aug-25</c:v>
              </c:pt>
              <c:pt idx="144">
                <c:v>22-Aug-25</c:v>
              </c:pt>
              <c:pt idx="145">
                <c:v>29-Aug-25</c:v>
              </c:pt>
              <c:pt idx="146">
                <c:v>04-Sept-25</c:v>
              </c:pt>
              <c:pt idx="147">
                <c:v>12-Sept-25</c:v>
              </c:pt>
              <c:pt idx="148">
                <c:v>19-Sept-25</c:v>
              </c:pt>
              <c:pt idx="149">
                <c:v>26-Sept-25</c:v>
              </c:pt>
              <c:pt idx="150">
                <c:v>03-Oct-25</c:v>
              </c:pt>
              <c:pt idx="151">
                <c:v>10-Oct-25</c:v>
              </c:pt>
              <c:pt idx="152">
                <c:v>17-Oct-25</c:v>
              </c:pt>
              <c:pt idx="153">
                <c:v>24-Oct-25</c:v>
              </c:pt>
              <c:pt idx="154">
                <c:v>31-Oct-25</c:v>
              </c:pt>
              <c:pt idx="155">
                <c:v>07-Nov-25</c:v>
              </c:pt>
              <c:pt idx="156">
                <c:v>14-Nov-25</c:v>
              </c:pt>
              <c:pt idx="157">
                <c:v>21-Nov-25</c:v>
              </c:pt>
              <c:pt idx="158">
                <c:v>28-Nov-25</c:v>
              </c:pt>
              <c:pt idx="159">
                <c:v>05-Dec-25</c:v>
              </c:pt>
              <c:pt idx="160">
                <c:v>12-Dec-25</c:v>
              </c:pt>
              <c:pt idx="161">
                <c:v>19-Dec-25</c:v>
              </c:pt>
              <c:pt idx="162">
                <c:v>24-Dec-25</c:v>
              </c:pt>
              <c:pt idx="163">
                <c:v>02-Jan-26</c:v>
              </c:pt>
              <c:pt idx="164">
                <c:v>09-Jan-26</c:v>
              </c:pt>
              <c:pt idx="165">
                <c:v>15-Jan-26</c:v>
              </c:pt>
              <c:pt idx="166">
                <c:v>23-Jan-26</c:v>
              </c:pt>
              <c:pt idx="167">
                <c:v>30-Jan-26</c:v>
              </c:pt>
              <c:pt idx="168">
                <c:v>06-Feb-26</c:v>
              </c:pt>
              <c:pt idx="169">
                <c:v>13-Feb-26</c:v>
              </c:pt>
              <c:pt idx="170">
                <c:v>20-Feb-26</c:v>
              </c:pt>
              <c:pt idx="171">
                <c:v>27-Feb-26</c:v>
              </c:pt>
              <c:pt idx="172">
                <c:v>06-Mar-26</c:v>
              </c:pt>
              <c:pt idx="173">
                <c:v>13-Mar-26</c:v>
              </c:pt>
              <c:pt idx="174">
                <c:v>17-Mar-26</c:v>
              </c:pt>
              <c:pt idx="175">
                <c:v>27-Mar-26</c:v>
              </c:pt>
              <c:pt idx="176">
                <c:v>02-Apr-26</c:v>
              </c:pt>
              <c:pt idx="177">
                <c:v>10-Apr-26</c:v>
              </c:pt>
              <c:pt idx="178">
                <c:v>17-Apr-26</c:v>
              </c:pt>
              <c:pt idx="179">
                <c:v>24-Apr-26</c:v>
              </c:pt>
              <c:pt idx="180">
                <c:v>30-Apr-26</c:v>
              </c:pt>
              <c:pt idx="181">
                <c:v>08-May-26</c:v>
              </c:pt>
              <c:pt idx="182">
                <c:v>13-May-26</c:v>
              </c:pt>
              <c:pt idx="183">
                <c:v>22-May-26</c:v>
              </c:pt>
              <c:pt idx="184">
                <c:v>29-May-26</c:v>
              </c:pt>
              <c:pt idx="185">
                <c:v>05-Jun-26</c:v>
              </c:pt>
              <c:pt idx="186">
                <c:v>12-Jun-26</c:v>
              </c:pt>
              <c:pt idx="187">
                <c:v>19-Jun-26</c:v>
              </c:pt>
              <c:pt idx="188">
                <c:v>26-Jun-26</c:v>
              </c:pt>
              <c:pt idx="189">
                <c:v>03-Jul-26</c:v>
              </c:pt>
              <c:pt idx="190">
                <c:v>10-Jul-26</c:v>
              </c:pt>
              <c:pt idx="191">
                <c:v>17-Jul-26</c:v>
              </c:pt>
              <c:pt idx="192">
                <c:v>24-Jul-26</c:v>
              </c:pt>
              <c:pt idx="193">
                <c:v>31-Jul-26</c:v>
              </c:pt>
              <c:pt idx="194">
                <c:v>07-Aug-26</c:v>
              </c:pt>
              <c:pt idx="195">
                <c:v>14-Aug-26</c:v>
              </c:pt>
              <c:pt idx="196">
                <c:v>21-Aug-26</c:v>
              </c:pt>
              <c:pt idx="197">
                <c:v>28-Aug-26</c:v>
              </c:pt>
              <c:pt idx="198">
                <c:v>04-Sept-26</c:v>
              </c:pt>
              <c:pt idx="199">
                <c:v>11-Sept-26</c:v>
              </c:pt>
              <c:pt idx="200">
                <c:v>18-Sept-26</c:v>
              </c:pt>
              <c:pt idx="201">
                <c:v>25-Sept-26</c:v>
              </c:pt>
              <c:pt idx="202">
                <c:v>02-Oct-26</c:v>
              </c:pt>
              <c:pt idx="203">
                <c:v>09-Oct-26</c:v>
              </c:pt>
              <c:pt idx="204">
                <c:v>12-Oct-26</c:v>
              </c:pt>
            </c:strLit>
          </c:cat>
          <c:val>
            <c:numLit>
              <c:formatCode>0.0%</c:formatCode>
              <c:ptCount val="205"/>
              <c:pt idx="0">
                <c:v>0.07515350877192983</c:v>
              </c:pt>
              <c:pt idx="1">
                <c:v>0.07515350877192983</c:v>
              </c:pt>
              <c:pt idx="2">
                <c:v>0.07515350877192983</c:v>
              </c:pt>
              <c:pt idx="3">
                <c:v>0.07515350877192983</c:v>
              </c:pt>
              <c:pt idx="4">
                <c:v>0.07515350877192983</c:v>
              </c:pt>
              <c:pt idx="5">
                <c:v>0.07515350877192983</c:v>
              </c:pt>
              <c:pt idx="6">
                <c:v>0.07515350877192983</c:v>
              </c:pt>
              <c:pt idx="7">
                <c:v>0.07515350877192983</c:v>
              </c:pt>
              <c:pt idx="8">
                <c:v>0.07515350877192983</c:v>
              </c:pt>
              <c:pt idx="9">
                <c:v>0.07515350877192983</c:v>
              </c:pt>
              <c:pt idx="10">
                <c:v>0.07515350877192983</c:v>
              </c:pt>
              <c:pt idx="11">
                <c:v>0.07515350877192983</c:v>
              </c:pt>
              <c:pt idx="12">
                <c:v>0.07515350877192983</c:v>
              </c:pt>
              <c:pt idx="13">
                <c:v>0.07515350877192983</c:v>
              </c:pt>
              <c:pt idx="14">
                <c:v>0.07515350877192983</c:v>
              </c:pt>
              <c:pt idx="15">
                <c:v>0.07515350877192983</c:v>
              </c:pt>
              <c:pt idx="16">
                <c:v>0.07515350877192983</c:v>
              </c:pt>
              <c:pt idx="17">
                <c:v>0.07515350877192983</c:v>
              </c:pt>
              <c:pt idx="18">
                <c:v>0.07515350877192983</c:v>
              </c:pt>
              <c:pt idx="19">
                <c:v>0.07515350877192983</c:v>
              </c:pt>
              <c:pt idx="20">
                <c:v>0.07515350877192983</c:v>
              </c:pt>
              <c:pt idx="21">
                <c:v>0.07515350877192983</c:v>
              </c:pt>
              <c:pt idx="22">
                <c:v>0.07515350877192983</c:v>
              </c:pt>
              <c:pt idx="23">
                <c:v>0.07515350877192983</c:v>
              </c:pt>
              <c:pt idx="24">
                <c:v>0.07515350877192983</c:v>
              </c:pt>
              <c:pt idx="25">
                <c:v>0.07515350877192983</c:v>
              </c:pt>
              <c:pt idx="26">
                <c:v>0.07515350877192983</c:v>
              </c:pt>
              <c:pt idx="27">
                <c:v>0.07515350877192983</c:v>
              </c:pt>
              <c:pt idx="28">
                <c:v>0.07515350877192983</c:v>
              </c:pt>
              <c:pt idx="29">
                <c:v>0.07515350877192983</c:v>
              </c:pt>
              <c:pt idx="30">
                <c:v>0.07515350877192983</c:v>
              </c:pt>
              <c:pt idx="31">
                <c:v>0.07515350877192983</c:v>
              </c:pt>
              <c:pt idx="32">
                <c:v>0.07515350877192983</c:v>
              </c:pt>
              <c:pt idx="33">
                <c:v>0.07515350877192983</c:v>
              </c:pt>
              <c:pt idx="34">
                <c:v>0.07515350877192983</c:v>
              </c:pt>
              <c:pt idx="35">
                <c:v>0.07515350877192983</c:v>
              </c:pt>
              <c:pt idx="36">
                <c:v>0.07515350877192983</c:v>
              </c:pt>
              <c:pt idx="37">
                <c:v>0.07515350877192983</c:v>
              </c:pt>
              <c:pt idx="38">
                <c:v>0.07515350877192983</c:v>
              </c:pt>
              <c:pt idx="39">
                <c:v>0.07515350877192983</c:v>
              </c:pt>
              <c:pt idx="40">
                <c:v>0.07515350877192983</c:v>
              </c:pt>
              <c:pt idx="41">
                <c:v>0.07515350877192983</c:v>
              </c:pt>
              <c:pt idx="42">
                <c:v>0.07515350877192983</c:v>
              </c:pt>
              <c:pt idx="43">
                <c:v>0.07515350877192983</c:v>
              </c:pt>
              <c:pt idx="44">
                <c:v>0.07515350877192983</c:v>
              </c:pt>
              <c:pt idx="45">
                <c:v>0.07515350877192983</c:v>
              </c:pt>
              <c:pt idx="46">
                <c:v>0.07515350877192983</c:v>
              </c:pt>
              <c:pt idx="47">
                <c:v>0.07515350877192983</c:v>
              </c:pt>
              <c:pt idx="48">
                <c:v>0.07515350877192983</c:v>
              </c:pt>
              <c:pt idx="49">
                <c:v>0.07515350877192983</c:v>
              </c:pt>
              <c:pt idx="50">
                <c:v>0.07515350877192983</c:v>
              </c:pt>
              <c:pt idx="51">
                <c:v>0.07515350877192983</c:v>
              </c:pt>
              <c:pt idx="52">
                <c:v>0.07515350877192983</c:v>
              </c:pt>
              <c:pt idx="53">
                <c:v>0.07515350877192983</c:v>
              </c:pt>
              <c:pt idx="54">
                <c:v>0.07515350877192983</c:v>
              </c:pt>
              <c:pt idx="55">
                <c:v>0.07515350877192983</c:v>
              </c:pt>
              <c:pt idx="56">
                <c:v>0.07515350877192983</c:v>
              </c:pt>
              <c:pt idx="57">
                <c:v>0.07515350877192983</c:v>
              </c:pt>
              <c:pt idx="58">
                <c:v>0.07515350877192983</c:v>
              </c:pt>
              <c:pt idx="59">
                <c:v>0.07515350877192983</c:v>
              </c:pt>
              <c:pt idx="60">
                <c:v>0.07515350877192983</c:v>
              </c:pt>
              <c:pt idx="61">
                <c:v>0.07515350877192983</c:v>
              </c:pt>
              <c:pt idx="62">
                <c:v>0.07515350877192983</c:v>
              </c:pt>
              <c:pt idx="63">
                <c:v>0.07515350877192983</c:v>
              </c:pt>
              <c:pt idx="64">
                <c:v>0.07515350877192983</c:v>
              </c:pt>
              <c:pt idx="65">
                <c:v>0.07515350877192983</c:v>
              </c:pt>
              <c:pt idx="66">
                <c:v>0.07515350877192983</c:v>
              </c:pt>
              <c:pt idx="67">
                <c:v>0.07515350877192983</c:v>
              </c:pt>
              <c:pt idx="68">
                <c:v>0.07515350877192983</c:v>
              </c:pt>
              <c:pt idx="69">
                <c:v>0.07515350877192983</c:v>
              </c:pt>
              <c:pt idx="70">
                <c:v>0.07515350877192983</c:v>
              </c:pt>
              <c:pt idx="71">
                <c:v>0.07515350877192983</c:v>
              </c:pt>
              <c:pt idx="72">
                <c:v>0.07515350877192983</c:v>
              </c:pt>
              <c:pt idx="73">
                <c:v>0.07515350877192983</c:v>
              </c:pt>
              <c:pt idx="74">
                <c:v>0.07515350877192983</c:v>
              </c:pt>
              <c:pt idx="75">
                <c:v>0.07515350877192983</c:v>
              </c:pt>
              <c:pt idx="76">
                <c:v>0.07515350877192983</c:v>
              </c:pt>
              <c:pt idx="77">
                <c:v>0.07515350877192983</c:v>
              </c:pt>
              <c:pt idx="78">
                <c:v>0.07515350877192983</c:v>
              </c:pt>
              <c:pt idx="79">
                <c:v>0.07515350877192983</c:v>
              </c:pt>
              <c:pt idx="80">
                <c:v>0.07515350877192983</c:v>
              </c:pt>
              <c:pt idx="81">
                <c:v>0.07515350877192983</c:v>
              </c:pt>
              <c:pt idx="82">
                <c:v>0.07515350877192983</c:v>
              </c:pt>
              <c:pt idx="83">
                <c:v>0.07515350877192983</c:v>
              </c:pt>
              <c:pt idx="84">
                <c:v>0.07515350877192983</c:v>
              </c:pt>
              <c:pt idx="85">
                <c:v>0.07515350877192983</c:v>
              </c:pt>
              <c:pt idx="86">
                <c:v>0.07515350877192983</c:v>
              </c:pt>
              <c:pt idx="87">
                <c:v>0.07515350877192983</c:v>
              </c:pt>
              <c:pt idx="88">
                <c:v>0.07515350877192983</c:v>
              </c:pt>
              <c:pt idx="89">
                <c:v>0.07515350877192983</c:v>
              </c:pt>
              <c:pt idx="90">
                <c:v>0.07515350877192983</c:v>
              </c:pt>
              <c:pt idx="91">
                <c:v>0.07515350877192983</c:v>
              </c:pt>
              <c:pt idx="92">
                <c:v>0.07515350877192983</c:v>
              </c:pt>
              <c:pt idx="93">
                <c:v>0.07515350877192983</c:v>
              </c:pt>
              <c:pt idx="94">
                <c:v>0.07515350877192983</c:v>
              </c:pt>
              <c:pt idx="95">
                <c:v>0.07515350877192983</c:v>
              </c:pt>
              <c:pt idx="96">
                <c:v>0.07515350877192983</c:v>
              </c:pt>
              <c:pt idx="97">
                <c:v>0.07515350877192983</c:v>
              </c:pt>
              <c:pt idx="98">
                <c:v>0.07515350877192983</c:v>
              </c:pt>
              <c:pt idx="99">
                <c:v>0.07515350877192983</c:v>
              </c:pt>
              <c:pt idx="100">
                <c:v>0.07515350877192983</c:v>
              </c:pt>
              <c:pt idx="101">
                <c:v>0.07515350877192983</c:v>
              </c:pt>
              <c:pt idx="102">
                <c:v>0.07515350877192983</c:v>
              </c:pt>
              <c:pt idx="103">
                <c:v>0.07515350877192983</c:v>
              </c:pt>
              <c:pt idx="104">
                <c:v>0.07515350877192983</c:v>
              </c:pt>
              <c:pt idx="105">
                <c:v>0.07515350877192983</c:v>
              </c:pt>
              <c:pt idx="106">
                <c:v>0.07515350877192983</c:v>
              </c:pt>
              <c:pt idx="107">
                <c:v>0.07515350877192983</c:v>
              </c:pt>
              <c:pt idx="108">
                <c:v>0.07515350877192983</c:v>
              </c:pt>
              <c:pt idx="109">
                <c:v>0.07515350877192983</c:v>
              </c:pt>
              <c:pt idx="110">
                <c:v>0.07515350877192983</c:v>
              </c:pt>
              <c:pt idx="111">
                <c:v>0.07515350877192983</c:v>
              </c:pt>
              <c:pt idx="112">
                <c:v>0.07515350877192983</c:v>
              </c:pt>
              <c:pt idx="113">
                <c:v>0.07515350877192983</c:v>
              </c:pt>
              <c:pt idx="114">
                <c:v>0.07515350877192983</c:v>
              </c:pt>
              <c:pt idx="115">
                <c:v>0.07515350877192983</c:v>
              </c:pt>
              <c:pt idx="116">
                <c:v>0.07515350877192983</c:v>
              </c:pt>
              <c:pt idx="117">
                <c:v>0.07515350877192983</c:v>
              </c:pt>
              <c:pt idx="118">
                <c:v>0.07515350877192983</c:v>
              </c:pt>
              <c:pt idx="119">
                <c:v>0.07515350877192983</c:v>
              </c:pt>
              <c:pt idx="120">
                <c:v>0.07515350877192983</c:v>
              </c:pt>
              <c:pt idx="121">
                <c:v>0.07515350877192983</c:v>
              </c:pt>
              <c:pt idx="122">
                <c:v>0.07515350877192983</c:v>
              </c:pt>
              <c:pt idx="123">
                <c:v>0.07515350877192983</c:v>
              </c:pt>
              <c:pt idx="124">
                <c:v>0.07515350877192983</c:v>
              </c:pt>
              <c:pt idx="125">
                <c:v>0.07515350877192983</c:v>
              </c:pt>
              <c:pt idx="126">
                <c:v>0.07515350877192983</c:v>
              </c:pt>
              <c:pt idx="127">
                <c:v>0.07515350877192983</c:v>
              </c:pt>
              <c:pt idx="128">
                <c:v>0.07515350877192983</c:v>
              </c:pt>
              <c:pt idx="129">
                <c:v>0.07515350877192983</c:v>
              </c:pt>
              <c:pt idx="130">
                <c:v>0.07515350877192983</c:v>
              </c:pt>
              <c:pt idx="131">
                <c:v>0.07515350877192983</c:v>
              </c:pt>
              <c:pt idx="132">
                <c:v>0.07515350877192983</c:v>
              </c:pt>
              <c:pt idx="133">
                <c:v>0.07515350877192983</c:v>
              </c:pt>
              <c:pt idx="134">
                <c:v>0.07515350877192983</c:v>
              </c:pt>
              <c:pt idx="135">
                <c:v>0.07515350877192983</c:v>
              </c:pt>
              <c:pt idx="136">
                <c:v>0.07515350877192983</c:v>
              </c:pt>
              <c:pt idx="137">
                <c:v>0.07515350877192983</c:v>
              </c:pt>
              <c:pt idx="138">
                <c:v>0.07515350877192983</c:v>
              </c:pt>
              <c:pt idx="139">
                <c:v>0.07515350877192983</c:v>
              </c:pt>
              <c:pt idx="140">
                <c:v>0.07515350877192983</c:v>
              </c:pt>
              <c:pt idx="141">
                <c:v>0.07515350877192983</c:v>
              </c:pt>
              <c:pt idx="142">
                <c:v>0.07515350877192983</c:v>
              </c:pt>
              <c:pt idx="143">
                <c:v>0.07515350877192983</c:v>
              </c:pt>
              <c:pt idx="144">
                <c:v>0.07515350877192983</c:v>
              </c:pt>
              <c:pt idx="145">
                <c:v>0.07515350877192983</c:v>
              </c:pt>
              <c:pt idx="146">
                <c:v>0.07515350877192983</c:v>
              </c:pt>
              <c:pt idx="147">
                <c:v>0.07515350877192983</c:v>
              </c:pt>
              <c:pt idx="148">
                <c:v>0.07515350877192983</c:v>
              </c:pt>
              <c:pt idx="149">
                <c:v>0.07515350877192983</c:v>
              </c:pt>
              <c:pt idx="150">
                <c:v>0.07515350877192983</c:v>
              </c:pt>
              <c:pt idx="151">
                <c:v>0.07515350877192983</c:v>
              </c:pt>
              <c:pt idx="152">
                <c:v>0.07515350877192983</c:v>
              </c:pt>
              <c:pt idx="153">
                <c:v>0.07515350877192983</c:v>
              </c:pt>
              <c:pt idx="154">
                <c:v>0.07515350877192983</c:v>
              </c:pt>
              <c:pt idx="155">
                <c:v>0.07515350877192983</c:v>
              </c:pt>
              <c:pt idx="156">
                <c:v>0.07515350877192983</c:v>
              </c:pt>
              <c:pt idx="157">
                <c:v>0.07515350877192983</c:v>
              </c:pt>
              <c:pt idx="158">
                <c:v>0.07515350877192983</c:v>
              </c:pt>
              <c:pt idx="159">
                <c:v>0.07515350877192983</c:v>
              </c:pt>
              <c:pt idx="160">
                <c:v>0.07515350877192983</c:v>
              </c:pt>
              <c:pt idx="161">
                <c:v>0.07515350877192983</c:v>
              </c:pt>
              <c:pt idx="162">
                <c:v>0.07515350877192983</c:v>
              </c:pt>
              <c:pt idx="163">
                <c:v>0.07515350877192983</c:v>
              </c:pt>
              <c:pt idx="164">
                <c:v>0.07515350877192983</c:v>
              </c:pt>
              <c:pt idx="165">
                <c:v>0.07515350877192983</c:v>
              </c:pt>
              <c:pt idx="166">
                <c:v>0.07515350877192983</c:v>
              </c:pt>
              <c:pt idx="167">
                <c:v>0.07515350877192983</c:v>
              </c:pt>
              <c:pt idx="168">
                <c:v>0.07515350877192983</c:v>
              </c:pt>
              <c:pt idx="169">
                <c:v>0.07515350877192983</c:v>
              </c:pt>
              <c:pt idx="170">
                <c:v>0.07515350877192983</c:v>
              </c:pt>
              <c:pt idx="171">
                <c:v>0.07515350877192983</c:v>
              </c:pt>
              <c:pt idx="172">
                <c:v>0.07515350877192983</c:v>
              </c:pt>
              <c:pt idx="173">
                <c:v>0.07515350877192983</c:v>
              </c:pt>
              <c:pt idx="174">
                <c:v>0.07515350877192983</c:v>
              </c:pt>
              <c:pt idx="175">
                <c:v>0.07515350877192983</c:v>
              </c:pt>
              <c:pt idx="176">
                <c:v>0.07515350877192983</c:v>
              </c:pt>
              <c:pt idx="177">
                <c:v>0.07515350877192983</c:v>
              </c:pt>
              <c:pt idx="178">
                <c:v>0.07515350877192983</c:v>
              </c:pt>
              <c:pt idx="179">
                <c:v>0.07515350877192983</c:v>
              </c:pt>
              <c:pt idx="180">
                <c:v>0.07515350877192983</c:v>
              </c:pt>
              <c:pt idx="181">
                <c:v>0.07515350877192983</c:v>
              </c:pt>
              <c:pt idx="182">
                <c:v>0.07515350877192983</c:v>
              </c:pt>
              <c:pt idx="183">
                <c:v>0.07515350877192983</c:v>
              </c:pt>
              <c:pt idx="184">
                <c:v>0.07515350877192983</c:v>
              </c:pt>
              <c:pt idx="185">
                <c:v>0.07515350877192983</c:v>
              </c:pt>
              <c:pt idx="186">
                <c:v>0.07515350877192983</c:v>
              </c:pt>
              <c:pt idx="187">
                <c:v>0.07515350877192983</c:v>
              </c:pt>
              <c:pt idx="188">
                <c:v>0.07515350877192983</c:v>
              </c:pt>
              <c:pt idx="189">
                <c:v>0.07515350877192983</c:v>
              </c:pt>
              <c:pt idx="190">
                <c:v>0.07515350877192983</c:v>
              </c:pt>
              <c:pt idx="191">
                <c:v>0.07515350877192983</c:v>
              </c:pt>
              <c:pt idx="192">
                <c:v>0.07515350877192983</c:v>
              </c:pt>
              <c:pt idx="193">
                <c:v>0.07515350877192983</c:v>
              </c:pt>
              <c:pt idx="194">
                <c:v>0.07515350877192983</c:v>
              </c:pt>
              <c:pt idx="195">
                <c:v>0.07515350877192983</c:v>
              </c:pt>
              <c:pt idx="196">
                <c:v>0.07515350877192983</c:v>
              </c:pt>
              <c:pt idx="197">
                <c:v>0.07515350877192983</c:v>
              </c:pt>
              <c:pt idx="198">
                <c:v>0.07515350877192983</c:v>
              </c:pt>
              <c:pt idx="199">
                <c:v>0.07515350877192983</c:v>
              </c:pt>
              <c:pt idx="200">
                <c:v>0.07515350877192983</c:v>
              </c:pt>
              <c:pt idx="201">
                <c:v>0.07515350877192983</c:v>
              </c:pt>
              <c:pt idx="202">
                <c:v>0.07515350877192983</c:v>
              </c:pt>
              <c:pt idx="203">
                <c:v>0.07515350877192983</c:v>
              </c:pt>
              <c:pt idx="204">
                <c:v>0.07515350877192983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0.13"/>
          <c:min val="0.0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D4D4D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BD33C-AD42-4849-B187-F0597790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345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BMRI Quantitative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5CC01-6BBA-4F4E-999C-BE09767E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Harga, valuasi, dan dividend yield berdasarkan z-score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EBA3F-1D49-452E-8417-6E300E0A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Data sampai 12 Oktober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D784E-D285-4EE6-9CC0-A6CA5B53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31908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B96A0-77EE-4441-8BC3-9EC0EC13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954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BMRI PRICE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477250" y="1714500"/>
          <a:ext xmlns:a="http://schemas.openxmlformats.org/drawingml/2006/main" cx="2714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531f89175c41e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E2803-6E75-4491-BA23-2FAAF040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Rp4,010</a:t>
            </a:r>
          </a:p>
        </p:txBody>
      </p:sp>
    </p:spTree>
    <p:extLst>
      <p:ext uri="{BB962C8B-B14F-4D97-AF65-F5344CB8AC3E}">
        <p14:creationId xmlns:p14="http://schemas.microsoft.com/office/powerpoint/2010/main" val="167807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21AF2-10FF-44B6-AA6D-6E0A2284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VALUATION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E19FE-347D-40F9-8C6E-815BC065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BMRI Trades Below Its Own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E8A33-46B9-40B3-93E7-A48786AE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defRPr>
            </a:pPr>
            <a:r>
              <a: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Price, P/E and P/BV sit below their historical norms, while dividend yield is unusually high.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99EEF-D165-4507-895F-94EA3694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430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AD492-0341-425F-9E00-F8303230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CURRENT Z-SCORES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000125" y="1762125"/>
          <a:ext xmlns:a="http://schemas.openxmlformats.org/drawingml/2006/main" cx="10572750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69a745804d436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1B80D-879B-4AEE-86F2-3B589A56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524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3AA54-E8DE-40B3-B24C-C3655E04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VALUATION LEVELS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99B8F-2D9B-43C0-A8CE-A91257C0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P/E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329A2-0104-4A42-91AB-72386319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6.50x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E2028-BAB1-4636-BD78-97872CD1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054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mean 8.10x  |  percentile 6.5%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42BC0-9D12-4150-A439-73C1CA37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P/BV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6E293-AB4C-46D0-92B9-C58B7BAB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1.31x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98FA2-0C68-45A2-937F-EEFCD776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769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mean 1.95x  |  percentile 2.9%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BAC52-D9B3-4BA1-9D9F-97EC11F4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14875"/>
            <a:ext cx="55626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DB8EB-0022-4A43-B63B-187EA4C0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815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PRICE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830FB-FCE2-45D3-B7F0-66091067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00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1M return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6EBE1-3FB1-419F-995F-34BEE72F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36F2B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F36F2B"/>
                </a:solidFill>
                <a:latin typeface="Calibri"/>
                <a:ea typeface="Calibri"/>
                <a:cs typeface="Calibri"/>
              </a:rPr>
              <a:t>-8.0%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6702F-D450-4443-AB88-B8BF0718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00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1Y 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635C9-018E-432D-AF55-D85BACA3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57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36F2B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F36F2B"/>
                </a:solidFill>
                <a:latin typeface="Calibri"/>
                <a:ea typeface="Calibri"/>
                <a:cs typeface="Calibri"/>
              </a:rPr>
              <a:t>-9.1%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11228-BBB8-4923-B1CC-023A0922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00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Drawdown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85215-DF9F-431A-9E8A-79C55CB4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578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36F2B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F36F2B"/>
                </a:solidFill>
                <a:latin typeface="Calibri"/>
                <a:ea typeface="Calibri"/>
                <a:cs typeface="Calibri"/>
              </a:rPr>
              <a:t>-46.2%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0BADFC-A889-401C-89C6-F9F0E45D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10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1Y annualised volatility: 32.8%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4C5E83-C267-4C67-98F9-9E1EDD4B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Source: BMRI-2.xlsx; calculations use available observations from Sep 2021 to Oct 2026.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4CD77-F202-4640-84D4-7980BBC2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| 2</a:t>
            </a:r>
          </a:p>
        </p:txBody>
      </p:sp>
    </p:spTree>
    <p:extLst>
      <p:ext uri="{BB962C8B-B14F-4D97-AF65-F5344CB8AC3E}">
        <p14:creationId xmlns:p14="http://schemas.microsoft.com/office/powerpoint/2010/main" val="1456796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19302-815C-477D-8A4C-C5A855B8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PRICE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5D854-CB4A-432B-AF03-43D8C4E9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Price Weakness Has Deepened the Discount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AD323-DCD8-455E-A8D9-BB5DE345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defRPr>
            </a:pPr>
            <a:r>
              <a: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The stock is 1.05 standard deviations below its full-history mean and 1.36 below its one-year mean.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CC317-9E3F-4DF3-A5ED-14B9AAED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430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C7B5D-566A-4D2F-A91C-346FDC6F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PRICE VS HISTORY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906125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10628a32bd4a6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73085-BE93-498B-8B17-1F3F0F66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Sep-21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3B71B-15B8-4531-98F3-9940BE51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373380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Sep-22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4AD63-72CC-401D-8914-0CF8763D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373380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Sep-23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961B7-0340-4A93-9C7D-7C38AC28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373380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Sep-24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F9533-F8AE-472D-9A5B-553F5512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73380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Sep-25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45B36-A7DC-44ED-A128-7597D6A6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688" y="373380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Oct-26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0F8B9-E049-4F91-9FA6-90769A20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14300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88310-0182-4A40-82C5-097FCD83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PRICE Z-SCORE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857250" y="4667250"/>
          <a:ext xmlns:a="http://schemas.openxmlformats.org/drawingml/2006/main" cx="10906125" cy="1190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a21144f49a4c0e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56C693-755E-47AB-862B-22124979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Sep-21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4C811-50ED-4342-A20C-D28A1E97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592455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Sep-22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F6F54-E4EF-449A-AA3B-C66F7495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592455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Sep-23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EFB9A-91A4-4F10-B14D-F0E1584A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592455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Sep-24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E9C53-AF21-49B2-9214-D7237538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92455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Sep-25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5F847-0117-44BA-92AE-BFAE48FC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688" y="592455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Oct-26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AC1764-A22B-45D6-9D03-5F7D5BB7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Source: BMRI-2.xlsx; weekly chart uses the last available trading observation in each week.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3956A-DE34-4CF6-875B-9B5FD88E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| 3</a:t>
            </a:r>
          </a:p>
        </p:txBody>
      </p:sp>
    </p:spTree>
    <p:extLst>
      <p:ext uri="{BB962C8B-B14F-4D97-AF65-F5344CB8AC3E}">
        <p14:creationId xmlns:p14="http://schemas.microsoft.com/office/powerpoint/2010/main" val="7803809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46ECC-8CB6-4BF4-BA5C-64349B8C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DEEE7-366A-4D5E-89F9-8A96BDF3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Valuation Multiples Are Near Historical 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2DF55-6ACA-4696-8727-CD268765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defRPr>
            </a:pPr>
            <a:r>
              <a: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Both P/E and P/BV show a material discount to BMRI’s own trading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03D1B-2FF9-40E6-8C51-F2BFF0A4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430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B4ECB-CE64-45D7-BDF6-5107EE42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VALUATION Z-SCORES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857250" y="1762125"/>
          <a:ext xmlns:a="http://schemas.openxmlformats.org/drawingml/2006/main" cx="109061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db04041964465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FB7A9-5F32-4D8A-90F5-B7CE7136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Nov-21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FF9DD-B542-4358-83FC-7871A250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38" y="455295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Nov-22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97742-A95B-4712-A757-C0AACD4F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455295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Nov-23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EA213-50F4-4187-9BFB-CCF491F2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455295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Nov-24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7FBD0-900D-4F02-B688-F9C33634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55295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Nov-25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3A6E5-5738-4308-B28D-73EE69EE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688" y="4552950"/>
            <a:ext cx="18176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Oct-26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5A70F-27D5-4FC4-B13D-7C31B96B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5476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0BF97-6B38-4527-A3D0-95CC7976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P/E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79C5F-5AB3-4DFA-A2CE-6A48063E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054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6.50x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0183E-8F4B-4532-8C8C-DCE00A07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-1.64σ vs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C8E59-9DB6-4B19-9570-9EC7C7F6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29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Only 6.5% of observations were this low or lower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D9E79-2345-4ABB-B106-5FE932DA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286375"/>
            <a:ext cx="5476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65CECD-AA5D-4CA6-BC3C-5F5E4E84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5302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P/BV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D8A43-C8FF-4284-B8A2-6786A540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054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36F2B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F36F2B"/>
                </a:solidFill>
                <a:latin typeface="Calibri"/>
                <a:ea typeface="Calibri"/>
                <a:cs typeface="Calibri"/>
              </a:rPr>
              <a:t>1.31x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9FE97-9A14-4FD6-BFD2-7A6426D6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524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-1.70σ vs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78882B-956E-4ADA-9FDA-639AF26A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829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Only 2.9% of observations were this low or lower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7D5E1-7F16-4887-98DB-FD68E0D4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Source: BMRI-2.xlsx; historical z-scores use source-reported multiples, treated as trailing measures.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9531C6-361D-4099-A49A-47F20DA5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| 4</a:t>
            </a:r>
          </a:p>
        </p:txBody>
      </p:sp>
    </p:spTree>
    <p:extLst>
      <p:ext uri="{BB962C8B-B14F-4D97-AF65-F5344CB8AC3E}">
        <p14:creationId xmlns:p14="http://schemas.microsoft.com/office/powerpoint/2010/main" val="273729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BD9BF-1D54-43B9-99ED-F95BBF77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DIVIDEND AND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3492F-05FB-49A2-99BC-5598CAD7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Attractive Valuation, Weak Momentum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72C61-51CC-4DEC-841D-21E71F8E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defRPr>
            </a:pPr>
            <a:r>
              <a: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The 11.0% estimated yield supports staged accumulation, subject to fundamentals and dividend sustainability.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A1CBA-05B8-4C7D-B516-3B9C7593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6EE5D-42CC-47B1-B029-DDBA6B62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DIVIDEND YIELD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57250" y="1762125"/>
          <a:ext xmlns:a="http://schemas.openxmlformats.org/drawingml/2006/main" cx="6715125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51ec1e07164c2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51A91-E140-4615-9362-14F2CBB9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Oct-22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C7B99-0863-40DD-A0CF-76763665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743450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Oct-23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2F6A7-509E-4833-AAD3-7E442006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43450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Oct-24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518BC-C314-4CCC-AE6B-13A68411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743450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Oct-25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119AF-EAA1-45DC-BFA0-0EFFFD67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43450"/>
            <a:ext cx="1343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F7782"/>
                </a:solidFill>
                <a:latin typeface="Calibri"/>
                <a:ea typeface="Calibri"/>
                <a:cs typeface="Calibri"/>
              </a:rPr>
              <a:t>Oct-26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D1FB2-1733-421A-8B25-49383344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8481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F6351-50B7-4EEF-9C68-6390F56A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295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INVESTMENT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83BCF-906D-4F5B-B3A7-C3DAD755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F36F2B"/>
                </a:solidFill>
                <a:latin typeface="Calibri"/>
                <a:ea typeface="Calibri"/>
                <a:cs typeface="Calibri"/>
              </a:defRPr>
            </a:pPr>
            <a:r>
              <a:rPr sz="3450" b="1" i="0">
                <a:solidFill>
                  <a:srgbClr val="F36F2B"/>
                </a:solidFill>
                <a:latin typeface="Calibri"/>
                <a:ea typeface="Calibri"/>
                <a:cs typeface="Calibri"/>
              </a:rPr>
              <a:t>11.0%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40FCF-D0E6-46B4-AF70-0A7987EE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current estimated dividend yield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93394-3B3A-4D93-AB14-64913F75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7.5%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82B8A-75D5-4B3F-808A-FD063422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historical average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851B4-CB06-4DB4-94AB-FE1443C7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146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+3.5pp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20192-B660-46E8-A6E2-ADE15C9A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05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yield premium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E07063-F266-4344-A4F9-C4084308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Statistically attractive valuation and carry. Weak price momentum still raises the risk of entering too early.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0D334-038A-4E3F-8E40-5A967E54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Investment stance: staged accumulation after checking earnings, ROE, asset quality and dividend sustainability.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26628-FE11-47FE-8C7F-3446EC23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143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4297EE-A244-4CB7-80DD-CBAFE6BB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DIVIDEND NOTE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F4985-15B1-4A78-B136-79E6752F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150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Average estimated yield is 7.5%. The dataset implies DPS of about Rp441, but this is an approximation and not cash dividend paid.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EC8764-AB90-4DF9-BACD-F9803878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Source: BMRI-2.xlsx; BEst dividend yield is an estimate and is reported as whole percentages in the source.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77419-59C6-4992-B99E-21014B7B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| 5</a:t>
            </a:r>
          </a:p>
        </p:txBody>
      </p:sp>
    </p:spTree>
    <p:extLst>
      <p:ext uri="{BB962C8B-B14F-4D97-AF65-F5344CB8AC3E}">
        <p14:creationId xmlns:p14="http://schemas.microsoft.com/office/powerpoint/2010/main" val="175652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2026-10-12T08:25:41.4300000Z</dcterms:created>
  <dcterms:modified xsi:type="dcterms:W3CDTF">2026-10-12T08:25:41.4300000Z</dcterms:modified>
</coreProperties>
</file>