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3"/>
  </p:notesMasterIdLst>
  <p:handoutMasterIdLst>
    <p:handoutMasterId r:id="rId14"/>
  </p:handoutMasterIdLst>
  <p:sldIdLst>
    <p:sldId id="350" r:id="rId9"/>
    <p:sldId id="355" r:id="rId10"/>
    <p:sldId id="345" r:id="rId11"/>
    <p:sldId id="285" r:id="rId12"/>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71" autoAdjust="0"/>
    <p:restoredTop sz="94660"/>
  </p:normalViewPr>
  <p:slideViewPr>
    <p:cSldViewPr snapToGrid="0">
      <p:cViewPr>
        <p:scale>
          <a:sx n="81" d="100"/>
          <a:sy n="81" d="100"/>
        </p:scale>
        <p:origin x="3528" y="680"/>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Master" Target="slideMasters/slideMaster2.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tableStyles" Target="tableStyle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365-9B46-9F55-EE0FC0A0DC17}"/>
                </c:ext>
              </c:extLst>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365-9B46-9F55-EE0FC0A0DC17}"/>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c:v>
                </c:pt>
                <c:pt idx="1">
                  <c:v>1152</c:v>
                </c:pt>
                <c:pt idx="2">
                  <c:v>1160</c:v>
                </c:pt>
                <c:pt idx="3">
                  <c:v>1181</c:v>
                </c:pt>
                <c:pt idx="4">
                  <c:v>1207</c:v>
                </c:pt>
                <c:pt idx="5">
                  <c:v>1218</c:v>
                </c:pt>
                <c:pt idx="6">
                  <c:v>1236</c:v>
                </c:pt>
                <c:pt idx="7">
                  <c:v>1226</c:v>
                </c:pt>
                <c:pt idx="8">
                  <c:v>1234</c:v>
                </c:pt>
                <c:pt idx="9">
                  <c:v>1256</c:v>
                </c:pt>
                <c:pt idx="10">
                  <c:v>1271</c:v>
                </c:pt>
                <c:pt idx="11">
                  <c:v>1288</c:v>
                </c:pt>
                <c:pt idx="12">
                  <c:v>1365</c:v>
                </c:pt>
                <c:pt idx="13">
                  <c:v>1430</c:v>
                </c:pt>
                <c:pt idx="14">
                  <c:v>1436</c:v>
                </c:pt>
                <c:pt idx="15">
                  <c:v>1436</c:v>
                </c:pt>
                <c:pt idx="16">
                  <c:v>1414</c:v>
                </c:pt>
                <c:pt idx="17">
                  <c:v>1403</c:v>
                </c:pt>
                <c:pt idx="18">
                  <c:v>1403</c:v>
                </c:pt>
                <c:pt idx="19">
                  <c:v>1401</c:v>
                </c:pt>
                <c:pt idx="20">
                  <c:v>1394</c:v>
                </c:pt>
                <c:pt idx="21">
                  <c:v>1395</c:v>
                </c:pt>
                <c:pt idx="22">
                  <c:v>1407</c:v>
                </c:pt>
                <c:pt idx="23">
                  <c:v>1440</c:v>
                </c:pt>
                <c:pt idx="24">
                  <c:v>1453</c:v>
                </c:pt>
                <c:pt idx="25">
                  <c:v>1456</c:v>
                </c:pt>
                <c:pt idx="26">
                  <c:v>1445</c:v>
                </c:pt>
                <c:pt idx="27">
                  <c:v>1426</c:v>
                </c:pt>
                <c:pt idx="28">
                  <c:v>1443</c:v>
                </c:pt>
                <c:pt idx="29">
                  <c:v>1457</c:v>
                </c:pt>
                <c:pt idx="30">
                  <c:v>1463</c:v>
                </c:pt>
                <c:pt idx="31">
                  <c:v>1468</c:v>
                </c:pt>
                <c:pt idx="32">
                  <c:v>1463</c:v>
                </c:pt>
                <c:pt idx="33">
                  <c:v>1458</c:v>
                </c:pt>
                <c:pt idx="34">
                  <c:v>1452</c:v>
                </c:pt>
                <c:pt idx="35">
                  <c:v>1432</c:v>
                </c:pt>
                <c:pt idx="36">
                  <c:v>1420</c:v>
                </c:pt>
                <c:pt idx="37">
                  <c:v>1407</c:v>
                </c:pt>
                <c:pt idx="38">
                  <c:v>1395</c:v>
                </c:pt>
                <c:pt idx="39">
                  <c:v>1384</c:v>
                </c:pt>
                <c:pt idx="40">
                  <c:v>1380</c:v>
                </c:pt>
                <c:pt idx="41">
                  <c:v>1371</c:v>
                </c:pt>
                <c:pt idx="42">
                  <c:v>1379</c:v>
                </c:pt>
                <c:pt idx="43">
                  <c:v>1392</c:v>
                </c:pt>
                <c:pt idx="44">
                  <c:v>1396</c:v>
                </c:pt>
                <c:pt idx="45">
                  <c:v>1392</c:v>
                </c:pt>
                <c:pt idx="46">
                  <c:v>1389</c:v>
                </c:pt>
                <c:pt idx="47">
                  <c:v>1414</c:v>
                </c:pt>
                <c:pt idx="48">
                  <c:v>1402</c:v>
                </c:pt>
                <c:pt idx="49">
                  <c:v>1401</c:v>
                </c:pt>
                <c:pt idx="50">
                  <c:v>1387</c:v>
                </c:pt>
                <c:pt idx="51">
                  <c:v>1343</c:v>
                </c:pt>
                <c:pt idx="52">
                  <c:v>1319</c:v>
                </c:pt>
                <c:pt idx="53">
                  <c:v>1207</c:v>
                </c:pt>
                <c:pt idx="54">
                  <c:v>1188</c:v>
                </c:pt>
                <c:pt idx="55">
                  <c:v>1181</c:v>
                </c:pt>
                <c:pt idx="56">
                  <c:v>1165</c:v>
                </c:pt>
                <c:pt idx="57">
                  <c:v>1211</c:v>
                </c:pt>
                <c:pt idx="58">
                  <c:v>1259</c:v>
                </c:pt>
                <c:pt idx="59">
                  <c:v>1296</c:v>
                </c:pt>
                <c:pt idx="60">
                  <c:v>1347</c:v>
                </c:pt>
                <c:pt idx="61">
                  <c:v>1410</c:v>
                </c:pt>
                <c:pt idx="62">
                  <c:v>1500</c:v>
                </c:pt>
                <c:pt idx="63">
                  <c:v>1562</c:v>
                </c:pt>
                <c:pt idx="64">
                  <c:v>1598</c:v>
                </c:pt>
                <c:pt idx="65">
                  <c:v>1572</c:v>
                </c:pt>
                <c:pt idx="66">
                  <c:v>1588</c:v>
                </c:pt>
                <c:pt idx="67">
                  <c:v>1619</c:v>
                </c:pt>
                <c:pt idx="68">
                  <c:v>1626</c:v>
                </c:pt>
                <c:pt idx="69">
                  <c:v>1631</c:v>
                </c:pt>
                <c:pt idx="70">
                  <c:v>1646</c:v>
                </c:pt>
                <c:pt idx="71">
                  <c:v>1646</c:v>
                </c:pt>
                <c:pt idx="72">
                  <c:v>1653</c:v>
                </c:pt>
                <c:pt idx="73">
                  <c:v>1702</c:v>
                </c:pt>
                <c:pt idx="74">
                  <c:v>1732</c:v>
                </c:pt>
                <c:pt idx="75">
                  <c:v>1672</c:v>
                </c:pt>
                <c:pt idx="76">
                  <c:v>1678</c:v>
                </c:pt>
                <c:pt idx="77">
                  <c:v>1679</c:v>
                </c:pt>
                <c:pt idx="78">
                  <c:v>1691</c:v>
                </c:pt>
                <c:pt idx="79">
                  <c:v>1710</c:v>
                </c:pt>
                <c:pt idx="80">
                  <c:v>1727</c:v>
                </c:pt>
                <c:pt idx="81">
                  <c:v>1721</c:v>
                </c:pt>
                <c:pt idx="82">
                  <c:v>1713</c:v>
                </c:pt>
                <c:pt idx="83">
                  <c:v>1719</c:v>
                </c:pt>
                <c:pt idx="84">
                  <c:v>1739</c:v>
                </c:pt>
                <c:pt idx="85">
                  <c:v>1747</c:v>
                </c:pt>
                <c:pt idx="86">
                  <c:v>1743</c:v>
                </c:pt>
                <c:pt idx="87">
                  <c:v>1766</c:v>
                </c:pt>
                <c:pt idx="88">
                  <c:v>1787</c:v>
                </c:pt>
                <c:pt idx="89">
                  <c:v>1809</c:v>
                </c:pt>
                <c:pt idx="90">
                  <c:v>1842</c:v>
                </c:pt>
                <c:pt idx="91">
                  <c:v>1885</c:v>
                </c:pt>
                <c:pt idx="92">
                  <c:v>1944</c:v>
                </c:pt>
                <c:pt idx="93">
                  <c:v>1991</c:v>
                </c:pt>
                <c:pt idx="94">
                  <c:v>2322</c:v>
                </c:pt>
                <c:pt idx="95">
                  <c:v>2866</c:v>
                </c:pt>
                <c:pt idx="96">
                  <c:v>3002</c:v>
                </c:pt>
                <c:pt idx="97">
                  <c:v>3083</c:v>
                </c:pt>
                <c:pt idx="98">
                  <c:v>3069</c:v>
                </c:pt>
                <c:pt idx="99">
                  <c:v>3040</c:v>
                </c:pt>
                <c:pt idx="100">
                  <c:v>2924</c:v>
                </c:pt>
                <c:pt idx="101">
                  <c:v>2835</c:v>
                </c:pt>
                <c:pt idx="102">
                  <c:v>2684</c:v>
                </c:pt>
                <c:pt idx="103">
                  <c:v>2586</c:v>
                </c:pt>
                <c:pt idx="104">
                  <c:v>2849</c:v>
                </c:pt>
                <c:pt idx="105">
                  <c:v>2850</c:v>
                </c:pt>
                <c:pt idx="106">
                  <c:v>2743</c:v>
                </c:pt>
                <c:pt idx="107">
                  <c:v>2842</c:v>
                </c:pt>
                <c:pt idx="108">
                  <c:v>2962</c:v>
                </c:pt>
                <c:pt idx="109">
                  <c:v>3120</c:v>
                </c:pt>
                <c:pt idx="110">
                  <c:v>3572</c:v>
                </c:pt>
                <c:pt idx="111">
                  <c:v>3618</c:v>
                </c:pt>
                <c:pt idx="112">
                  <c:v>3716</c:v>
                </c:pt>
                <c:pt idx="113">
                  <c:v>3737</c:v>
                </c:pt>
                <c:pt idx="114">
                  <c:v>3723</c:v>
                </c:pt>
                <c:pt idx="115">
                  <c:v>3705</c:v>
                </c:pt>
                <c:pt idx="116">
                  <c:v>3678</c:v>
                </c:pt>
                <c:pt idx="117">
                  <c:v>3639</c:v>
                </c:pt>
                <c:pt idx="118">
                  <c:v>3498</c:v>
                </c:pt>
                <c:pt idx="119">
                  <c:v>3593</c:v>
                </c:pt>
                <c:pt idx="120">
                  <c:v>3658</c:v>
                </c:pt>
                <c:pt idx="121">
                  <c:v>3561</c:v>
                </c:pt>
                <c:pt idx="122">
                  <c:v>3422</c:v>
                </c:pt>
                <c:pt idx="123">
                  <c:v>3275</c:v>
                </c:pt>
                <c:pt idx="124">
                  <c:v>3111</c:v>
                </c:pt>
                <c:pt idx="125">
                  <c:v>2975</c:v>
                </c:pt>
                <c:pt idx="126">
                  <c:v>2831</c:v>
                </c:pt>
                <c:pt idx="127">
                  <c:v>2907</c:v>
                </c:pt>
                <c:pt idx="128">
                  <c:v>2865</c:v>
                </c:pt>
                <c:pt idx="129">
                  <c:v>2854</c:v>
                </c:pt>
                <c:pt idx="130">
                  <c:v>2837</c:v>
                </c:pt>
                <c:pt idx="131">
                  <c:v>2812</c:v>
                </c:pt>
                <c:pt idx="132">
                  <c:v>2811</c:v>
                </c:pt>
                <c:pt idx="133">
                  <c:v>2834</c:v>
                </c:pt>
                <c:pt idx="134">
                  <c:v>2795</c:v>
                </c:pt>
                <c:pt idx="135">
                  <c:v>2767</c:v>
                </c:pt>
                <c:pt idx="136">
                  <c:v>2752</c:v>
                </c:pt>
                <c:pt idx="137">
                  <c:v>2841</c:v>
                </c:pt>
                <c:pt idx="138">
                  <c:v>2676</c:v>
                </c:pt>
                <c:pt idx="139">
                  <c:v>2629</c:v>
                </c:pt>
                <c:pt idx="140">
                  <c:v>2574</c:v>
                </c:pt>
                <c:pt idx="141">
                  <c:v>2528</c:v>
                </c:pt>
                <c:pt idx="142">
                  <c:v>2463</c:v>
                </c:pt>
                <c:pt idx="143">
                  <c:v>2429</c:v>
                </c:pt>
                <c:pt idx="144">
                  <c:v>2401</c:v>
                </c:pt>
                <c:pt idx="145">
                  <c:v>2375</c:v>
                </c:pt>
                <c:pt idx="146">
                  <c:v>2351</c:v>
                </c:pt>
                <c:pt idx="147">
                  <c:v>2307</c:v>
                </c:pt>
                <c:pt idx="148">
                  <c:v>2249</c:v>
                </c:pt>
                <c:pt idx="149">
                  <c:v>2215</c:v>
                </c:pt>
                <c:pt idx="150">
                  <c:v>2185</c:v>
                </c:pt>
                <c:pt idx="151">
                  <c:v>2157</c:v>
                </c:pt>
                <c:pt idx="152">
                  <c:v>2129</c:v>
                </c:pt>
                <c:pt idx="153">
                  <c:v>2088</c:v>
                </c:pt>
                <c:pt idx="154">
                  <c:v>2068</c:v>
                </c:pt>
                <c:pt idx="155">
                  <c:v>2053</c:v>
                </c:pt>
                <c:pt idx="156">
                  <c:v>2078</c:v>
                </c:pt>
                <c:pt idx="157">
                  <c:v>2086</c:v>
                </c:pt>
                <c:pt idx="158">
                  <c:v>2103</c:v>
                </c:pt>
                <c:pt idx="159">
                  <c:v>2110</c:v>
                </c:pt>
                <c:pt idx="160">
                  <c:v>2099</c:v>
                </c:pt>
                <c:pt idx="161">
                  <c:v>2075</c:v>
                </c:pt>
                <c:pt idx="162">
                  <c:v>2041</c:v>
                </c:pt>
                <c:pt idx="163">
                  <c:v>1994</c:v>
                </c:pt>
                <c:pt idx="164">
                  <c:v>1950</c:v>
                </c:pt>
                <c:pt idx="165">
                  <c:v>1939</c:v>
                </c:pt>
                <c:pt idx="166">
                  <c:v>1927</c:v>
                </c:pt>
                <c:pt idx="167">
                  <c:v>1953</c:v>
                </c:pt>
                <c:pt idx="168">
                  <c:v>2023</c:v>
                </c:pt>
                <c:pt idx="169">
                  <c:v>2092</c:v>
                </c:pt>
                <c:pt idx="170">
                  <c:v>2176</c:v>
                </c:pt>
                <c:pt idx="171">
                  <c:v>2227</c:v>
                </c:pt>
                <c:pt idx="172">
                  <c:v>2152</c:v>
                </c:pt>
                <c:pt idx="173">
                  <c:v>2014</c:v>
                </c:pt>
                <c:pt idx="174">
                  <c:v>1914</c:v>
                </c:pt>
                <c:pt idx="175">
                  <c:v>1935</c:v>
                </c:pt>
                <c:pt idx="176">
                  <c:v>1895</c:v>
                </c:pt>
                <c:pt idx="177">
                  <c:v>1864</c:v>
                </c:pt>
                <c:pt idx="178">
                  <c:v>1850</c:v>
                </c:pt>
                <c:pt idx="179">
                  <c:v>1856</c:v>
                </c:pt>
                <c:pt idx="180">
                  <c:v>1866</c:v>
                </c:pt>
                <c:pt idx="181">
                  <c:v>1885</c:v>
                </c:pt>
                <c:pt idx="182">
                  <c:v>1939</c:v>
                </c:pt>
                <c:pt idx="183">
                  <c:v>1988</c:v>
                </c:pt>
                <c:pt idx="184">
                  <c:v>2031</c:v>
                </c:pt>
                <c:pt idx="185">
                  <c:v>2060</c:v>
                </c:pt>
                <c:pt idx="186">
                  <c:v>2145</c:v>
                </c:pt>
                <c:pt idx="187">
                  <c:v>2209</c:v>
                </c:pt>
                <c:pt idx="188">
                  <c:v>2268</c:v>
                </c:pt>
                <c:pt idx="189">
                  <c:v>2283</c:v>
                </c:pt>
                <c:pt idx="190">
                  <c:v>2298</c:v>
                </c:pt>
                <c:pt idx="191">
                  <c:v>2356</c:v>
                </c:pt>
                <c:pt idx="192">
                  <c:v>2400</c:v>
                </c:pt>
                <c:pt idx="193">
                  <c:v>2502</c:v>
                </c:pt>
                <c:pt idx="194">
                  <c:v>2532</c:v>
                </c:pt>
                <c:pt idx="195">
                  <c:v>2582</c:v>
                </c:pt>
                <c:pt idx="196">
                  <c:v>2601</c:v>
                </c:pt>
                <c:pt idx="197">
                  <c:v>2607</c:v>
                </c:pt>
                <c:pt idx="198">
                  <c:v>2590</c:v>
                </c:pt>
                <c:pt idx="199">
                  <c:v>2582</c:v>
                </c:pt>
                <c:pt idx="200">
                  <c:v>2554</c:v>
                </c:pt>
                <c:pt idx="201">
                  <c:v>2534</c:v>
                </c:pt>
                <c:pt idx="202">
                  <c:v>2521</c:v>
                </c:pt>
                <c:pt idx="203">
                  <c:v>2575</c:v>
                </c:pt>
                <c:pt idx="204">
                  <c:v>2631</c:v>
                </c:pt>
                <c:pt idx="205">
                  <c:v>2644</c:v>
                </c:pt>
                <c:pt idx="206">
                  <c:v>2663</c:v>
                </c:pt>
                <c:pt idx="207">
                  <c:v>2671</c:v>
                </c:pt>
                <c:pt idx="208">
                  <c:v>2693</c:v>
                </c:pt>
                <c:pt idx="209">
                  <c:v>2742</c:v>
                </c:pt>
                <c:pt idx="210">
                  <c:v>2824</c:v>
                </c:pt>
                <c:pt idx="211">
                  <c:v>2894</c:v>
                </c:pt>
                <c:pt idx="212">
                  <c:v>2957</c:v>
                </c:pt>
                <c:pt idx="213">
                  <c:v>2966</c:v>
                </c:pt>
                <c:pt idx="214">
                  <c:v>3004</c:v>
                </c:pt>
                <c:pt idx="215">
                  <c:v>2961</c:v>
                </c:pt>
                <c:pt idx="216">
                  <c:v>2886</c:v>
                </c:pt>
                <c:pt idx="217">
                  <c:v>2851</c:v>
                </c:pt>
                <c:pt idx="218">
                  <c:v>2801</c:v>
                </c:pt>
                <c:pt idx="219">
                  <c:v>2777</c:v>
                </c:pt>
                <c:pt idx="220">
                  <c:v>2676</c:v>
                </c:pt>
                <c:pt idx="221">
                  <c:v>2699</c:v>
                </c:pt>
                <c:pt idx="222">
                  <c:v>2754</c:v>
                </c:pt>
                <c:pt idx="223">
                  <c:v>2805</c:v>
                </c:pt>
                <c:pt idx="224">
                  <c:v>2868</c:v>
                </c:pt>
                <c:pt idx="225">
                  <c:v>2938</c:v>
                </c:pt>
                <c:pt idx="226">
                  <c:v>3026</c:v>
                </c:pt>
                <c:pt idx="227">
                  <c:v>3385</c:v>
                </c:pt>
                <c:pt idx="228">
                  <c:v>4015</c:v>
                </c:pt>
                <c:pt idx="229">
                  <c:v>4325</c:v>
                </c:pt>
                <c:pt idx="230">
                  <c:v>4499</c:v>
                </c:pt>
                <c:pt idx="231">
                  <c:v>4614</c:v>
                </c:pt>
                <c:pt idx="232">
                  <c:v>4765</c:v>
                </c:pt>
                <c:pt idx="233">
                  <c:v>4899</c:v>
                </c:pt>
                <c:pt idx="234">
                  <c:v>5092</c:v>
                </c:pt>
                <c:pt idx="235">
                  <c:v>5157</c:v>
                </c:pt>
                <c:pt idx="236">
                  <c:v>5207</c:v>
                </c:pt>
                <c:pt idx="237">
                  <c:v>5250</c:v>
                </c:pt>
                <c:pt idx="238">
                  <c:v>5366</c:v>
                </c:pt>
                <c:pt idx="239">
                  <c:v>5432</c:v>
                </c:pt>
                <c:pt idx="240">
                  <c:v>5444</c:v>
                </c:pt>
                <c:pt idx="241">
                  <c:v>5499</c:v>
                </c:pt>
                <c:pt idx="242">
                  <c:v>5897</c:v>
                </c:pt>
                <c:pt idx="243">
                  <c:v>6586</c:v>
                </c:pt>
                <c:pt idx="244">
                  <c:v>7185</c:v>
                </c:pt>
                <c:pt idx="245">
                  <c:v>7444</c:v>
                </c:pt>
                <c:pt idx="246">
                  <c:v>7678</c:v>
                </c:pt>
                <c:pt idx="247">
                  <c:v>7852</c:v>
                </c:pt>
                <c:pt idx="248">
                  <c:v>7964</c:v>
                </c:pt>
              </c:numCache>
            </c:numRef>
          </c:val>
          <c:smooth val="0"/>
          <c:extLst>
            <c:ext xmlns:c16="http://schemas.microsoft.com/office/drawing/2014/chart" uri="{C3380CC4-5D6E-409C-BE32-E72D297353CC}">
              <c16:uniqueId val="{00000002-6365-9B46-9F55-EE0FC0A0DC17}"/>
            </c:ext>
          </c:extLst>
        </c:ser>
        <c:dLbls>
          <c:showLegendKey val="0"/>
          <c:showVal val="0"/>
          <c:showCatName val="0"/>
          <c:showSerName val="0"/>
          <c:showPercent val="0"/>
          <c:showBubbleSize val="0"/>
        </c:dLbls>
        <c:smooth val="0"/>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2"/>
          <c:y val="0.15"/>
          <c:w val="0.76"/>
          <c:h val="0.67"/>
        </c:manualLayout>
      </c:layout>
      <c:lineChart>
        <c:grouping val="standard"/>
        <c:varyColors val="0"/>
        <c:ser>
          <c:idx val="0"/>
          <c:order val="0"/>
          <c:tx>
            <c:strRef>
              <c:f>Sheet1!$B$1</c:f>
              <c:strCache>
                <c:ptCount val="1"/>
                <c:pt idx="0">
                  <c:v>Gold (USD/oz, L)</c:v>
                </c:pt>
              </c:strCache>
            </c:strRef>
          </c:tx>
          <c:spPr>
            <a:ln w="22225" cap="rnd">
              <a:solidFill>
                <a:srgbClr val="ED7D31"/>
              </a:solidFill>
              <a:prstDash val="solid"/>
              <a:round/>
            </a:ln>
          </c:spPr>
          <c:marker>
            <c:symbol val="none"/>
          </c:marker>
          <c:dLbls>
            <c:dLbl>
              <c:idx val="194"/>
              <c:layout>
                <c:manualLayout>
                  <c:x val="-7.0000000000000007E-2"/>
                  <c:y val="0.09"/>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E06-EA4E-A88B-D4ECEB46D67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Sheet1!$B$2:$B$196</c:f>
              <c:numCache>
                <c:formatCode>General</c:formatCode>
                <c:ptCount val="195"/>
                <c:pt idx="0">
                  <c:v>4319.37</c:v>
                </c:pt>
                <c:pt idx="1">
                  <c:v>4332.29</c:v>
                </c:pt>
                <c:pt idx="2">
                  <c:v>4449.1499999999996</c:v>
                </c:pt>
                <c:pt idx="3">
                  <c:v>4494.83</c:v>
                </c:pt>
                <c:pt idx="4">
                  <c:v>4456.47</c:v>
                </c:pt>
                <c:pt idx="5">
                  <c:v>4477.6499999999996</c:v>
                </c:pt>
                <c:pt idx="6">
                  <c:v>4509.5</c:v>
                </c:pt>
                <c:pt idx="7">
                  <c:v>4597.51</c:v>
                </c:pt>
                <c:pt idx="8">
                  <c:v>4586.5200000000004</c:v>
                </c:pt>
                <c:pt idx="9">
                  <c:v>4626.58</c:v>
                </c:pt>
                <c:pt idx="10">
                  <c:v>4616.1499999999996</c:v>
                </c:pt>
                <c:pt idx="11">
                  <c:v>4596.09</c:v>
                </c:pt>
                <c:pt idx="12">
                  <c:v>4763.43</c:v>
                </c:pt>
                <c:pt idx="13">
                  <c:v>4831.7299999999996</c:v>
                </c:pt>
                <c:pt idx="14">
                  <c:v>4936.0200000000004</c:v>
                </c:pt>
                <c:pt idx="15">
                  <c:v>4987.49</c:v>
                </c:pt>
                <c:pt idx="16">
                  <c:v>5008.7</c:v>
                </c:pt>
                <c:pt idx="17">
                  <c:v>5180.16</c:v>
                </c:pt>
                <c:pt idx="18">
                  <c:v>5417.21</c:v>
                </c:pt>
                <c:pt idx="19">
                  <c:v>5375.24</c:v>
                </c:pt>
                <c:pt idx="20">
                  <c:v>4894.2299999999996</c:v>
                </c:pt>
                <c:pt idx="21">
                  <c:v>4661.38</c:v>
                </c:pt>
                <c:pt idx="22">
                  <c:v>4946.76</c:v>
                </c:pt>
                <c:pt idx="23">
                  <c:v>4964.93</c:v>
                </c:pt>
                <c:pt idx="24">
                  <c:v>4779.05</c:v>
                </c:pt>
                <c:pt idx="25">
                  <c:v>4964.3599999999997</c:v>
                </c:pt>
                <c:pt idx="26">
                  <c:v>5057.8</c:v>
                </c:pt>
                <c:pt idx="27">
                  <c:v>5025.45</c:v>
                </c:pt>
                <c:pt idx="28">
                  <c:v>5084.3900000000003</c:v>
                </c:pt>
                <c:pt idx="29">
                  <c:v>4922.1899999999996</c:v>
                </c:pt>
                <c:pt idx="30">
                  <c:v>5042.04</c:v>
                </c:pt>
                <c:pt idx="31">
                  <c:v>4877.8900000000003</c:v>
                </c:pt>
                <c:pt idx="32">
                  <c:v>4977.5600000000004</c:v>
                </c:pt>
                <c:pt idx="33">
                  <c:v>4996.1000000000004</c:v>
                </c:pt>
                <c:pt idx="34">
                  <c:v>5107.45</c:v>
                </c:pt>
                <c:pt idx="35">
                  <c:v>5227.42</c:v>
                </c:pt>
                <c:pt idx="36">
                  <c:v>5143.8500000000004</c:v>
                </c:pt>
                <c:pt idx="37">
                  <c:v>5164.78</c:v>
                </c:pt>
                <c:pt idx="38">
                  <c:v>5184.97</c:v>
                </c:pt>
                <c:pt idx="39">
                  <c:v>5278.93</c:v>
                </c:pt>
                <c:pt idx="40">
                  <c:v>5322.12</c:v>
                </c:pt>
                <c:pt idx="41">
                  <c:v>5088.83</c:v>
                </c:pt>
                <c:pt idx="42">
                  <c:v>5140.3599999999997</c:v>
                </c:pt>
                <c:pt idx="43">
                  <c:v>5082.3</c:v>
                </c:pt>
                <c:pt idx="44">
                  <c:v>5171.74</c:v>
                </c:pt>
                <c:pt idx="45">
                  <c:v>5138.53</c:v>
                </c:pt>
                <c:pt idx="46">
                  <c:v>5191.9799999999996</c:v>
                </c:pt>
                <c:pt idx="47">
                  <c:v>5176.46</c:v>
                </c:pt>
                <c:pt idx="48">
                  <c:v>5079.21</c:v>
                </c:pt>
                <c:pt idx="49">
                  <c:v>5019.49</c:v>
                </c:pt>
                <c:pt idx="50">
                  <c:v>5006.41</c:v>
                </c:pt>
                <c:pt idx="51">
                  <c:v>5005.6099999999997</c:v>
                </c:pt>
                <c:pt idx="52">
                  <c:v>4818.5</c:v>
                </c:pt>
                <c:pt idx="53">
                  <c:v>4650.0200000000004</c:v>
                </c:pt>
                <c:pt idx="54">
                  <c:v>4492.42</c:v>
                </c:pt>
                <c:pt idx="55">
                  <c:v>4407.18</c:v>
                </c:pt>
                <c:pt idx="56">
                  <c:v>4475.51</c:v>
                </c:pt>
                <c:pt idx="57">
                  <c:v>4506</c:v>
                </c:pt>
                <c:pt idx="58">
                  <c:v>4376.1099999999997</c:v>
                </c:pt>
                <c:pt idx="59">
                  <c:v>4494.09</c:v>
                </c:pt>
                <c:pt idx="60">
                  <c:v>4510.92</c:v>
                </c:pt>
                <c:pt idx="61">
                  <c:v>4668.0600000000004</c:v>
                </c:pt>
                <c:pt idx="62">
                  <c:v>4758.57</c:v>
                </c:pt>
                <c:pt idx="63">
                  <c:v>4676.76</c:v>
                </c:pt>
                <c:pt idx="64">
                  <c:v>4649.8500000000004</c:v>
                </c:pt>
                <c:pt idx="65">
                  <c:v>4706.51</c:v>
                </c:pt>
                <c:pt idx="66">
                  <c:v>4719.1499999999996</c:v>
                </c:pt>
                <c:pt idx="67">
                  <c:v>4766.8900000000003</c:v>
                </c:pt>
                <c:pt idx="68">
                  <c:v>4749.75</c:v>
                </c:pt>
                <c:pt idx="69">
                  <c:v>4740.3100000000004</c:v>
                </c:pt>
                <c:pt idx="70">
                  <c:v>4841.75</c:v>
                </c:pt>
                <c:pt idx="71">
                  <c:v>4791.04</c:v>
                </c:pt>
                <c:pt idx="72">
                  <c:v>4790.0600000000004</c:v>
                </c:pt>
                <c:pt idx="73">
                  <c:v>4830.34</c:v>
                </c:pt>
                <c:pt idx="74">
                  <c:v>4820.66</c:v>
                </c:pt>
                <c:pt idx="75">
                  <c:v>4720.04</c:v>
                </c:pt>
                <c:pt idx="76">
                  <c:v>4739.8999999999996</c:v>
                </c:pt>
                <c:pt idx="77">
                  <c:v>4694.1400000000003</c:v>
                </c:pt>
                <c:pt idx="78">
                  <c:v>4709.5</c:v>
                </c:pt>
                <c:pt idx="79">
                  <c:v>4682.08</c:v>
                </c:pt>
                <c:pt idx="80">
                  <c:v>4596.75</c:v>
                </c:pt>
                <c:pt idx="81">
                  <c:v>4547.95</c:v>
                </c:pt>
                <c:pt idx="82">
                  <c:v>4617.8500000000004</c:v>
                </c:pt>
                <c:pt idx="83">
                  <c:v>4614.21</c:v>
                </c:pt>
                <c:pt idx="84">
                  <c:v>4521.91</c:v>
                </c:pt>
                <c:pt idx="85">
                  <c:v>4556.92</c:v>
                </c:pt>
                <c:pt idx="86">
                  <c:v>4691.3599999999997</c:v>
                </c:pt>
                <c:pt idx="87">
                  <c:v>4685.8</c:v>
                </c:pt>
                <c:pt idx="88">
                  <c:v>4715.25</c:v>
                </c:pt>
                <c:pt idx="89">
                  <c:v>4736.17</c:v>
                </c:pt>
                <c:pt idx="90">
                  <c:v>4715.13</c:v>
                </c:pt>
                <c:pt idx="91">
                  <c:v>4688.76</c:v>
                </c:pt>
                <c:pt idx="92">
                  <c:v>4651.9799999999996</c:v>
                </c:pt>
                <c:pt idx="93">
                  <c:v>4540.08</c:v>
                </c:pt>
                <c:pt idx="94">
                  <c:v>4566.67</c:v>
                </c:pt>
                <c:pt idx="95">
                  <c:v>4482.6099999999997</c:v>
                </c:pt>
                <c:pt idx="96">
                  <c:v>4544.1899999999996</c:v>
                </c:pt>
                <c:pt idx="97">
                  <c:v>4543.05</c:v>
                </c:pt>
                <c:pt idx="98">
                  <c:v>4509.3999999999996</c:v>
                </c:pt>
                <c:pt idx="99">
                  <c:v>4507.88</c:v>
                </c:pt>
                <c:pt idx="100">
                  <c:v>4453.9799999999996</c:v>
                </c:pt>
                <c:pt idx="101">
                  <c:v>4495.29</c:v>
                </c:pt>
                <c:pt idx="102">
                  <c:v>4540.26</c:v>
                </c:pt>
                <c:pt idx="103">
                  <c:v>4484.9799999999996</c:v>
                </c:pt>
                <c:pt idx="104">
                  <c:v>4488.8599999999997</c:v>
                </c:pt>
                <c:pt idx="105">
                  <c:v>4434.8100000000004</c:v>
                </c:pt>
                <c:pt idx="106">
                  <c:v>4474.8</c:v>
                </c:pt>
                <c:pt idx="107">
                  <c:v>4328.45</c:v>
                </c:pt>
                <c:pt idx="108">
                  <c:v>4330.17</c:v>
                </c:pt>
                <c:pt idx="109">
                  <c:v>4260.8500000000004</c:v>
                </c:pt>
                <c:pt idx="110">
                  <c:v>4072.31</c:v>
                </c:pt>
                <c:pt idx="111">
                  <c:v>4212.26</c:v>
                </c:pt>
                <c:pt idx="112">
                  <c:v>4219.33</c:v>
                </c:pt>
                <c:pt idx="113">
                  <c:v>4311.6899999999996</c:v>
                </c:pt>
                <c:pt idx="114">
                  <c:v>4331.21</c:v>
                </c:pt>
                <c:pt idx="115">
                  <c:v>4256.93</c:v>
                </c:pt>
                <c:pt idx="116">
                  <c:v>4209.97</c:v>
                </c:pt>
                <c:pt idx="117">
                  <c:v>4190.0600000000004</c:v>
                </c:pt>
                <c:pt idx="118">
                  <c:v>4117.1899999999996</c:v>
                </c:pt>
                <c:pt idx="119">
                  <c:v>3999.41</c:v>
                </c:pt>
                <c:pt idx="120">
                  <c:v>4026.73</c:v>
                </c:pt>
                <c:pt idx="121">
                  <c:v>4088.74</c:v>
                </c:pt>
                <c:pt idx="122">
                  <c:v>4015.91</c:v>
                </c:pt>
                <c:pt idx="123">
                  <c:v>4008.02</c:v>
                </c:pt>
                <c:pt idx="124">
                  <c:v>4030.65</c:v>
                </c:pt>
                <c:pt idx="125">
                  <c:v>4122.3500000000004</c:v>
                </c:pt>
                <c:pt idx="126">
                  <c:v>4165.2299999999996</c:v>
                </c:pt>
                <c:pt idx="127">
                  <c:v>4106.24</c:v>
                </c:pt>
                <c:pt idx="128">
                  <c:v>4077.43</c:v>
                </c:pt>
                <c:pt idx="129">
                  <c:v>4123.6400000000003</c:v>
                </c:pt>
                <c:pt idx="130">
                  <c:v>4119.93</c:v>
                </c:pt>
                <c:pt idx="131">
                  <c:v>4002.39</c:v>
                </c:pt>
                <c:pt idx="132">
                  <c:v>4052.85</c:v>
                </c:pt>
                <c:pt idx="133">
                  <c:v>4060.55</c:v>
                </c:pt>
                <c:pt idx="134">
                  <c:v>3976.5</c:v>
                </c:pt>
                <c:pt idx="135">
                  <c:v>4017.39</c:v>
                </c:pt>
                <c:pt idx="136">
                  <c:v>4008.03</c:v>
                </c:pt>
                <c:pt idx="137">
                  <c:v>4076.99</c:v>
                </c:pt>
                <c:pt idx="138">
                  <c:v>4130.25</c:v>
                </c:pt>
                <c:pt idx="139">
                  <c:v>4049.48</c:v>
                </c:pt>
                <c:pt idx="140">
                  <c:v>4052.79</c:v>
                </c:pt>
                <c:pt idx="141">
                  <c:v>4076.26</c:v>
                </c:pt>
                <c:pt idx="142">
                  <c:v>4029.61</c:v>
                </c:pt>
                <c:pt idx="143">
                  <c:v>4067.56</c:v>
                </c:pt>
                <c:pt idx="144">
                  <c:v>4103.41</c:v>
                </c:pt>
                <c:pt idx="145">
                  <c:v>4046.15</c:v>
                </c:pt>
                <c:pt idx="146">
                  <c:v>4054.33</c:v>
                </c:pt>
                <c:pt idx="147">
                  <c:v>4077.99</c:v>
                </c:pt>
                <c:pt idx="148">
                  <c:v>4246.82</c:v>
                </c:pt>
                <c:pt idx="149">
                  <c:v>4239.42</c:v>
                </c:pt>
                <c:pt idx="150">
                  <c:v>4341.5600000000004</c:v>
                </c:pt>
                <c:pt idx="151">
                  <c:v>4390.95</c:v>
                </c:pt>
                <c:pt idx="152">
                  <c:v>4370.1099999999997</c:v>
                </c:pt>
                <c:pt idx="153">
                  <c:v>4408.29</c:v>
                </c:pt>
                <c:pt idx="154">
                  <c:v>4350.3900000000003</c:v>
                </c:pt>
                <c:pt idx="155">
                  <c:v>4376.3999999999996</c:v>
                </c:pt>
                <c:pt idx="156">
                  <c:v>4415.99</c:v>
                </c:pt>
                <c:pt idx="157">
                  <c:v>4334.5</c:v>
                </c:pt>
                <c:pt idx="158">
                  <c:v>4515.58</c:v>
                </c:pt>
                <c:pt idx="159">
                  <c:v>4516.58</c:v>
                </c:pt>
                <c:pt idx="160">
                  <c:v>4603.07</c:v>
                </c:pt>
                <c:pt idx="161">
                  <c:v>4652.22</c:v>
                </c:pt>
                <c:pt idx="162">
                  <c:v>4657.17</c:v>
                </c:pt>
                <c:pt idx="163">
                  <c:v>4591.07</c:v>
                </c:pt>
                <c:pt idx="164">
                  <c:v>4599.1499999999996</c:v>
                </c:pt>
                <c:pt idx="165">
                  <c:v>4455.1099999999997</c:v>
                </c:pt>
                <c:pt idx="166">
                  <c:v>4437.38</c:v>
                </c:pt>
                <c:pt idx="167">
                  <c:v>4328.82</c:v>
                </c:pt>
                <c:pt idx="168">
                  <c:v>4381.68</c:v>
                </c:pt>
                <c:pt idx="169">
                  <c:v>4472.92</c:v>
                </c:pt>
                <c:pt idx="170">
                  <c:v>4429.9799999999996</c:v>
                </c:pt>
                <c:pt idx="171">
                  <c:v>4355.99</c:v>
                </c:pt>
                <c:pt idx="172">
                  <c:v>4398.83</c:v>
                </c:pt>
                <c:pt idx="173">
                  <c:v>4318.1899999999996</c:v>
                </c:pt>
                <c:pt idx="174">
                  <c:v>4349.08</c:v>
                </c:pt>
                <c:pt idx="175">
                  <c:v>4299.6400000000003</c:v>
                </c:pt>
                <c:pt idx="176">
                  <c:v>4292.1499999999996</c:v>
                </c:pt>
                <c:pt idx="177">
                  <c:v>4263.6499999999996</c:v>
                </c:pt>
                <c:pt idx="178">
                  <c:v>4341.7</c:v>
                </c:pt>
                <c:pt idx="179">
                  <c:v>4378.63</c:v>
                </c:pt>
                <c:pt idx="180">
                  <c:v>4343.43</c:v>
                </c:pt>
                <c:pt idx="181">
                  <c:v>4360.72</c:v>
                </c:pt>
                <c:pt idx="182">
                  <c:v>4287.6499999999996</c:v>
                </c:pt>
                <c:pt idx="183">
                  <c:v>4275.03</c:v>
                </c:pt>
                <c:pt idx="184">
                  <c:v>4284.8100000000004</c:v>
                </c:pt>
                <c:pt idx="185">
                  <c:v>4115.71</c:v>
                </c:pt>
                <c:pt idx="186">
                  <c:v>4182.3100000000004</c:v>
                </c:pt>
                <c:pt idx="187">
                  <c:v>4157.41</c:v>
                </c:pt>
                <c:pt idx="188">
                  <c:v>4177.66</c:v>
                </c:pt>
                <c:pt idx="189">
                  <c:v>4141.1899999999996</c:v>
                </c:pt>
                <c:pt idx="190">
                  <c:v>4139.5</c:v>
                </c:pt>
                <c:pt idx="191">
                  <c:v>4164.18</c:v>
                </c:pt>
                <c:pt idx="192">
                  <c:v>4111.2299999999996</c:v>
                </c:pt>
                <c:pt idx="193">
                  <c:v>4132.5</c:v>
                </c:pt>
                <c:pt idx="194">
                  <c:v>4194.24</c:v>
                </c:pt>
              </c:numCache>
            </c:numRef>
          </c:val>
          <c:smooth val="0"/>
          <c:extLst>
            <c:ext xmlns:c16="http://schemas.microsoft.com/office/drawing/2014/chart" uri="{C3380CC4-5D6E-409C-BE32-E72D297353CC}">
              <c16:uniqueId val="{00000001-8E06-EA4E-A88B-D4ECEB46D676}"/>
            </c:ext>
          </c:extLst>
        </c:ser>
        <c:dLbls>
          <c:showLegendKey val="0"/>
          <c:showVal val="0"/>
          <c:showCatName val="0"/>
          <c:showSerName val="0"/>
          <c:showPercent val="0"/>
          <c:showBubbleSize val="0"/>
        </c:dLbls>
        <c:marker val="1"/>
        <c:smooth val="0"/>
        <c:axId val="111"/>
        <c:axId val="222"/>
      </c:lineChart>
      <c:lineChart>
        <c:grouping val="standard"/>
        <c:varyColors val="0"/>
        <c:ser>
          <c:idx val="1"/>
          <c:order val="1"/>
          <c:tx>
            <c:strRef>
              <c:f>Sheet1!$C$1</c:f>
              <c:strCache>
                <c:ptCount val="1"/>
                <c:pt idx="0">
                  <c:v>UST 10YR real yield (%, R)</c:v>
                </c:pt>
              </c:strCache>
            </c:strRef>
          </c:tx>
          <c:spPr>
            <a:ln w="22225" cap="rnd">
              <a:solidFill>
                <a:srgbClr val="0051A2"/>
              </a:solidFill>
              <a:prstDash val="solid"/>
              <a:round/>
            </a:ln>
          </c:spPr>
          <c:marker>
            <c:symbol val="none"/>
          </c:marker>
          <c:dLbls>
            <c:dLbl>
              <c:idx val="194"/>
              <c:layout>
                <c:manualLayout>
                  <c:x val="-0.1"/>
                  <c:y val="7.0000000000000007E-2"/>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E06-EA4E-A88B-D4ECEB46D67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Sheet1!$C$2:$C$196</c:f>
              <c:numCache>
                <c:formatCode>General</c:formatCode>
                <c:ptCount val="195"/>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2.0099999999999998</c:v>
                </c:pt>
                <c:pt idx="55">
                  <c:v>2.0099999999999998</c:v>
                </c:pt>
                <c:pt idx="56">
                  <c:v>2.06</c:v>
                </c:pt>
                <c:pt idx="57">
                  <c:v>2.02</c:v>
                </c:pt>
                <c:pt idx="58">
                  <c:v>2.08</c:v>
                </c:pt>
                <c:pt idx="59">
                  <c:v>2.13</c:v>
                </c:pt>
                <c:pt idx="60">
                  <c:v>2.04</c:v>
                </c:pt>
                <c:pt idx="61">
                  <c:v>2</c:v>
                </c:pt>
                <c:pt idx="62">
                  <c:v>2.02</c:v>
                </c:pt>
                <c:pt idx="63">
                  <c:v>1.97</c:v>
                </c:pt>
                <c:pt idx="64">
                  <c:v>1.98</c:v>
                </c:pt>
                <c:pt idx="65">
                  <c:v>1.96</c:v>
                </c:pt>
                <c:pt idx="66">
                  <c:v>1.96</c:v>
                </c:pt>
                <c:pt idx="67">
                  <c:v>1.95</c:v>
                </c:pt>
                <c:pt idx="68">
                  <c:v>1.95</c:v>
                </c:pt>
                <c:pt idx="69">
                  <c:v>1.92</c:v>
                </c:pt>
                <c:pt idx="70">
                  <c:v>1.89</c:v>
                </c:pt>
                <c:pt idx="71">
                  <c:v>1.9</c:v>
                </c:pt>
                <c:pt idx="72">
                  <c:v>1.93</c:v>
                </c:pt>
                <c:pt idx="73">
                  <c:v>1.9</c:v>
                </c:pt>
                <c:pt idx="74">
                  <c:v>1.91</c:v>
                </c:pt>
                <c:pt idx="75">
                  <c:v>1.92</c:v>
                </c:pt>
                <c:pt idx="76">
                  <c:v>1.92</c:v>
                </c:pt>
                <c:pt idx="77">
                  <c:v>1.92</c:v>
                </c:pt>
                <c:pt idx="78">
                  <c:v>1.89</c:v>
                </c:pt>
                <c:pt idx="79">
                  <c:v>1.91</c:v>
                </c:pt>
                <c:pt idx="80">
                  <c:v>1.92</c:v>
                </c:pt>
                <c:pt idx="81">
                  <c:v>1.96</c:v>
                </c:pt>
                <c:pt idx="82">
                  <c:v>1.94</c:v>
                </c:pt>
                <c:pt idx="83">
                  <c:v>1.91</c:v>
                </c:pt>
                <c:pt idx="84">
                  <c:v>1.95</c:v>
                </c:pt>
                <c:pt idx="85">
                  <c:v>1.96</c:v>
                </c:pt>
                <c:pt idx="86">
                  <c:v>1.94</c:v>
                </c:pt>
                <c:pt idx="87">
                  <c:v>1.96</c:v>
                </c:pt>
                <c:pt idx="88">
                  <c:v>1.93</c:v>
                </c:pt>
                <c:pt idx="89">
                  <c:v>1.95</c:v>
                </c:pt>
                <c:pt idx="90">
                  <c:v>1.99</c:v>
                </c:pt>
                <c:pt idx="91">
                  <c:v>1.99</c:v>
                </c:pt>
                <c:pt idx="92">
                  <c:v>2</c:v>
                </c:pt>
                <c:pt idx="93">
                  <c:v>2.1</c:v>
                </c:pt>
                <c:pt idx="94">
                  <c:v>2.13</c:v>
                </c:pt>
                <c:pt idx="95">
                  <c:v>2.1800000000000002</c:v>
                </c:pt>
                <c:pt idx="96">
                  <c:v>2.13</c:v>
                </c:pt>
                <c:pt idx="97">
                  <c:v>2.1800000000000002</c:v>
                </c:pt>
                <c:pt idx="98">
                  <c:v>2.16</c:v>
                </c:pt>
                <c:pt idx="99">
                  <c:v>2.1</c:v>
                </c:pt>
                <c:pt idx="100">
                  <c:v>2.09</c:v>
                </c:pt>
                <c:pt idx="101">
                  <c:v>2.06</c:v>
                </c:pt>
                <c:pt idx="102">
                  <c:v>2.0699999999999998</c:v>
                </c:pt>
                <c:pt idx="103">
                  <c:v>2.0699999999999998</c:v>
                </c:pt>
                <c:pt idx="104">
                  <c:v>2.0699999999999998</c:v>
                </c:pt>
                <c:pt idx="105">
                  <c:v>2.11</c:v>
                </c:pt>
                <c:pt idx="106">
                  <c:v>2.11</c:v>
                </c:pt>
                <c:pt idx="107">
                  <c:v>2.19</c:v>
                </c:pt>
                <c:pt idx="108">
                  <c:v>2.21</c:v>
                </c:pt>
                <c:pt idx="109">
                  <c:v>2.2000000000000002</c:v>
                </c:pt>
                <c:pt idx="110">
                  <c:v>2.21</c:v>
                </c:pt>
                <c:pt idx="111">
                  <c:v>2.16</c:v>
                </c:pt>
                <c:pt idx="112">
                  <c:v>2.17</c:v>
                </c:pt>
                <c:pt idx="113">
                  <c:v>2.15</c:v>
                </c:pt>
                <c:pt idx="114">
                  <c:v>2.14</c:v>
                </c:pt>
                <c:pt idx="115">
                  <c:v>2.23</c:v>
                </c:pt>
                <c:pt idx="116">
                  <c:v>2.21</c:v>
                </c:pt>
                <c:pt idx="117">
                  <c:v>2.2799999999999998</c:v>
                </c:pt>
                <c:pt idx="118">
                  <c:v>2.29</c:v>
                </c:pt>
                <c:pt idx="119">
                  <c:v>2.23</c:v>
                </c:pt>
                <c:pt idx="120">
                  <c:v>2.19</c:v>
                </c:pt>
                <c:pt idx="121">
                  <c:v>2.1800000000000002</c:v>
                </c:pt>
                <c:pt idx="122">
                  <c:v>2.16</c:v>
                </c:pt>
                <c:pt idx="123">
                  <c:v>2.2000000000000002</c:v>
                </c:pt>
                <c:pt idx="124">
                  <c:v>2.25</c:v>
                </c:pt>
                <c:pt idx="125">
                  <c:v>2.2599999999999998</c:v>
                </c:pt>
                <c:pt idx="126">
                  <c:v>2.2400000000000002</c:v>
                </c:pt>
                <c:pt idx="127">
                  <c:v>2.2999999999999998</c:v>
                </c:pt>
                <c:pt idx="128">
                  <c:v>2.31</c:v>
                </c:pt>
                <c:pt idx="129">
                  <c:v>2.31</c:v>
                </c:pt>
                <c:pt idx="130">
                  <c:v>2.3199999999999998</c:v>
                </c:pt>
                <c:pt idx="131">
                  <c:v>2.36</c:v>
                </c:pt>
                <c:pt idx="132">
                  <c:v>2.33</c:v>
                </c:pt>
                <c:pt idx="133">
                  <c:v>2.3199999999999998</c:v>
                </c:pt>
                <c:pt idx="134">
                  <c:v>2.35</c:v>
                </c:pt>
                <c:pt idx="135">
                  <c:v>2.31</c:v>
                </c:pt>
                <c:pt idx="136">
                  <c:v>2.35</c:v>
                </c:pt>
                <c:pt idx="137">
                  <c:v>2.37</c:v>
                </c:pt>
                <c:pt idx="138">
                  <c:v>2.39</c:v>
                </c:pt>
                <c:pt idx="139">
                  <c:v>2.4300000000000002</c:v>
                </c:pt>
                <c:pt idx="140">
                  <c:v>2.4300000000000002</c:v>
                </c:pt>
                <c:pt idx="141">
                  <c:v>2.44</c:v>
                </c:pt>
                <c:pt idx="142">
                  <c:v>2.41</c:v>
                </c:pt>
                <c:pt idx="143">
                  <c:v>2.41</c:v>
                </c:pt>
                <c:pt idx="144">
                  <c:v>2.41</c:v>
                </c:pt>
                <c:pt idx="145">
                  <c:v>2.4700000000000002</c:v>
                </c:pt>
                <c:pt idx="146">
                  <c:v>2.4300000000000002</c:v>
                </c:pt>
                <c:pt idx="147">
                  <c:v>2.4</c:v>
                </c:pt>
                <c:pt idx="148">
                  <c:v>2.41</c:v>
                </c:pt>
                <c:pt idx="149">
                  <c:v>2.4300000000000002</c:v>
                </c:pt>
                <c:pt idx="150">
                  <c:v>2.4</c:v>
                </c:pt>
                <c:pt idx="151">
                  <c:v>2.4300000000000002</c:v>
                </c:pt>
                <c:pt idx="152">
                  <c:v>2.4300000000000002</c:v>
                </c:pt>
                <c:pt idx="153">
                  <c:v>2.42</c:v>
                </c:pt>
                <c:pt idx="154">
                  <c:v>2.39</c:v>
                </c:pt>
                <c:pt idx="155">
                  <c:v>2.41</c:v>
                </c:pt>
                <c:pt idx="156">
                  <c:v>2.44</c:v>
                </c:pt>
                <c:pt idx="157">
                  <c:v>2.41</c:v>
                </c:pt>
                <c:pt idx="158">
                  <c:v>2.35</c:v>
                </c:pt>
                <c:pt idx="159">
                  <c:v>2.35</c:v>
                </c:pt>
                <c:pt idx="160">
                  <c:v>2.4</c:v>
                </c:pt>
                <c:pt idx="161">
                  <c:v>2.38</c:v>
                </c:pt>
                <c:pt idx="162">
                  <c:v>2.3199999999999998</c:v>
                </c:pt>
                <c:pt idx="163">
                  <c:v>2.34</c:v>
                </c:pt>
                <c:pt idx="164">
                  <c:v>2.34</c:v>
                </c:pt>
                <c:pt idx="165">
                  <c:v>2.42</c:v>
                </c:pt>
                <c:pt idx="166">
                  <c:v>2.44</c:v>
                </c:pt>
                <c:pt idx="167">
                  <c:v>2.44</c:v>
                </c:pt>
                <c:pt idx="168">
                  <c:v>2.4500000000000002</c:v>
                </c:pt>
                <c:pt idx="169">
                  <c:v>2.42</c:v>
                </c:pt>
                <c:pt idx="170">
                  <c:v>2.4300000000000002</c:v>
                </c:pt>
                <c:pt idx="171">
                  <c:v>2.4300000000000002</c:v>
                </c:pt>
                <c:pt idx="172">
                  <c:v>2.46</c:v>
                </c:pt>
                <c:pt idx="173">
                  <c:v>2.5499999999999998</c:v>
                </c:pt>
                <c:pt idx="174">
                  <c:v>2.6</c:v>
                </c:pt>
                <c:pt idx="175">
                  <c:v>2.6</c:v>
                </c:pt>
                <c:pt idx="176">
                  <c:v>2.62</c:v>
                </c:pt>
                <c:pt idx="177">
                  <c:v>2.68</c:v>
                </c:pt>
                <c:pt idx="178">
                  <c:v>2.61</c:v>
                </c:pt>
                <c:pt idx="179">
                  <c:v>2.68</c:v>
                </c:pt>
                <c:pt idx="180">
                  <c:v>2.62</c:v>
                </c:pt>
                <c:pt idx="181">
                  <c:v>2.63</c:v>
                </c:pt>
                <c:pt idx="182">
                  <c:v>2.76</c:v>
                </c:pt>
                <c:pt idx="183">
                  <c:v>2.85</c:v>
                </c:pt>
                <c:pt idx="184">
                  <c:v>2.83</c:v>
                </c:pt>
                <c:pt idx="185">
                  <c:v>2.9</c:v>
                </c:pt>
                <c:pt idx="186">
                  <c:v>2.91</c:v>
                </c:pt>
                <c:pt idx="187">
                  <c:v>2.93</c:v>
                </c:pt>
                <c:pt idx="188">
                  <c:v>2.88</c:v>
                </c:pt>
                <c:pt idx="189">
                  <c:v>2.92</c:v>
                </c:pt>
                <c:pt idx="190">
                  <c:v>2.95</c:v>
                </c:pt>
                <c:pt idx="191">
                  <c:v>2.91</c:v>
                </c:pt>
                <c:pt idx="192">
                  <c:v>2.92</c:v>
                </c:pt>
                <c:pt idx="193">
                  <c:v>2.87</c:v>
                </c:pt>
                <c:pt idx="194">
                  <c:v>2.91</c:v>
                </c:pt>
              </c:numCache>
            </c:numRef>
          </c:val>
          <c:smooth val="0"/>
          <c:extLst>
            <c:ext xmlns:c16="http://schemas.microsoft.com/office/drawing/2014/chart" uri="{C3380CC4-5D6E-409C-BE32-E72D297353CC}">
              <c16:uniqueId val="{00000003-8E06-EA4E-A88B-D4ECEB46D676}"/>
            </c:ext>
          </c:extLst>
        </c:ser>
        <c:dLbls>
          <c:showLegendKey val="0"/>
          <c:showVal val="0"/>
          <c:showCatName val="0"/>
          <c:showSerName val="0"/>
          <c:showPercent val="0"/>
          <c:showBubbleSize val="0"/>
        </c:dLbls>
        <c:marker val="1"/>
        <c:smooth val="0"/>
        <c:axId val="333"/>
        <c:axId val="444"/>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6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00"/>
      </c:valAx>
      <c:dateAx>
        <c:axId val="333"/>
        <c:scaling>
          <c:orientation val="minMax"/>
          <c:max val="46304"/>
          <c:min val="46022"/>
        </c:scaling>
        <c:delete val="1"/>
        <c:axPos val="b"/>
        <c:numFmt formatCode="mmm\-yy" sourceLinked="0"/>
        <c:majorTickMark val="out"/>
        <c:minorTickMark val="none"/>
        <c:tickLblPos val="low"/>
        <c:crossAx val="444"/>
        <c:crosses val="autoZero"/>
        <c:auto val="1"/>
        <c:lblOffset val="100"/>
        <c:baseTimeUnit val="days"/>
        <c:majorUnit val="2"/>
        <c:majorTimeUnit val="months"/>
      </c:dateAx>
      <c:valAx>
        <c:axId val="444"/>
        <c:scaling>
          <c:orientation val="minMax"/>
          <c:max val="3.5"/>
          <c:min val="1"/>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max"/>
        <c:crossBetween val="between"/>
        <c:majorUnit val="0.5"/>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WoW return (%)</c:v>
                </c:pt>
              </c:strCache>
            </c:strRef>
          </c:tx>
          <c:spPr>
            <a:solidFill>
              <a:srgbClr val="0051A2"/>
            </a:solidFill>
            <a:ln>
              <a:noFill/>
            </a:ln>
          </c:spPr>
          <c:invertIfNegative val="0"/>
          <c:dPt>
            <c:idx val="0"/>
            <c:invertIfNegative val="0"/>
            <c:bubble3D val="0"/>
            <c:spPr>
              <a:solidFill>
                <a:srgbClr val="0051A2"/>
              </a:solidFill>
              <a:ln>
                <a:noFill/>
              </a:ln>
            </c:spPr>
            <c:extLst>
              <c:ext xmlns:c16="http://schemas.microsoft.com/office/drawing/2014/chart" uri="{C3380CC4-5D6E-409C-BE32-E72D297353CC}">
                <c16:uniqueId val="{00000001-775C-FB40-9302-3F2FDBEA6F0A}"/>
              </c:ext>
            </c:extLst>
          </c:dPt>
          <c:dPt>
            <c:idx val="1"/>
            <c:invertIfNegative val="0"/>
            <c:bubble3D val="0"/>
            <c:spPr>
              <a:solidFill>
                <a:srgbClr val="0051A2"/>
              </a:solidFill>
              <a:ln>
                <a:noFill/>
              </a:ln>
            </c:spPr>
            <c:extLst>
              <c:ext xmlns:c16="http://schemas.microsoft.com/office/drawing/2014/chart" uri="{C3380CC4-5D6E-409C-BE32-E72D297353CC}">
                <c16:uniqueId val="{00000003-775C-FB40-9302-3F2FDBEA6F0A}"/>
              </c:ext>
            </c:extLst>
          </c:dPt>
          <c:dPt>
            <c:idx val="2"/>
            <c:invertIfNegative val="0"/>
            <c:bubble3D val="0"/>
            <c:spPr>
              <a:solidFill>
                <a:srgbClr val="0051A2"/>
              </a:solidFill>
              <a:ln>
                <a:noFill/>
              </a:ln>
            </c:spPr>
            <c:extLst>
              <c:ext xmlns:c16="http://schemas.microsoft.com/office/drawing/2014/chart" uri="{C3380CC4-5D6E-409C-BE32-E72D297353CC}">
                <c16:uniqueId val="{00000005-775C-FB40-9302-3F2FDBEA6F0A}"/>
              </c:ext>
            </c:extLst>
          </c:dPt>
          <c:dPt>
            <c:idx val="3"/>
            <c:invertIfNegative val="0"/>
            <c:bubble3D val="0"/>
            <c:spPr>
              <a:solidFill>
                <a:srgbClr val="0051A2"/>
              </a:solidFill>
              <a:ln>
                <a:noFill/>
              </a:ln>
            </c:spPr>
            <c:extLst>
              <c:ext xmlns:c16="http://schemas.microsoft.com/office/drawing/2014/chart" uri="{C3380CC4-5D6E-409C-BE32-E72D297353CC}">
                <c16:uniqueId val="{00000007-775C-FB40-9302-3F2FDBEA6F0A}"/>
              </c:ext>
            </c:extLst>
          </c:dPt>
          <c:dPt>
            <c:idx val="4"/>
            <c:invertIfNegative val="0"/>
            <c:bubble3D val="0"/>
            <c:spPr>
              <a:solidFill>
                <a:srgbClr val="A5A5A5"/>
              </a:solidFill>
              <a:ln>
                <a:noFill/>
              </a:ln>
            </c:spPr>
            <c:extLst>
              <c:ext xmlns:c16="http://schemas.microsoft.com/office/drawing/2014/chart" uri="{C3380CC4-5D6E-409C-BE32-E72D297353CC}">
                <c16:uniqueId val="{00000009-775C-FB40-9302-3F2FDBEA6F0A}"/>
              </c:ext>
            </c:extLst>
          </c:dPt>
          <c:dPt>
            <c:idx val="5"/>
            <c:invertIfNegative val="0"/>
            <c:bubble3D val="0"/>
            <c:spPr>
              <a:solidFill>
                <a:srgbClr val="A5A5A5"/>
              </a:solidFill>
              <a:ln>
                <a:noFill/>
              </a:ln>
            </c:spPr>
            <c:extLst>
              <c:ext xmlns:c16="http://schemas.microsoft.com/office/drawing/2014/chart" uri="{C3380CC4-5D6E-409C-BE32-E72D297353CC}">
                <c16:uniqueId val="{0000000B-775C-FB40-9302-3F2FDBEA6F0A}"/>
              </c:ext>
            </c:extLst>
          </c:dPt>
          <c:dPt>
            <c:idx val="6"/>
            <c:invertIfNegative val="0"/>
            <c:bubble3D val="0"/>
            <c:spPr>
              <a:solidFill>
                <a:srgbClr val="ED7D31"/>
              </a:solidFill>
              <a:ln>
                <a:noFill/>
              </a:ln>
            </c:spPr>
            <c:extLst>
              <c:ext xmlns:c16="http://schemas.microsoft.com/office/drawing/2014/chart" uri="{C3380CC4-5D6E-409C-BE32-E72D297353CC}">
                <c16:uniqueId val="{0000000D-775C-FB40-9302-3F2FDBEA6F0A}"/>
              </c:ext>
            </c:extLst>
          </c:dPt>
          <c:dPt>
            <c:idx val="7"/>
            <c:invertIfNegative val="0"/>
            <c:bubble3D val="0"/>
            <c:spPr>
              <a:solidFill>
                <a:srgbClr val="ED7D31"/>
              </a:solidFill>
              <a:ln>
                <a:noFill/>
              </a:ln>
            </c:spPr>
            <c:extLst>
              <c:ext xmlns:c16="http://schemas.microsoft.com/office/drawing/2014/chart" uri="{C3380CC4-5D6E-409C-BE32-E72D297353CC}">
                <c16:uniqueId val="{0000000F-775C-FB40-9302-3F2FDBEA6F0A}"/>
              </c:ext>
            </c:extLst>
          </c:dPt>
          <c:dPt>
            <c:idx val="8"/>
            <c:invertIfNegative val="0"/>
            <c:bubble3D val="0"/>
            <c:spPr>
              <a:solidFill>
                <a:srgbClr val="ED7D31"/>
              </a:solidFill>
              <a:ln>
                <a:noFill/>
              </a:ln>
            </c:spPr>
            <c:extLst>
              <c:ext xmlns:c16="http://schemas.microsoft.com/office/drawing/2014/chart" uri="{C3380CC4-5D6E-409C-BE32-E72D297353CC}">
                <c16:uniqueId val="{00000011-775C-FB40-9302-3F2FDBEA6F0A}"/>
              </c:ext>
            </c:extLst>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Power</c:v>
                </c:pt>
                <c:pt idx="1">
                  <c:v>Software</c:v>
                </c:pt>
                <c:pt idx="2">
                  <c:v>Networking/servers</c:v>
                </c:pt>
                <c:pt idx="3">
                  <c:v>Hyperscalers</c:v>
                </c:pt>
                <c:pt idx="4">
                  <c:v>S&amp;P 500</c:v>
                </c:pt>
                <c:pt idx="5">
                  <c:v>SOX</c:v>
                </c:pt>
                <c:pt idx="6">
                  <c:v>Foundry/equipment</c:v>
                </c:pt>
                <c:pt idx="7">
                  <c:v>GPU/logic</c:v>
                </c:pt>
                <c:pt idx="8">
                  <c:v>Memory/storage</c:v>
                </c:pt>
              </c:strCache>
            </c:strRef>
          </c:cat>
          <c:val>
            <c:numRef>
              <c:f>Sheet1!$B$2:$B$10</c:f>
              <c:numCache>
                <c:formatCode>0.00</c:formatCode>
                <c:ptCount val="9"/>
                <c:pt idx="0">
                  <c:v>15.54</c:v>
                </c:pt>
                <c:pt idx="1">
                  <c:v>7.33</c:v>
                </c:pt>
                <c:pt idx="2">
                  <c:v>3.27</c:v>
                </c:pt>
                <c:pt idx="3">
                  <c:v>1.64</c:v>
                </c:pt>
                <c:pt idx="4">
                  <c:v>1.1499999999999999</c:v>
                </c:pt>
                <c:pt idx="5">
                  <c:v>-4.3</c:v>
                </c:pt>
                <c:pt idx="6">
                  <c:v>-5.41</c:v>
                </c:pt>
                <c:pt idx="7">
                  <c:v>-5.99</c:v>
                </c:pt>
                <c:pt idx="8">
                  <c:v>-6.1</c:v>
                </c:pt>
              </c:numCache>
            </c:numRef>
          </c:val>
          <c:extLst>
            <c:ext xmlns:c16="http://schemas.microsoft.com/office/drawing/2014/chart" uri="{C3380CC4-5D6E-409C-BE32-E72D297353CC}">
              <c16:uniqueId val="{00000012-775C-FB40-9302-3F2FDBEA6F0A}"/>
            </c:ext>
          </c:extLst>
        </c:ser>
        <c:dLbls>
          <c:showLegendKey val="0"/>
          <c:showVal val="0"/>
          <c:showCatName val="0"/>
          <c:showSerName val="0"/>
          <c:showPercent val="0"/>
          <c:showBubbleSize val="0"/>
        </c:dLbls>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t"/>
        <c:numFmt formatCode="0" sourceLinked="0"/>
        <c:majorTickMark val="out"/>
        <c:minorTickMark val="none"/>
        <c:tickLblPos val="nextTo"/>
        <c:crossAx val="333"/>
        <c:crosses val="autoZero"/>
        <c:crossBetween val="between"/>
        <c:majorUnit val="5"/>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06-FD40-B7B7-028F7264DCAD}"/>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21.211099999999998</c:v>
                </c:pt>
                <c:pt idx="3">
                  <c:v>21.095800000000001</c:v>
                </c:pt>
                <c:pt idx="4">
                  <c:v>21.890999999999998</c:v>
                </c:pt>
                <c:pt idx="5">
                  <c:v>22.726400000000002</c:v>
                </c:pt>
                <c:pt idx="6">
                  <c:v>23.158999999999999</c:v>
                </c:pt>
                <c:pt idx="7">
                  <c:v>21.917999999999999</c:v>
                </c:pt>
                <c:pt idx="8">
                  <c:v>23.7028</c:v>
                </c:pt>
                <c:pt idx="9">
                  <c:v>23.905999999999999</c:v>
                </c:pt>
                <c:pt idx="10">
                  <c:v>24.1784</c:v>
                </c:pt>
                <c:pt idx="11">
                  <c:v>23.619599999999998</c:v>
                </c:pt>
                <c:pt idx="12">
                  <c:v>23.696300000000001</c:v>
                </c:pt>
                <c:pt idx="13">
                  <c:v>24.062100000000001</c:v>
                </c:pt>
                <c:pt idx="14">
                  <c:v>24.189900000000002</c:v>
                </c:pt>
                <c:pt idx="15">
                  <c:v>25.122299999999999</c:v>
                </c:pt>
                <c:pt idx="16">
                  <c:v>27.729900000000001</c:v>
                </c:pt>
                <c:pt idx="17">
                  <c:v>27.964600000000001</c:v>
                </c:pt>
                <c:pt idx="18">
                  <c:v>28.7149</c:v>
                </c:pt>
                <c:pt idx="19">
                  <c:v>28.613299999999999</c:v>
                </c:pt>
                <c:pt idx="20">
                  <c:v>15.3307</c:v>
                </c:pt>
                <c:pt idx="21">
                  <c:v>15.5517</c:v>
                </c:pt>
                <c:pt idx="22">
                  <c:v>15.6351</c:v>
                </c:pt>
                <c:pt idx="23">
                  <c:v>15.1068</c:v>
                </c:pt>
                <c:pt idx="24">
                  <c:v>15.170299999999999</c:v>
                </c:pt>
                <c:pt idx="25">
                  <c:v>15.018800000000001</c:v>
                </c:pt>
                <c:pt idx="26">
                  <c:v>14.4335</c:v>
                </c:pt>
                <c:pt idx="27">
                  <c:v>14.846399999999999</c:v>
                </c:pt>
                <c:pt idx="28">
                  <c:v>15.163399999999999</c:v>
                </c:pt>
                <c:pt idx="29">
                  <c:v>15.3391</c:v>
                </c:pt>
                <c:pt idx="30">
                  <c:v>15.8002</c:v>
                </c:pt>
                <c:pt idx="31">
                  <c:v>15.8977</c:v>
                </c:pt>
                <c:pt idx="32">
                  <c:v>16.225899999999999</c:v>
                </c:pt>
                <c:pt idx="33">
                  <c:v>16.6599</c:v>
                </c:pt>
                <c:pt idx="34">
                  <c:v>16.425899999999999</c:v>
                </c:pt>
                <c:pt idx="35">
                  <c:v>16.078700000000001</c:v>
                </c:pt>
                <c:pt idx="36">
                  <c:v>16.498799999999999</c:v>
                </c:pt>
                <c:pt idx="37">
                  <c:v>15.454700000000001</c:v>
                </c:pt>
                <c:pt idx="38">
                  <c:v>15.7575</c:v>
                </c:pt>
                <c:pt idx="39">
                  <c:v>16.486799999999999</c:v>
                </c:pt>
                <c:pt idx="40">
                  <c:v>16.644600000000001</c:v>
                </c:pt>
                <c:pt idx="41">
                  <c:v>15.8925</c:v>
                </c:pt>
                <c:pt idx="42">
                  <c:v>15.8626</c:v>
                </c:pt>
                <c:pt idx="43">
                  <c:v>15.577299999999999</c:v>
                </c:pt>
                <c:pt idx="44">
                  <c:v>15.605</c:v>
                </c:pt>
                <c:pt idx="45">
                  <c:v>15.9864</c:v>
                </c:pt>
                <c:pt idx="46">
                  <c:v>16.572099999999999</c:v>
                </c:pt>
                <c:pt idx="47">
                  <c:v>16.184699999999999</c:v>
                </c:pt>
                <c:pt idx="48">
                  <c:v>16.966200000000001</c:v>
                </c:pt>
                <c:pt idx="49">
                  <c:v>16.517900000000001</c:v>
                </c:pt>
                <c:pt idx="50">
                  <c:v>16.629000000000001</c:v>
                </c:pt>
                <c:pt idx="51">
                  <c:v>16.9056</c:v>
                </c:pt>
                <c:pt idx="52">
                  <c:v>17.283799999999999</c:v>
                </c:pt>
                <c:pt idx="53">
                  <c:v>17.382999999999999</c:v>
                </c:pt>
                <c:pt idx="54">
                  <c:v>17.769600000000001</c:v>
                </c:pt>
                <c:pt idx="55">
                  <c:v>18.495999999999999</c:v>
                </c:pt>
                <c:pt idx="56">
                  <c:v>18.546500000000002</c:v>
                </c:pt>
                <c:pt idx="57">
                  <c:v>18.579000000000001</c:v>
                </c:pt>
                <c:pt idx="58">
                  <c:v>19.073399999999999</c:v>
                </c:pt>
                <c:pt idx="59">
                  <c:v>17.888100000000001</c:v>
                </c:pt>
                <c:pt idx="60">
                  <c:v>17.855599999999999</c:v>
                </c:pt>
                <c:pt idx="61">
                  <c:v>18.036000000000001</c:v>
                </c:pt>
                <c:pt idx="62">
                  <c:v>18.6402</c:v>
                </c:pt>
                <c:pt idx="63">
                  <c:v>18.368600000000001</c:v>
                </c:pt>
                <c:pt idx="64">
                  <c:v>19.4267</c:v>
                </c:pt>
                <c:pt idx="65">
                  <c:v>19.369900000000001</c:v>
                </c:pt>
                <c:pt idx="66">
                  <c:v>20.059899999999999</c:v>
                </c:pt>
                <c:pt idx="67">
                  <c:v>20.267199999999999</c:v>
                </c:pt>
                <c:pt idx="68">
                  <c:v>20.0502</c:v>
                </c:pt>
                <c:pt idx="69">
                  <c:v>19.246700000000001</c:v>
                </c:pt>
                <c:pt idx="70">
                  <c:v>20.168399999999998</c:v>
                </c:pt>
                <c:pt idx="71">
                  <c:v>20.680499999999999</c:v>
                </c:pt>
                <c:pt idx="72">
                  <c:v>20.863499999999998</c:v>
                </c:pt>
                <c:pt idx="73">
                  <c:v>21.904499999999999</c:v>
                </c:pt>
                <c:pt idx="74">
                  <c:v>22.058</c:v>
                </c:pt>
                <c:pt idx="75">
                  <c:v>20.544899999999998</c:v>
                </c:pt>
                <c:pt idx="76">
                  <c:v>20.618400000000001</c:v>
                </c:pt>
                <c:pt idx="77">
                  <c:v>19.630800000000001</c:v>
                </c:pt>
                <c:pt idx="78">
                  <c:v>20.625900000000001</c:v>
                </c:pt>
                <c:pt idx="79">
                  <c:v>19.7012</c:v>
                </c:pt>
                <c:pt idx="80">
                  <c:v>13.5258</c:v>
                </c:pt>
                <c:pt idx="81">
                  <c:v>14.1531</c:v>
                </c:pt>
                <c:pt idx="82">
                  <c:v>14.7471</c:v>
                </c:pt>
                <c:pt idx="83">
                  <c:v>14.6762</c:v>
                </c:pt>
                <c:pt idx="84">
                  <c:v>14.9564</c:v>
                </c:pt>
                <c:pt idx="85">
                  <c:v>15.107200000000001</c:v>
                </c:pt>
                <c:pt idx="86">
                  <c:v>15.203099999999999</c:v>
                </c:pt>
                <c:pt idx="87">
                  <c:v>15.155099999999999</c:v>
                </c:pt>
                <c:pt idx="88">
                  <c:v>14.8912</c:v>
                </c:pt>
                <c:pt idx="89">
                  <c:v>14.2628</c:v>
                </c:pt>
                <c:pt idx="90">
                  <c:v>14.6601</c:v>
                </c:pt>
                <c:pt idx="91">
                  <c:v>14.5685</c:v>
                </c:pt>
                <c:pt idx="92">
                  <c:v>14.760999999999999</c:v>
                </c:pt>
                <c:pt idx="93">
                  <c:v>14.9963</c:v>
                </c:pt>
                <c:pt idx="94">
                  <c:v>15.1381</c:v>
                </c:pt>
                <c:pt idx="95">
                  <c:v>14.853</c:v>
                </c:pt>
                <c:pt idx="96">
                  <c:v>14.576599999999999</c:v>
                </c:pt>
                <c:pt idx="97">
                  <c:v>15.1509</c:v>
                </c:pt>
                <c:pt idx="98">
                  <c:v>15.4245</c:v>
                </c:pt>
                <c:pt idx="99">
                  <c:v>15.1411</c:v>
                </c:pt>
                <c:pt idx="100">
                  <c:v>15.339499999999999</c:v>
                </c:pt>
                <c:pt idx="101">
                  <c:v>15.414</c:v>
                </c:pt>
                <c:pt idx="102">
                  <c:v>14.3256</c:v>
                </c:pt>
                <c:pt idx="103">
                  <c:v>13.803599999999999</c:v>
                </c:pt>
                <c:pt idx="104">
                  <c:v>13.157</c:v>
                </c:pt>
                <c:pt idx="105">
                  <c:v>12.871</c:v>
                </c:pt>
                <c:pt idx="106">
                  <c:v>12.0663</c:v>
                </c:pt>
                <c:pt idx="107">
                  <c:v>12.9941</c:v>
                </c:pt>
                <c:pt idx="108">
                  <c:v>13.082000000000001</c:v>
                </c:pt>
                <c:pt idx="109">
                  <c:v>12.9838</c:v>
                </c:pt>
                <c:pt idx="110">
                  <c:v>12.559200000000001</c:v>
                </c:pt>
                <c:pt idx="111">
                  <c:v>13.2042</c:v>
                </c:pt>
                <c:pt idx="112">
                  <c:v>12.5489</c:v>
                </c:pt>
                <c:pt idx="113">
                  <c:v>12.7653</c:v>
                </c:pt>
                <c:pt idx="114">
                  <c:v>11.986599999999999</c:v>
                </c:pt>
                <c:pt idx="115">
                  <c:v>12.069699999999999</c:v>
                </c:pt>
                <c:pt idx="116">
                  <c:v>12.0329</c:v>
                </c:pt>
                <c:pt idx="117">
                  <c:v>12.7684</c:v>
                </c:pt>
                <c:pt idx="118">
                  <c:v>12.9223</c:v>
                </c:pt>
                <c:pt idx="119">
                  <c:v>13.5044</c:v>
                </c:pt>
                <c:pt idx="120">
                  <c:v>14.112</c:v>
                </c:pt>
                <c:pt idx="121">
                  <c:v>15.010999999999999</c:v>
                </c:pt>
                <c:pt idx="122">
                  <c:v>15.611700000000001</c:v>
                </c:pt>
                <c:pt idx="123">
                  <c:v>15.7896</c:v>
                </c:pt>
                <c:pt idx="124">
                  <c:v>15.772399999999999</c:v>
                </c:pt>
                <c:pt idx="125">
                  <c:v>15.278700000000001</c:v>
                </c:pt>
                <c:pt idx="126">
                  <c:v>16.294599999999999</c:v>
                </c:pt>
                <c:pt idx="127">
                  <c:v>16.411799999999999</c:v>
                </c:pt>
                <c:pt idx="128">
                  <c:v>16.354800000000001</c:v>
                </c:pt>
                <c:pt idx="129">
                  <c:v>17.317399999999999</c:v>
                </c:pt>
                <c:pt idx="130">
                  <c:v>17.5456</c:v>
                </c:pt>
                <c:pt idx="131">
                  <c:v>18.2607</c:v>
                </c:pt>
                <c:pt idx="132">
                  <c:v>18.147200000000002</c:v>
                </c:pt>
                <c:pt idx="133">
                  <c:v>18.498200000000001</c:v>
                </c:pt>
                <c:pt idx="134">
                  <c:v>17.573499999999999</c:v>
                </c:pt>
                <c:pt idx="135">
                  <c:v>16.680299999999999</c:v>
                </c:pt>
                <c:pt idx="136">
                  <c:v>15.7172</c:v>
                </c:pt>
                <c:pt idx="137">
                  <c:v>15.664999999999999</c:v>
                </c:pt>
                <c:pt idx="138">
                  <c:v>16.790299999999998</c:v>
                </c:pt>
                <c:pt idx="139">
                  <c:v>17.054600000000001</c:v>
                </c:pt>
                <c:pt idx="140">
                  <c:v>17.809000000000001</c:v>
                </c:pt>
                <c:pt idx="141">
                  <c:v>18.3126</c:v>
                </c:pt>
                <c:pt idx="142">
                  <c:v>18.352799999999998</c:v>
                </c:pt>
                <c:pt idx="143">
                  <c:v>18.892199999999999</c:v>
                </c:pt>
                <c:pt idx="144">
                  <c:v>19.215199999999999</c:v>
                </c:pt>
                <c:pt idx="145">
                  <c:v>20.185600000000001</c:v>
                </c:pt>
                <c:pt idx="146">
                  <c:v>18.009499999999999</c:v>
                </c:pt>
                <c:pt idx="147">
                  <c:v>17.963999999999999</c:v>
                </c:pt>
                <c:pt idx="148">
                  <c:v>18.233799999999999</c:v>
                </c:pt>
                <c:pt idx="149">
                  <c:v>17.873200000000001</c:v>
                </c:pt>
                <c:pt idx="150">
                  <c:v>18.623799999999999</c:v>
                </c:pt>
                <c:pt idx="151">
                  <c:v>19.409700000000001</c:v>
                </c:pt>
                <c:pt idx="152">
                  <c:v>20.2682</c:v>
                </c:pt>
                <c:pt idx="153">
                  <c:v>19.7301</c:v>
                </c:pt>
                <c:pt idx="154">
                  <c:v>19.2194</c:v>
                </c:pt>
                <c:pt idx="155">
                  <c:v>19.604600000000001</c:v>
                </c:pt>
                <c:pt idx="156">
                  <c:v>19.8062</c:v>
                </c:pt>
                <c:pt idx="157">
                  <c:v>19.7758</c:v>
                </c:pt>
                <c:pt idx="158">
                  <c:v>20.462800000000001</c:v>
                </c:pt>
                <c:pt idx="159">
                  <c:v>20.973099999999999</c:v>
                </c:pt>
                <c:pt idx="160">
                  <c:v>21.763100000000001</c:v>
                </c:pt>
                <c:pt idx="161">
                  <c:v>21.825600000000001</c:v>
                </c:pt>
                <c:pt idx="162">
                  <c:v>21.172000000000001</c:v>
                </c:pt>
                <c:pt idx="163">
                  <c:v>21.518799999999999</c:v>
                </c:pt>
                <c:pt idx="164">
                  <c:v>21.7226</c:v>
                </c:pt>
                <c:pt idx="165">
                  <c:v>23.086300000000001</c:v>
                </c:pt>
                <c:pt idx="166">
                  <c:v>23.857299999999999</c:v>
                </c:pt>
                <c:pt idx="167">
                  <c:v>23.420100000000001</c:v>
                </c:pt>
                <c:pt idx="168">
                  <c:v>23.356300000000001</c:v>
                </c:pt>
                <c:pt idx="169">
                  <c:v>23.5047</c:v>
                </c:pt>
                <c:pt idx="170">
                  <c:v>24.125699999999998</c:v>
                </c:pt>
                <c:pt idx="171">
                  <c:v>24.345199999999998</c:v>
                </c:pt>
                <c:pt idx="172">
                  <c:v>22.819099999999999</c:v>
                </c:pt>
                <c:pt idx="173">
                  <c:v>25.4954</c:v>
                </c:pt>
                <c:pt idx="174">
                  <c:v>26.758400000000002</c:v>
                </c:pt>
                <c:pt idx="175">
                  <c:v>25.874500000000001</c:v>
                </c:pt>
                <c:pt idx="176">
                  <c:v>23.337399999999999</c:v>
                </c:pt>
                <c:pt idx="177">
                  <c:v>23.341100000000001</c:v>
                </c:pt>
                <c:pt idx="178">
                  <c:v>21.601700000000001</c:v>
                </c:pt>
                <c:pt idx="179">
                  <c:v>18.165700000000001</c:v>
                </c:pt>
                <c:pt idx="180">
                  <c:v>20.857700000000001</c:v>
                </c:pt>
                <c:pt idx="181">
                  <c:v>20.217700000000001</c:v>
                </c:pt>
                <c:pt idx="182">
                  <c:v>22.441600000000001</c:v>
                </c:pt>
                <c:pt idx="183">
                  <c:v>23.898299999999999</c:v>
                </c:pt>
                <c:pt idx="184">
                  <c:v>19.840900000000001</c:v>
                </c:pt>
                <c:pt idx="185">
                  <c:v>19.097999999999999</c:v>
                </c:pt>
                <c:pt idx="186">
                  <c:v>20.907900000000001</c:v>
                </c:pt>
                <c:pt idx="187">
                  <c:v>20.134599999999999</c:v>
                </c:pt>
                <c:pt idx="188">
                  <c:v>21.340800000000002</c:v>
                </c:pt>
                <c:pt idx="189">
                  <c:v>21.905899999999999</c:v>
                </c:pt>
                <c:pt idx="190">
                  <c:v>24.2194</c:v>
                </c:pt>
                <c:pt idx="191">
                  <c:v>23.051600000000001</c:v>
                </c:pt>
                <c:pt idx="192">
                  <c:v>23.805499999999999</c:v>
                </c:pt>
                <c:pt idx="193">
                  <c:v>22.851099999999999</c:v>
                </c:pt>
                <c:pt idx="194">
                  <c:v>23.563600000000001</c:v>
                </c:pt>
                <c:pt idx="195">
                  <c:v>24.450199999999999</c:v>
                </c:pt>
                <c:pt idx="196">
                  <c:v>24.133099999999999</c:v>
                </c:pt>
                <c:pt idx="197">
                  <c:v>23.268699999999999</c:v>
                </c:pt>
                <c:pt idx="198">
                  <c:v>23.8917</c:v>
                </c:pt>
                <c:pt idx="199">
                  <c:v>24.397200000000002</c:v>
                </c:pt>
                <c:pt idx="200">
                  <c:v>24.546600000000002</c:v>
                </c:pt>
                <c:pt idx="201">
                  <c:v>24.469200000000001</c:v>
                </c:pt>
                <c:pt idx="202">
                  <c:v>25.312200000000001</c:v>
                </c:pt>
                <c:pt idx="203">
                  <c:v>25.183599999999998</c:v>
                </c:pt>
                <c:pt idx="204">
                  <c:v>24.292100000000001</c:v>
                </c:pt>
                <c:pt idx="205">
                  <c:v>24.549600000000002</c:v>
                </c:pt>
                <c:pt idx="206">
                  <c:v>23.477799999999998</c:v>
                </c:pt>
                <c:pt idx="207">
                  <c:v>24.122499999999999</c:v>
                </c:pt>
                <c:pt idx="208">
                  <c:v>25.944400000000002</c:v>
                </c:pt>
                <c:pt idx="209">
                  <c:v>25.8812</c:v>
                </c:pt>
                <c:pt idx="210">
                  <c:v>25.2745</c:v>
                </c:pt>
                <c:pt idx="211">
                  <c:v>23.876300000000001</c:v>
                </c:pt>
                <c:pt idx="212">
                  <c:v>26.7788</c:v>
                </c:pt>
                <c:pt idx="213">
                  <c:v>26.517600000000002</c:v>
                </c:pt>
                <c:pt idx="214">
                  <c:v>27.004000000000001</c:v>
                </c:pt>
                <c:pt idx="215">
                  <c:v>27.766300000000001</c:v>
                </c:pt>
                <c:pt idx="216">
                  <c:v>29.464200000000002</c:v>
                </c:pt>
                <c:pt idx="217">
                  <c:v>29.060600000000001</c:v>
                </c:pt>
                <c:pt idx="218">
                  <c:v>29.693200000000001</c:v>
                </c:pt>
                <c:pt idx="219">
                  <c:v>28.8872</c:v>
                </c:pt>
                <c:pt idx="220">
                  <c:v>29.361799999999999</c:v>
                </c:pt>
                <c:pt idx="221">
                  <c:v>30.750399999999999</c:v>
                </c:pt>
                <c:pt idx="222">
                  <c:v>31.318100000000001</c:v>
                </c:pt>
                <c:pt idx="223">
                  <c:v>32.099600000000002</c:v>
                </c:pt>
                <c:pt idx="224">
                  <c:v>29.9819</c:v>
                </c:pt>
                <c:pt idx="225">
                  <c:v>31.9756</c:v>
                </c:pt>
                <c:pt idx="226">
                  <c:v>34.490600000000001</c:v>
                </c:pt>
                <c:pt idx="227">
                  <c:v>34.478099999999998</c:v>
                </c:pt>
                <c:pt idx="228">
                  <c:v>32.861800000000002</c:v>
                </c:pt>
                <c:pt idx="229">
                  <c:v>31.790700000000001</c:v>
                </c:pt>
                <c:pt idx="230">
                  <c:v>32.2714</c:v>
                </c:pt>
                <c:pt idx="231">
                  <c:v>32.773299999999999</c:v>
                </c:pt>
                <c:pt idx="232">
                  <c:v>33.804200000000002</c:v>
                </c:pt>
                <c:pt idx="233">
                  <c:v>23.340900000000001</c:v>
                </c:pt>
                <c:pt idx="234">
                  <c:v>23.715900000000001</c:v>
                </c:pt>
                <c:pt idx="235">
                  <c:v>23.2471</c:v>
                </c:pt>
                <c:pt idx="236">
                  <c:v>22.648599999999998</c:v>
                </c:pt>
                <c:pt idx="237">
                  <c:v>21.536200000000001</c:v>
                </c:pt>
                <c:pt idx="238">
                  <c:v>21.5504</c:v>
                </c:pt>
                <c:pt idx="239">
                  <c:v>20.6264</c:v>
                </c:pt>
                <c:pt idx="240">
                  <c:v>20.984500000000001</c:v>
                </c:pt>
                <c:pt idx="241">
                  <c:v>21.796900000000001</c:v>
                </c:pt>
                <c:pt idx="242">
                  <c:v>22.200199999999999</c:v>
                </c:pt>
                <c:pt idx="243">
                  <c:v>22.1936</c:v>
                </c:pt>
                <c:pt idx="244">
                  <c:v>21.8019</c:v>
                </c:pt>
                <c:pt idx="245">
                  <c:v>22.100899999999999</c:v>
                </c:pt>
                <c:pt idx="246">
                  <c:v>22.490300000000001</c:v>
                </c:pt>
                <c:pt idx="247">
                  <c:v>22.215299999999999</c:v>
                </c:pt>
                <c:pt idx="248">
                  <c:v>21.323799999999999</c:v>
                </c:pt>
                <c:pt idx="249">
                  <c:v>22.075800000000001</c:v>
                </c:pt>
                <c:pt idx="250">
                  <c:v>22.2821</c:v>
                </c:pt>
                <c:pt idx="251">
                  <c:v>22.578099999999999</c:v>
                </c:pt>
                <c:pt idx="252">
                  <c:v>22.086400000000001</c:v>
                </c:pt>
                <c:pt idx="253">
                  <c:v>21.5245</c:v>
                </c:pt>
                <c:pt idx="254">
                  <c:v>22.864000000000001</c:v>
                </c:pt>
                <c:pt idx="255">
                  <c:v>23.037600000000001</c:v>
                </c:pt>
                <c:pt idx="256">
                  <c:v>22.863299999999999</c:v>
                </c:pt>
                <c:pt idx="257">
                  <c:v>22.8992</c:v>
                </c:pt>
                <c:pt idx="258">
                  <c:v>22.456600000000002</c:v>
                </c:pt>
                <c:pt idx="259">
                  <c:v>21.395299999999999</c:v>
                </c:pt>
                <c:pt idx="260">
                  <c:v>21.294</c:v>
                </c:pt>
                <c:pt idx="261">
                  <c:v>21.7302</c:v>
                </c:pt>
                <c:pt idx="262">
                  <c:v>22.055599999999998</c:v>
                </c:pt>
                <c:pt idx="263">
                  <c:v>22.550599999999999</c:v>
                </c:pt>
                <c:pt idx="264">
                  <c:v>24.508199999999999</c:v>
                </c:pt>
                <c:pt idx="265">
                  <c:v>24.8154</c:v>
                </c:pt>
                <c:pt idx="266">
                  <c:v>25.630299999999998</c:v>
                </c:pt>
                <c:pt idx="267">
                  <c:v>24.594200000000001</c:v>
                </c:pt>
                <c:pt idx="268">
                  <c:v>25.013100000000001</c:v>
                </c:pt>
                <c:pt idx="269">
                  <c:v>26.042400000000001</c:v>
                </c:pt>
                <c:pt idx="270">
                  <c:v>25.024899999999999</c:v>
                </c:pt>
                <c:pt idx="271">
                  <c:v>25.814699999999998</c:v>
                </c:pt>
                <c:pt idx="272">
                  <c:v>25.896100000000001</c:v>
                </c:pt>
                <c:pt idx="273">
                  <c:v>24.909400000000002</c:v>
                </c:pt>
                <c:pt idx="274">
                  <c:v>25.581199999999999</c:v>
                </c:pt>
                <c:pt idx="275">
                  <c:v>22.515699999999999</c:v>
                </c:pt>
                <c:pt idx="276">
                  <c:v>21.623899999999999</c:v>
                </c:pt>
                <c:pt idx="277">
                  <c:v>23.019100000000002</c:v>
                </c:pt>
                <c:pt idx="278">
                  <c:v>22.4833</c:v>
                </c:pt>
                <c:pt idx="279">
                  <c:v>22.601400000000002</c:v>
                </c:pt>
                <c:pt idx="280">
                  <c:v>23.0488</c:v>
                </c:pt>
                <c:pt idx="281">
                  <c:v>21.998999999999999</c:v>
                </c:pt>
                <c:pt idx="282">
                  <c:v>21.224</c:v>
                </c:pt>
                <c:pt idx="283">
                  <c:v>23.168900000000001</c:v>
                </c:pt>
                <c:pt idx="284">
                  <c:v>23.796900000000001</c:v>
                </c:pt>
                <c:pt idx="285">
                  <c:v>22.728300000000001</c:v>
                </c:pt>
                <c:pt idx="286">
                  <c:v>21.064299999999999</c:v>
                </c:pt>
                <c:pt idx="287">
                  <c:v>20.4438</c:v>
                </c:pt>
                <c:pt idx="288">
                  <c:v>15.7232</c:v>
                </c:pt>
                <c:pt idx="289">
                  <c:v>15.343</c:v>
                </c:pt>
                <c:pt idx="290">
                  <c:v>15.5647</c:v>
                </c:pt>
                <c:pt idx="291">
                  <c:v>15.541700000000001</c:v>
                </c:pt>
                <c:pt idx="292">
                  <c:v>15.0641</c:v>
                </c:pt>
                <c:pt idx="293">
                  <c:v>16.448399999999999</c:v>
                </c:pt>
                <c:pt idx="294">
                  <c:v>16.1629</c:v>
                </c:pt>
                <c:pt idx="295">
                  <c:v>14.967000000000001</c:v>
                </c:pt>
                <c:pt idx="296">
                  <c:v>13.647</c:v>
                </c:pt>
                <c:pt idx="297">
                  <c:v>14.806800000000001</c:v>
                </c:pt>
                <c:pt idx="298">
                  <c:v>13.766299999999999</c:v>
                </c:pt>
                <c:pt idx="299">
                  <c:v>14.7011</c:v>
                </c:pt>
                <c:pt idx="300">
                  <c:v>15.1509</c:v>
                </c:pt>
                <c:pt idx="301">
                  <c:v>16.053599999999999</c:v>
                </c:pt>
                <c:pt idx="302">
                  <c:v>17.487300000000001</c:v>
                </c:pt>
                <c:pt idx="303">
                  <c:v>18.264099999999999</c:v>
                </c:pt>
                <c:pt idx="304">
                  <c:v>18.718800000000002</c:v>
                </c:pt>
                <c:pt idx="305">
                  <c:v>18.030200000000001</c:v>
                </c:pt>
                <c:pt idx="306">
                  <c:v>17.275400000000001</c:v>
                </c:pt>
                <c:pt idx="307">
                  <c:v>16.174900000000001</c:v>
                </c:pt>
                <c:pt idx="308">
                  <c:v>16.963899999999999</c:v>
                </c:pt>
                <c:pt idx="309">
                  <c:v>16.013999999999999</c:v>
                </c:pt>
                <c:pt idx="310">
                  <c:v>14.776999999999999</c:v>
                </c:pt>
                <c:pt idx="311">
                  <c:v>14.3561</c:v>
                </c:pt>
                <c:pt idx="312">
                  <c:v>14.7774</c:v>
                </c:pt>
                <c:pt idx="313">
                  <c:v>13.6189</c:v>
                </c:pt>
                <c:pt idx="314">
                  <c:v>14.7217</c:v>
                </c:pt>
                <c:pt idx="315">
                  <c:v>15.448499999999999</c:v>
                </c:pt>
                <c:pt idx="316">
                  <c:v>15.667999999999999</c:v>
                </c:pt>
                <c:pt idx="317">
                  <c:v>17.975300000000001</c:v>
                </c:pt>
                <c:pt idx="318">
                  <c:v>17.807099999999998</c:v>
                </c:pt>
                <c:pt idx="319">
                  <c:v>17.946100000000001</c:v>
                </c:pt>
                <c:pt idx="320">
                  <c:v>18.1877</c:v>
                </c:pt>
                <c:pt idx="321">
                  <c:v>17.993099999999998</c:v>
                </c:pt>
                <c:pt idx="322">
                  <c:v>17.433199999999999</c:v>
                </c:pt>
                <c:pt idx="323">
                  <c:v>16.692299999999999</c:v>
                </c:pt>
                <c:pt idx="324">
                  <c:v>16.6736</c:v>
                </c:pt>
                <c:pt idx="325">
                  <c:v>17.352799999999998</c:v>
                </c:pt>
                <c:pt idx="326">
                  <c:v>18.4208</c:v>
                </c:pt>
                <c:pt idx="327">
                  <c:v>18.3811</c:v>
                </c:pt>
                <c:pt idx="328">
                  <c:v>19.46</c:v>
                </c:pt>
                <c:pt idx="329">
                  <c:v>21.003900000000002</c:v>
                </c:pt>
                <c:pt idx="330">
                  <c:v>20.680499999999999</c:v>
                </c:pt>
                <c:pt idx="331">
                  <c:v>20.887899999999998</c:v>
                </c:pt>
                <c:pt idx="332">
                  <c:v>20.4481</c:v>
                </c:pt>
                <c:pt idx="333">
                  <c:v>22.402200000000001</c:v>
                </c:pt>
                <c:pt idx="334">
                  <c:v>21.650400000000001</c:v>
                </c:pt>
                <c:pt idx="335">
                  <c:v>22.891300000000001</c:v>
                </c:pt>
                <c:pt idx="336">
                  <c:v>22.969100000000001</c:v>
                </c:pt>
                <c:pt idx="337">
                  <c:v>24.6432</c:v>
                </c:pt>
                <c:pt idx="338">
                  <c:v>23.452500000000001</c:v>
                </c:pt>
                <c:pt idx="339">
                  <c:v>23.512899999999998</c:v>
                </c:pt>
                <c:pt idx="340">
                  <c:v>23.1846</c:v>
                </c:pt>
                <c:pt idx="341">
                  <c:v>23.7196</c:v>
                </c:pt>
                <c:pt idx="342">
                  <c:v>25.130400000000002</c:v>
                </c:pt>
                <c:pt idx="343">
                  <c:v>25.2821</c:v>
                </c:pt>
                <c:pt idx="344">
                  <c:v>27.166499999999999</c:v>
                </c:pt>
                <c:pt idx="345">
                  <c:v>29.724599999999999</c:v>
                </c:pt>
                <c:pt idx="346">
                  <c:v>29.451799999999999</c:v>
                </c:pt>
                <c:pt idx="347">
                  <c:v>29.667000000000002</c:v>
                </c:pt>
                <c:pt idx="348">
                  <c:v>30.898599999999998</c:v>
                </c:pt>
                <c:pt idx="349">
                  <c:v>30.2408</c:v>
                </c:pt>
                <c:pt idx="350">
                  <c:v>32.004600000000003</c:v>
                </c:pt>
                <c:pt idx="351">
                  <c:v>31.214099999999998</c:v>
                </c:pt>
                <c:pt idx="352">
                  <c:v>32.655500000000004</c:v>
                </c:pt>
                <c:pt idx="353">
                  <c:v>32.269799999999996</c:v>
                </c:pt>
                <c:pt idx="354">
                  <c:v>32.319299999999998</c:v>
                </c:pt>
                <c:pt idx="355">
                  <c:v>31.797999999999998</c:v>
                </c:pt>
                <c:pt idx="356">
                  <c:v>30.270299999999999</c:v>
                </c:pt>
                <c:pt idx="357">
                  <c:v>29.9343</c:v>
                </c:pt>
                <c:pt idx="358">
                  <c:v>30.246700000000001</c:v>
                </c:pt>
                <c:pt idx="359">
                  <c:v>32.046700000000001</c:v>
                </c:pt>
                <c:pt idx="360">
                  <c:v>31.077400000000001</c:v>
                </c:pt>
                <c:pt idx="361">
                  <c:v>30.257200000000001</c:v>
                </c:pt>
                <c:pt idx="362">
                  <c:v>29.314499999999999</c:v>
                </c:pt>
                <c:pt idx="363">
                  <c:v>30.064</c:v>
                </c:pt>
                <c:pt idx="364">
                  <c:v>30.3261</c:v>
                </c:pt>
                <c:pt idx="365">
                  <c:v>30.156600000000001</c:v>
                </c:pt>
                <c:pt idx="366">
                  <c:v>28.828600000000002</c:v>
                </c:pt>
                <c:pt idx="367">
                  <c:v>27.571100000000001</c:v>
                </c:pt>
                <c:pt idx="368">
                  <c:v>30.325600000000001</c:v>
                </c:pt>
                <c:pt idx="369">
                  <c:v>31.663699999999999</c:v>
                </c:pt>
                <c:pt idx="370">
                  <c:v>32.944800000000001</c:v>
                </c:pt>
                <c:pt idx="371">
                  <c:v>32.758800000000001</c:v>
                </c:pt>
                <c:pt idx="372">
                  <c:v>33.0015</c:v>
                </c:pt>
                <c:pt idx="373">
                  <c:v>33.566200000000002</c:v>
                </c:pt>
                <c:pt idx="374">
                  <c:v>36.582599999999999</c:v>
                </c:pt>
                <c:pt idx="375">
                  <c:v>35.286299999999997</c:v>
                </c:pt>
                <c:pt idx="376">
                  <c:v>35.625999999999998</c:v>
                </c:pt>
                <c:pt idx="377">
                  <c:v>33.5289</c:v>
                </c:pt>
                <c:pt idx="378">
                  <c:v>34.558100000000003</c:v>
                </c:pt>
                <c:pt idx="379">
                  <c:v>37.258499999999998</c:v>
                </c:pt>
                <c:pt idx="380">
                  <c:v>37.489699999999999</c:v>
                </c:pt>
                <c:pt idx="381">
                  <c:v>38.077599999999997</c:v>
                </c:pt>
                <c:pt idx="382">
                  <c:v>40.348700000000001</c:v>
                </c:pt>
                <c:pt idx="383">
                  <c:v>40.237200000000001</c:v>
                </c:pt>
                <c:pt idx="384">
                  <c:v>40.945</c:v>
                </c:pt>
                <c:pt idx="385">
                  <c:v>43.742699999999999</c:v>
                </c:pt>
                <c:pt idx="386">
                  <c:v>44.880699999999997</c:v>
                </c:pt>
                <c:pt idx="387">
                  <c:v>43.062100000000001</c:v>
                </c:pt>
                <c:pt idx="388">
                  <c:v>44.293700000000001</c:v>
                </c:pt>
                <c:pt idx="389">
                  <c:v>44.266100000000002</c:v>
                </c:pt>
                <c:pt idx="390">
                  <c:v>43.4893</c:v>
                </c:pt>
                <c:pt idx="391">
                  <c:v>42.82</c:v>
                </c:pt>
                <c:pt idx="392">
                  <c:v>38.865900000000003</c:v>
                </c:pt>
                <c:pt idx="393">
                  <c:v>29.406600000000001</c:v>
                </c:pt>
                <c:pt idx="394">
                  <c:v>30.009</c:v>
                </c:pt>
                <c:pt idx="395">
                  <c:v>31.008199999999999</c:v>
                </c:pt>
                <c:pt idx="396">
                  <c:v>32.0242</c:v>
                </c:pt>
                <c:pt idx="397">
                  <c:v>33.256999999999998</c:v>
                </c:pt>
                <c:pt idx="398">
                  <c:v>32.8508</c:v>
                </c:pt>
                <c:pt idx="399">
                  <c:v>33.848399999999998</c:v>
                </c:pt>
                <c:pt idx="400">
                  <c:v>36.120899999999999</c:v>
                </c:pt>
                <c:pt idx="401">
                  <c:v>35.6023</c:v>
                </c:pt>
                <c:pt idx="402">
                  <c:v>35.252699999999997</c:v>
                </c:pt>
                <c:pt idx="403">
                  <c:v>36.427599999999998</c:v>
                </c:pt>
                <c:pt idx="404">
                  <c:v>37.171399999999998</c:v>
                </c:pt>
                <c:pt idx="405">
                  <c:v>33.8506</c:v>
                </c:pt>
                <c:pt idx="406">
                  <c:v>32.760100000000001</c:v>
                </c:pt>
                <c:pt idx="407">
                  <c:v>31.645600000000002</c:v>
                </c:pt>
                <c:pt idx="408">
                  <c:v>32.298200000000001</c:v>
                </c:pt>
                <c:pt idx="409">
                  <c:v>35.573799999999999</c:v>
                </c:pt>
                <c:pt idx="410">
                  <c:v>36.027200000000001</c:v>
                </c:pt>
                <c:pt idx="411">
                  <c:v>35.719799999999999</c:v>
                </c:pt>
                <c:pt idx="412">
                  <c:v>31.852699999999999</c:v>
                </c:pt>
                <c:pt idx="413">
                  <c:v>35.052900000000001</c:v>
                </c:pt>
                <c:pt idx="414">
                  <c:v>35.247</c:v>
                </c:pt>
                <c:pt idx="415">
                  <c:v>36.336199999999998</c:v>
                </c:pt>
                <c:pt idx="416">
                  <c:v>36.284199999999998</c:v>
                </c:pt>
                <c:pt idx="417">
                  <c:v>37.174999999999997</c:v>
                </c:pt>
                <c:pt idx="418">
                  <c:v>36.181899999999999</c:v>
                </c:pt>
                <c:pt idx="419">
                  <c:v>36.162300000000002</c:v>
                </c:pt>
                <c:pt idx="420">
                  <c:v>42.4161</c:v>
                </c:pt>
                <c:pt idx="421">
                  <c:v>45.703899999999997</c:v>
                </c:pt>
                <c:pt idx="422">
                  <c:v>41.74</c:v>
                </c:pt>
                <c:pt idx="423">
                  <c:v>42.731699999999996</c:v>
                </c:pt>
                <c:pt idx="424">
                  <c:v>42.445500000000003</c:v>
                </c:pt>
                <c:pt idx="425">
                  <c:v>43.915999999999997</c:v>
                </c:pt>
                <c:pt idx="426">
                  <c:v>45.290100000000002</c:v>
                </c:pt>
                <c:pt idx="427">
                  <c:v>43.946399999999997</c:v>
                </c:pt>
                <c:pt idx="428">
                  <c:v>42.1845</c:v>
                </c:pt>
                <c:pt idx="429">
                  <c:v>42.535699999999999</c:v>
                </c:pt>
                <c:pt idx="430">
                  <c:v>41.501199999999997</c:v>
                </c:pt>
                <c:pt idx="431">
                  <c:v>43.707500000000003</c:v>
                </c:pt>
                <c:pt idx="432">
                  <c:v>44.038800000000002</c:v>
                </c:pt>
                <c:pt idx="433">
                  <c:v>41.667900000000003</c:v>
                </c:pt>
                <c:pt idx="434">
                  <c:v>43.910400000000003</c:v>
                </c:pt>
                <c:pt idx="435">
                  <c:v>45.573700000000002</c:v>
                </c:pt>
                <c:pt idx="436">
                  <c:v>45.332799999999999</c:v>
                </c:pt>
                <c:pt idx="437">
                  <c:v>42.015500000000003</c:v>
                </c:pt>
                <c:pt idx="438">
                  <c:v>41.2836</c:v>
                </c:pt>
                <c:pt idx="439">
                  <c:v>41.010399999999997</c:v>
                </c:pt>
                <c:pt idx="440">
                  <c:v>22.794599999999999</c:v>
                </c:pt>
                <c:pt idx="441">
                  <c:v>21.1553</c:v>
                </c:pt>
                <c:pt idx="442">
                  <c:v>17.757400000000001</c:v>
                </c:pt>
                <c:pt idx="443">
                  <c:v>19.6721</c:v>
                </c:pt>
                <c:pt idx="444">
                  <c:v>18.979800000000001</c:v>
                </c:pt>
                <c:pt idx="445">
                  <c:v>21.3797</c:v>
                </c:pt>
                <c:pt idx="446">
                  <c:v>22.2441</c:v>
                </c:pt>
                <c:pt idx="447">
                  <c:v>22.9087</c:v>
                </c:pt>
                <c:pt idx="448">
                  <c:v>25.281099999999999</c:v>
                </c:pt>
                <c:pt idx="449">
                  <c:v>24.1143</c:v>
                </c:pt>
                <c:pt idx="450">
                  <c:v>24.501100000000001</c:v>
                </c:pt>
                <c:pt idx="451">
                  <c:v>26.1142</c:v>
                </c:pt>
                <c:pt idx="452">
                  <c:v>26.456600000000002</c:v>
                </c:pt>
                <c:pt idx="453">
                  <c:v>26.979099999999999</c:v>
                </c:pt>
                <c:pt idx="454">
                  <c:v>28.261600000000001</c:v>
                </c:pt>
                <c:pt idx="455">
                  <c:v>28.740100000000002</c:v>
                </c:pt>
                <c:pt idx="456">
                  <c:v>29.014600000000002</c:v>
                </c:pt>
                <c:pt idx="457">
                  <c:v>29.2</c:v>
                </c:pt>
                <c:pt idx="458">
                  <c:v>29.067</c:v>
                </c:pt>
                <c:pt idx="459">
                  <c:v>28.426300000000001</c:v>
                </c:pt>
                <c:pt idx="460">
                  <c:v>29.396599999999999</c:v>
                </c:pt>
                <c:pt idx="461">
                  <c:v>29.847100000000001</c:v>
                </c:pt>
                <c:pt idx="462">
                  <c:v>29.835599999999999</c:v>
                </c:pt>
                <c:pt idx="463">
                  <c:v>29.557600000000001</c:v>
                </c:pt>
                <c:pt idx="464">
                  <c:v>30.2578</c:v>
                </c:pt>
                <c:pt idx="465">
                  <c:v>31.427900000000001</c:v>
                </c:pt>
                <c:pt idx="466">
                  <c:v>32.587600000000002</c:v>
                </c:pt>
                <c:pt idx="467">
                  <c:v>34.153599999999997</c:v>
                </c:pt>
                <c:pt idx="468">
                  <c:v>35.6203</c:v>
                </c:pt>
                <c:pt idx="469">
                  <c:v>34.680900000000001</c:v>
                </c:pt>
                <c:pt idx="470">
                  <c:v>36.481299999999997</c:v>
                </c:pt>
                <c:pt idx="471">
                  <c:v>37.939599999999999</c:v>
                </c:pt>
                <c:pt idx="472">
                  <c:v>39.128500000000003</c:v>
                </c:pt>
                <c:pt idx="473">
                  <c:v>37.526499999999999</c:v>
                </c:pt>
                <c:pt idx="474">
                  <c:v>36.704099999999997</c:v>
                </c:pt>
                <c:pt idx="475">
                  <c:v>34.426200000000001</c:v>
                </c:pt>
                <c:pt idx="476">
                  <c:v>37.720399999999998</c:v>
                </c:pt>
                <c:pt idx="477">
                  <c:v>39.360700000000001</c:v>
                </c:pt>
                <c:pt idx="478">
                  <c:v>37.718600000000002</c:v>
                </c:pt>
                <c:pt idx="479">
                  <c:v>37.184699999999999</c:v>
                </c:pt>
                <c:pt idx="480">
                  <c:v>37.608800000000002</c:v>
                </c:pt>
                <c:pt idx="481">
                  <c:v>38.421500000000002</c:v>
                </c:pt>
                <c:pt idx="482">
                  <c:v>39.816899999999997</c:v>
                </c:pt>
                <c:pt idx="483">
                  <c:v>41.233699999999999</c:v>
                </c:pt>
                <c:pt idx="484">
                  <c:v>41.3795</c:v>
                </c:pt>
                <c:pt idx="485">
                  <c:v>41.605600000000003</c:v>
                </c:pt>
                <c:pt idx="486">
                  <c:v>43.693800000000003</c:v>
                </c:pt>
                <c:pt idx="487">
                  <c:v>44.125</c:v>
                </c:pt>
                <c:pt idx="488">
                  <c:v>44.7057</c:v>
                </c:pt>
                <c:pt idx="489">
                  <c:v>43.798299999999998</c:v>
                </c:pt>
                <c:pt idx="490">
                  <c:v>41.002800000000001</c:v>
                </c:pt>
                <c:pt idx="491">
                  <c:v>41.690100000000001</c:v>
                </c:pt>
                <c:pt idx="492">
                  <c:v>21.0672</c:v>
                </c:pt>
                <c:pt idx="493">
                  <c:v>18.8568</c:v>
                </c:pt>
                <c:pt idx="494">
                  <c:v>19.8094</c:v>
                </c:pt>
                <c:pt idx="495">
                  <c:v>22.293600000000001</c:v>
                </c:pt>
                <c:pt idx="496">
                  <c:v>23.824000000000002</c:v>
                </c:pt>
                <c:pt idx="497">
                  <c:v>25.7653</c:v>
                </c:pt>
                <c:pt idx="498">
                  <c:v>25.939800000000002</c:v>
                </c:pt>
                <c:pt idx="499">
                  <c:v>28.717600000000001</c:v>
                </c:pt>
                <c:pt idx="500">
                  <c:v>28.093499999999999</c:v>
                </c:pt>
                <c:pt idx="501">
                  <c:v>29.319299999999998</c:v>
                </c:pt>
                <c:pt idx="502">
                  <c:v>30.726400000000002</c:v>
                </c:pt>
                <c:pt idx="503">
                  <c:v>29.197199999999999</c:v>
                </c:pt>
                <c:pt idx="504">
                  <c:v>31.816700000000001</c:v>
                </c:pt>
                <c:pt idx="505">
                  <c:v>33.774999999999999</c:v>
                </c:pt>
                <c:pt idx="506">
                  <c:v>30.376200000000001</c:v>
                </c:pt>
                <c:pt idx="507">
                  <c:v>28.923300000000001</c:v>
                </c:pt>
                <c:pt idx="508">
                  <c:v>29.739000000000001</c:v>
                </c:pt>
                <c:pt idx="509">
                  <c:v>26.572800000000001</c:v>
                </c:pt>
                <c:pt idx="510">
                  <c:v>26.6768</c:v>
                </c:pt>
                <c:pt idx="511">
                  <c:v>25.511700000000001</c:v>
                </c:pt>
                <c:pt idx="512">
                  <c:v>27.779900000000001</c:v>
                </c:pt>
                <c:pt idx="513">
                  <c:v>27.873799999999999</c:v>
                </c:pt>
                <c:pt idx="514">
                  <c:v>26.2379</c:v>
                </c:pt>
                <c:pt idx="515">
                  <c:v>25.572399999999998</c:v>
                </c:pt>
                <c:pt idx="516">
                  <c:v>26.272600000000001</c:v>
                </c:pt>
                <c:pt idx="517">
                  <c:v>26.445499999999999</c:v>
                </c:pt>
                <c:pt idx="518">
                  <c:v>26.662700000000001</c:v>
                </c:pt>
                <c:pt idx="519">
                  <c:v>29.321300000000001</c:v>
                </c:pt>
                <c:pt idx="520">
                  <c:v>30.0854</c:v>
                </c:pt>
                <c:pt idx="521">
                  <c:v>28.776</c:v>
                </c:pt>
              </c:numCache>
            </c:numRef>
          </c:val>
          <c:smooth val="0"/>
          <c:extLst>
            <c:ext xmlns:c16="http://schemas.microsoft.com/office/drawing/2014/chart" uri="{C3380CC4-5D6E-409C-BE32-E72D297353CC}">
              <c16:uniqueId val="{00000001-0406-FD40-B7B7-028F7264DCAD}"/>
            </c:ext>
          </c:extLst>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extLst>
            <c:ext xmlns:c16="http://schemas.microsoft.com/office/drawing/2014/chart" uri="{C3380CC4-5D6E-409C-BE32-E72D297353CC}">
              <c16:uniqueId val="{00000002-0406-FD40-B7B7-028F7264DCAD}"/>
            </c:ext>
          </c:extLst>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extLst>
            <c:ext xmlns:c16="http://schemas.microsoft.com/office/drawing/2014/chart" uri="{C3380CC4-5D6E-409C-BE32-E72D297353CC}">
              <c16:uniqueId val="{00000003-0406-FD40-B7B7-028F7264DCAD}"/>
            </c:ext>
          </c:extLst>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extLst>
            <c:ext xmlns:c16="http://schemas.microsoft.com/office/drawing/2014/chart" uri="{C3380CC4-5D6E-409C-BE32-E72D297353CC}">
              <c16:uniqueId val="{00000004-0406-FD40-B7B7-028F7264DCAD}"/>
            </c:ext>
          </c:extLst>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extLst>
            <c:ext xmlns:c16="http://schemas.microsoft.com/office/drawing/2014/chart" uri="{C3380CC4-5D6E-409C-BE32-E72D297353CC}">
              <c16:uniqueId val="{00000005-0406-FD40-B7B7-028F7264DCAD}"/>
            </c:ext>
          </c:extLst>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extLst>
            <c:ext xmlns:c16="http://schemas.microsoft.com/office/drawing/2014/chart" uri="{C3380CC4-5D6E-409C-BE32-E72D297353CC}">
              <c16:uniqueId val="{00000006-0406-FD40-B7B7-028F7264DCAD}"/>
            </c:ext>
          </c:extLst>
        </c:ser>
        <c:dLbls>
          <c:showLegendKey val="0"/>
          <c:showVal val="0"/>
          <c:showCatName val="0"/>
          <c:showSerName val="0"/>
          <c:showPercent val="0"/>
          <c:showBubbleSize val="0"/>
        </c:dLbls>
        <c:smooth val="0"/>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MBG spending (IDR tn, L)</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0.00</c:formatCode>
                <c:ptCount val="9"/>
                <c:pt idx="0">
                  <c:v>19.55</c:v>
                </c:pt>
                <c:pt idx="1">
                  <c:v>19.420000000000002</c:v>
                </c:pt>
                <c:pt idx="2">
                  <c:v>16.37</c:v>
                </c:pt>
                <c:pt idx="3">
                  <c:v>19.66</c:v>
                </c:pt>
                <c:pt idx="4">
                  <c:v>13.15</c:v>
                </c:pt>
                <c:pt idx="5">
                  <c:v>12.85</c:v>
                </c:pt>
                <c:pt idx="6">
                  <c:v>16.329999999999998</c:v>
                </c:pt>
                <c:pt idx="7">
                  <c:v>16.86</c:v>
                </c:pt>
                <c:pt idx="8">
                  <c:v>19.010000000000002</c:v>
                </c:pt>
              </c:numCache>
            </c:numRef>
          </c:val>
          <c:extLst>
            <c:ext xmlns:c16="http://schemas.microsoft.com/office/drawing/2014/chart" uri="{C3380CC4-5D6E-409C-BE32-E72D297353CC}">
              <c16:uniqueId val="{00000000-A38B-B749-82E8-5BDCC150D0EE}"/>
            </c:ext>
          </c:extLst>
        </c:ser>
        <c:dLbls>
          <c:showLegendKey val="0"/>
          <c:showVal val="0"/>
          <c:showCatName val="0"/>
          <c:showSerName val="0"/>
          <c:showPercent val="0"/>
          <c:showBubbleSize val="0"/>
        </c:dLbls>
        <c:gapWidth val="60"/>
        <c:axId val="11"/>
        <c:axId val="22"/>
      </c:barChart>
      <c:lineChart>
        <c:grouping val="standard"/>
        <c:varyColors val="0"/>
        <c:ser>
          <c:idx val="1"/>
          <c:order val="1"/>
          <c:tx>
            <c:strRef>
              <c:f>Sheet1!$C$1</c:f>
              <c:strCache>
                <c:ptCount val="1"/>
                <c:pt idx="0">
                  <c:v>Retail sales (% YoY, R)</c:v>
                </c:pt>
              </c:strCache>
            </c:strRef>
          </c:tx>
          <c:spPr>
            <a:ln w="22225" cap="rnd">
              <a:solidFill>
                <a:srgbClr val="ED7D31"/>
              </a:solidFill>
              <a:prstDash val="solid"/>
              <a:round/>
            </a:ln>
          </c:spPr>
          <c:marker>
            <c:symbol val="none"/>
          </c:marker>
          <c:dLbls>
            <c:dLbl>
              <c:idx val="8"/>
              <c:layout>
                <c:manualLayout>
                  <c:x val="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38B-B749-82E8-5BDCC150D0EE}"/>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0">
                  <c:v>5.7</c:v>
                </c:pt>
                <c:pt idx="1">
                  <c:v>6.5</c:v>
                </c:pt>
                <c:pt idx="2">
                  <c:v>3.4</c:v>
                </c:pt>
                <c:pt idx="3">
                  <c:v>-3.7</c:v>
                </c:pt>
                <c:pt idx="4">
                  <c:v>-3.9</c:v>
                </c:pt>
                <c:pt idx="5">
                  <c:v>-3</c:v>
                </c:pt>
                <c:pt idx="6">
                  <c:v>1.1000000000000001</c:v>
                </c:pt>
                <c:pt idx="7">
                  <c:v>1.3</c:v>
                </c:pt>
                <c:pt idx="8">
                  <c:v>1.4</c:v>
                </c:pt>
              </c:numCache>
            </c:numRef>
          </c:val>
          <c:smooth val="0"/>
          <c:extLst>
            <c:ext xmlns:c16="http://schemas.microsoft.com/office/drawing/2014/chart" uri="{C3380CC4-5D6E-409C-BE32-E72D297353CC}">
              <c16:uniqueId val="{00000002-A38B-B749-82E8-5BDCC150D0EE}"/>
            </c:ext>
          </c:extLst>
        </c:ser>
        <c:dLbls>
          <c:showLegendKey val="0"/>
          <c:showVal val="0"/>
          <c:showCatName val="0"/>
          <c:showSerName val="0"/>
          <c:showPercent val="0"/>
          <c:showBubbleSize val="0"/>
        </c:dLbls>
        <c:marker val="1"/>
        <c:smooth val="0"/>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00000000000000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25"/>
          <c:w val="0.79"/>
          <c:h val="0.57"/>
        </c:manualLayout>
      </c:layout>
      <c:lineChart>
        <c:grouping val="standard"/>
        <c:varyColors val="0"/>
        <c:ser>
          <c:idx val="0"/>
          <c:order val="0"/>
          <c:tx>
            <c:strRef>
              <c:f>Sheet1!$B$1</c:f>
              <c:strCache>
                <c:ptCount val="1"/>
                <c:pt idx="0">
                  <c:v>Indonesia</c:v>
                </c:pt>
              </c:strCache>
            </c:strRef>
          </c:tx>
          <c:spPr>
            <a:ln w="28575" cap="rnd">
              <a:solidFill>
                <a:srgbClr val="0051A2"/>
              </a:solidFill>
              <a:prstDash val="solid"/>
              <a:round/>
            </a:ln>
          </c:spPr>
          <c:marker>
            <c:symbol val="none"/>
          </c:marker>
          <c:dLbls>
            <c:dLbl>
              <c:idx val="521"/>
              <c:layout>
                <c:manualLayout>
                  <c:x val="0.0"/>
                  <c:y val="0.045"/>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r"/>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c:v>
                </c:pt>
                <c:pt idx="4">
                  <c:v>17.4658</c:v>
                </c:pt>
                <c:pt idx="5">
                  <c:v>17.3369</c:v>
                </c:pt>
                <c:pt idx="6">
                  <c:v>16.8922</c:v>
                </c:pt>
                <c:pt idx="7">
                  <c:v>17.5664</c:v>
                </c:pt>
                <c:pt idx="8">
                  <c:v>17.8255</c:v>
                </c:pt>
                <c:pt idx="9">
                  <c:v>17.4529</c:v>
                </c:pt>
                <c:pt idx="10">
                  <c:v>16.7192</c:v>
                </c:pt>
                <c:pt idx="11">
                  <c:v>17.9208</c:v>
                </c:pt>
                <c:pt idx="12">
                  <c:v>18.2013</c:v>
                </c:pt>
                <c:pt idx="13">
                  <c:v>17.8722</c:v>
                </c:pt>
                <c:pt idx="14">
                  <c:v>17.761</c:v>
                </c:pt>
                <c:pt idx="15">
                  <c:v>17.9712</c:v>
                </c:pt>
                <c:pt idx="16">
                  <c:v>18.1076</c:v>
                </c:pt>
                <c:pt idx="17">
                  <c:v>18.1329</c:v>
                </c:pt>
                <c:pt idx="18">
                  <c:v>18.186</c:v>
                </c:pt>
                <c:pt idx="19">
                  <c:v>18.4088</c:v>
                </c:pt>
                <c:pt idx="20">
                  <c:v>18.4319</c:v>
                </c:pt>
                <c:pt idx="21">
                  <c:v>18.3007</c:v>
                </c:pt>
                <c:pt idx="22">
                  <c:v>16.2569</c:v>
                </c:pt>
                <c:pt idx="23">
                  <c:v>16.3746</c:v>
                </c:pt>
                <c:pt idx="24">
                  <c:v>16.2964</c:v>
                </c:pt>
                <c:pt idx="25">
                  <c:v>16.5617</c:v>
                </c:pt>
                <c:pt idx="26">
                  <c:v>16.3704</c:v>
                </c:pt>
                <c:pt idx="27">
                  <c:v>16.6677</c:v>
                </c:pt>
                <c:pt idx="28">
                  <c:v>16.6879</c:v>
                </c:pt>
                <c:pt idx="29">
                  <c:v>16.8198</c:v>
                </c:pt>
                <c:pt idx="30">
                  <c:v>16.8967</c:v>
                </c:pt>
                <c:pt idx="31">
                  <c:v>17.2615</c:v>
                </c:pt>
                <c:pt idx="32">
                  <c:v>17.1158</c:v>
                </c:pt>
                <c:pt idx="33">
                  <c:v>17.2326</c:v>
                </c:pt>
                <c:pt idx="34">
                  <c:v>16.9975</c:v>
                </c:pt>
                <c:pt idx="35">
                  <c:v>17.2129</c:v>
                </c:pt>
                <c:pt idx="36">
                  <c:v>17.5814</c:v>
                </c:pt>
                <c:pt idx="37">
                  <c:v>17.5723</c:v>
                </c:pt>
                <c:pt idx="38">
                  <c:v>17.5832</c:v>
                </c:pt>
                <c:pt idx="39">
                  <c:v>17.5744</c:v>
                </c:pt>
                <c:pt idx="40">
                  <c:v>17.2505</c:v>
                </c:pt>
                <c:pt idx="41">
                  <c:v>17.4504</c:v>
                </c:pt>
                <c:pt idx="42">
                  <c:v>17.3122</c:v>
                </c:pt>
                <c:pt idx="43">
                  <c:v>17.2729</c:v>
                </c:pt>
                <c:pt idx="44">
                  <c:v>17.6184</c:v>
                </c:pt>
                <c:pt idx="45">
                  <c:v>17.7183</c:v>
                </c:pt>
                <c:pt idx="46">
                  <c:v>17.4969</c:v>
                </c:pt>
                <c:pt idx="47">
                  <c:v>17.531</c:v>
                </c:pt>
                <c:pt idx="48">
                  <c:v>17.5352</c:v>
                </c:pt>
                <c:pt idx="49">
                  <c:v>17.6931</c:v>
                </c:pt>
                <c:pt idx="50">
                  <c:v>17.6948</c:v>
                </c:pt>
                <c:pt idx="51">
                  <c:v>17.8192</c:v>
                </c:pt>
                <c:pt idx="52">
                  <c:v>17.9079</c:v>
                </c:pt>
                <c:pt idx="53">
                  <c:v>17.7101</c:v>
                </c:pt>
                <c:pt idx="54">
                  <c:v>17.6549</c:v>
                </c:pt>
                <c:pt idx="55">
                  <c:v>18.1115</c:v>
                </c:pt>
                <c:pt idx="56">
                  <c:v>18.0176</c:v>
                </c:pt>
                <c:pt idx="57">
                  <c:v>18.1725</c:v>
                </c:pt>
                <c:pt idx="58">
                  <c:v>18.3415</c:v>
                </c:pt>
                <c:pt idx="59">
                  <c:v>17.6747</c:v>
                </c:pt>
                <c:pt idx="60">
                  <c:v>18.132</c:v>
                </c:pt>
                <c:pt idx="61">
                  <c:v>18.4135</c:v>
                </c:pt>
                <c:pt idx="62">
                  <c:v>18.76</c:v>
                </c:pt>
                <c:pt idx="63">
                  <c:v>19.2381</c:v>
                </c:pt>
                <c:pt idx="64">
                  <c:v>19.2922</c:v>
                </c:pt>
                <c:pt idx="65">
                  <c:v>19.1875</c:v>
                </c:pt>
                <c:pt idx="66">
                  <c:v>19.4697</c:v>
                </c:pt>
                <c:pt idx="67">
                  <c:v>19.8253</c:v>
                </c:pt>
                <c:pt idx="68">
                  <c:v>19.6354</c:v>
                </c:pt>
                <c:pt idx="69">
                  <c:v>19.2877</c:v>
                </c:pt>
                <c:pt idx="70">
                  <c:v>19.532</c:v>
                </c:pt>
                <c:pt idx="71">
                  <c:v>19.5994</c:v>
                </c:pt>
                <c:pt idx="72">
                  <c:v>19.2873</c:v>
                </c:pt>
                <c:pt idx="73">
                  <c:v>18.9104</c:v>
                </c:pt>
                <c:pt idx="74">
                  <c:v>16.1816</c:v>
                </c:pt>
                <c:pt idx="75">
                  <c:v>15.9741</c:v>
                </c:pt>
                <c:pt idx="76">
                  <c:v>15.8632</c:v>
                </c:pt>
                <c:pt idx="77">
                  <c:v>15.81</c:v>
                </c:pt>
                <c:pt idx="78">
                  <c:v>16.1436</c:v>
                </c:pt>
                <c:pt idx="79">
                  <c:v>16.3469</c:v>
                </c:pt>
                <c:pt idx="80">
                  <c:v>15.0911</c:v>
                </c:pt>
                <c:pt idx="81">
                  <c:v>14.7742</c:v>
                </c:pt>
                <c:pt idx="82">
                  <c:v>15.2624</c:v>
                </c:pt>
                <c:pt idx="83">
                  <c:v>14.5064</c:v>
                </c:pt>
                <c:pt idx="84">
                  <c:v>15.2529</c:v>
                </c:pt>
                <c:pt idx="85">
                  <c:v>14.9994</c:v>
                </c:pt>
                <c:pt idx="86">
                  <c:v>14.9613</c:v>
                </c:pt>
                <c:pt idx="87">
                  <c:v>14.9624</c:v>
                </c:pt>
                <c:pt idx="88">
                  <c:v>14.4279</c:v>
                </c:pt>
                <c:pt idx="89">
                  <c:v>14.3079</c:v>
                </c:pt>
                <c:pt idx="90">
                  <c:v>14.0635</c:v>
                </c:pt>
                <c:pt idx="91">
                  <c:v>14.8747</c:v>
                </c:pt>
                <c:pt idx="92">
                  <c:v>14.706</c:v>
                </c:pt>
                <c:pt idx="93">
                  <c:v>15.0555</c:v>
                </c:pt>
                <c:pt idx="94">
                  <c:v>15.2406</c:v>
                </c:pt>
                <c:pt idx="95">
                  <c:v>15.5171</c:v>
                </c:pt>
                <c:pt idx="96">
                  <c:v>14.6222</c:v>
                </c:pt>
                <c:pt idx="97">
                  <c:v>15.2772</c:v>
                </c:pt>
                <c:pt idx="98">
                  <c:v>15.4075</c:v>
                </c:pt>
                <c:pt idx="99">
                  <c:v>14.9779</c:v>
                </c:pt>
                <c:pt idx="100">
                  <c:v>15.1651</c:v>
                </c:pt>
                <c:pt idx="101">
                  <c:v>15.2925</c:v>
                </c:pt>
                <c:pt idx="102">
                  <c:v>15.4541</c:v>
                </c:pt>
                <c:pt idx="103">
                  <c:v>14.5562</c:v>
                </c:pt>
                <c:pt idx="104">
                  <c:v>14.6426</c:v>
                </c:pt>
                <c:pt idx="105">
                  <c:v>15.0196</c:v>
                </c:pt>
                <c:pt idx="106">
                  <c:v>14.8171</c:v>
                </c:pt>
                <c:pt idx="107">
                  <c:v>15.5924</c:v>
                </c:pt>
                <c:pt idx="108">
                  <c:v>15.5075</c:v>
                </c:pt>
                <c:pt idx="109">
                  <c:v>16.0507</c:v>
                </c:pt>
                <c:pt idx="110">
                  <c:v>16.0438</c:v>
                </c:pt>
                <c:pt idx="111">
                  <c:v>16.0882</c:v>
                </c:pt>
                <c:pt idx="112">
                  <c:v>16.3163</c:v>
                </c:pt>
                <c:pt idx="113">
                  <c:v>16.4229</c:v>
                </c:pt>
                <c:pt idx="114">
                  <c:v>16.3158</c:v>
                </c:pt>
                <c:pt idx="115">
                  <c:v>16.3368</c:v>
                </c:pt>
                <c:pt idx="116">
                  <c:v>16.5535</c:v>
                </c:pt>
                <c:pt idx="117">
                  <c:v>16.8919</c:v>
                </c:pt>
                <c:pt idx="118">
                  <c:v>17.3003</c:v>
                </c:pt>
                <c:pt idx="119">
                  <c:v>17.2318</c:v>
                </c:pt>
                <c:pt idx="120">
                  <c:v>17.3095</c:v>
                </c:pt>
                <c:pt idx="121">
                  <c:v>17.0526</c:v>
                </c:pt>
                <c:pt idx="122">
                  <c:v>16.4675</c:v>
                </c:pt>
                <c:pt idx="123">
                  <c:v>16.7383</c:v>
                </c:pt>
                <c:pt idx="124">
                  <c:v>16.7471</c:v>
                </c:pt>
                <c:pt idx="125">
                  <c:v>16.4706</c:v>
                </c:pt>
                <c:pt idx="126">
                  <c:v>16.7966</c:v>
                </c:pt>
                <c:pt idx="127">
                  <c:v>17.1059</c:v>
                </c:pt>
                <c:pt idx="128">
                  <c:v>15.4892</c:v>
                </c:pt>
                <c:pt idx="129">
                  <c:v>15.6247</c:v>
                </c:pt>
                <c:pt idx="130">
                  <c:v>15.4245</c:v>
                </c:pt>
                <c:pt idx="131">
                  <c:v>15.7856</c:v>
                </c:pt>
                <c:pt idx="132">
                  <c:v>15.5515</c:v>
                </c:pt>
                <c:pt idx="133">
                  <c:v>15.2816</c:v>
                </c:pt>
                <c:pt idx="134">
                  <c:v>14.9761</c:v>
                </c:pt>
                <c:pt idx="135">
                  <c:v>14.083</c:v>
                </c:pt>
                <c:pt idx="136">
                  <c:v>14.9236</c:v>
                </c:pt>
                <c:pt idx="137">
                  <c:v>15.6169</c:v>
                </c:pt>
                <c:pt idx="138">
                  <c:v>15.6216</c:v>
                </c:pt>
                <c:pt idx="139">
                  <c:v>15.7325</c:v>
                </c:pt>
                <c:pt idx="140">
                  <c:v>16.0041</c:v>
                </c:pt>
                <c:pt idx="141">
                  <c:v>16.1797</c:v>
                </c:pt>
                <c:pt idx="142">
                  <c:v>16.2629</c:v>
                </c:pt>
                <c:pt idx="143">
                  <c:v>16.2904</c:v>
                </c:pt>
                <c:pt idx="144">
                  <c:v>16.4742</c:v>
                </c:pt>
                <c:pt idx="145">
                  <c:v>16.1192</c:v>
                </c:pt>
                <c:pt idx="146">
                  <c:v>16.2353</c:v>
                </c:pt>
                <c:pt idx="147">
                  <c:v>16.164</c:v>
                </c:pt>
                <c:pt idx="148">
                  <c:v>16.0466</c:v>
                </c:pt>
                <c:pt idx="149">
                  <c:v>16.0642</c:v>
                </c:pt>
                <c:pt idx="150">
                  <c:v>16.4799</c:v>
                </c:pt>
                <c:pt idx="151">
                  <c:v>16.3654</c:v>
                </c:pt>
                <c:pt idx="152">
                  <c:v>16.423</c:v>
                </c:pt>
                <c:pt idx="153">
                  <c:v>16.2116</c:v>
                </c:pt>
                <c:pt idx="154">
                  <c:v>16.156</c:v>
                </c:pt>
                <c:pt idx="155">
                  <c:v>15.744</c:v>
                </c:pt>
                <c:pt idx="156">
                  <c:v>15.8414</c:v>
                </c:pt>
                <c:pt idx="157">
                  <c:v>16.4197</c:v>
                </c:pt>
                <c:pt idx="158">
                  <c:v>16.7602</c:v>
                </c:pt>
                <c:pt idx="159">
                  <c:v>16.5902</c:v>
                </c:pt>
                <c:pt idx="160">
                  <c:v>16.5795</c:v>
                </c:pt>
                <c:pt idx="161">
                  <c:v>16.5095</c:v>
                </c:pt>
                <c:pt idx="162">
                  <c:v>16.6291</c:v>
                </c:pt>
                <c:pt idx="163">
                  <c:v>16.5426</c:v>
                </c:pt>
                <c:pt idx="164">
                  <c:v>17.0603</c:v>
                </c:pt>
                <c:pt idx="165">
                  <c:v>17.0892</c:v>
                </c:pt>
                <c:pt idx="166">
                  <c:v>17.526</c:v>
                </c:pt>
                <c:pt idx="167">
                  <c:v>17.3591</c:v>
                </c:pt>
                <c:pt idx="168">
                  <c:v>17.452</c:v>
                </c:pt>
                <c:pt idx="169">
                  <c:v>17.397</c:v>
                </c:pt>
                <c:pt idx="170">
                  <c:v>17.6302</c:v>
                </c:pt>
                <c:pt idx="171">
                  <c:v>17.6276</c:v>
                </c:pt>
                <c:pt idx="172">
                  <c:v>16.6116</c:v>
                </c:pt>
                <c:pt idx="173">
                  <c:v>16.8684</c:v>
                </c:pt>
                <c:pt idx="174">
                  <c:v>16.4694</c:v>
                </c:pt>
                <c:pt idx="175">
                  <c:v>16.5649</c:v>
                </c:pt>
                <c:pt idx="176">
                  <c:v>15.2089</c:v>
                </c:pt>
                <c:pt idx="177">
                  <c:v>15.3279</c:v>
                </c:pt>
                <c:pt idx="178">
                  <c:v>13.5628</c:v>
                </c:pt>
                <c:pt idx="179">
                  <c:v>11.0508</c:v>
                </c:pt>
                <c:pt idx="180">
                  <c:v>11.8789</c:v>
                </c:pt>
                <c:pt idx="181">
                  <c:v>12.0782</c:v>
                </c:pt>
                <c:pt idx="182">
                  <c:v>12.2126</c:v>
                </c:pt>
                <c:pt idx="183">
                  <c:v>12.4769</c:v>
                </c:pt>
                <c:pt idx="184">
                  <c:v>12.0073</c:v>
                </c:pt>
                <c:pt idx="185">
                  <c:v>13.1665</c:v>
                </c:pt>
                <c:pt idx="186">
                  <c:v>12.9334</c:v>
                </c:pt>
                <c:pt idx="187">
                  <c:v>12.9085</c:v>
                </c:pt>
                <c:pt idx="188">
                  <c:v>13.736</c:v>
                </c:pt>
                <c:pt idx="189">
                  <c:v>15.4057</c:v>
                </c:pt>
                <c:pt idx="190">
                  <c:v>16.7347</c:v>
                </c:pt>
                <c:pt idx="191">
                  <c:v>17.3846</c:v>
                </c:pt>
                <c:pt idx="192">
                  <c:v>18.0339</c:v>
                </c:pt>
                <c:pt idx="193">
                  <c:v>18.5527</c:v>
                </c:pt>
                <c:pt idx="194">
                  <c:v>18.8521</c:v>
                </c:pt>
                <c:pt idx="195">
                  <c:v>19.0193</c:v>
                </c:pt>
                <c:pt idx="196">
                  <c:v>19.2457</c:v>
                </c:pt>
                <c:pt idx="197">
                  <c:v>19.1806</c:v>
                </c:pt>
                <c:pt idx="198">
                  <c:v>19.6763</c:v>
                </c:pt>
                <c:pt idx="199">
                  <c:v>19.797</c:v>
                </c:pt>
                <c:pt idx="200">
                  <c:v>20.5196</c:v>
                </c:pt>
                <c:pt idx="201">
                  <c:v>20.7493</c:v>
                </c:pt>
                <c:pt idx="202">
                  <c:v>21.1339</c:v>
                </c:pt>
                <c:pt idx="203">
                  <c:v>20.5714</c:v>
                </c:pt>
                <c:pt idx="204">
                  <c:v>19.1578</c:v>
                </c:pt>
                <c:pt idx="205">
                  <c:v>19.136</c:v>
                </c:pt>
                <c:pt idx="206">
                  <c:v>18.4813</c:v>
                </c:pt>
                <c:pt idx="207">
                  <c:v>18.2031</c:v>
                </c:pt>
                <c:pt idx="208">
                  <c:v>18.7553</c:v>
                </c:pt>
                <c:pt idx="209">
                  <c:v>18.9087</c:v>
                </c:pt>
                <c:pt idx="210">
                  <c:v>19.0277</c:v>
                </c:pt>
                <c:pt idx="211">
                  <c:v>18.9232</c:v>
                </c:pt>
                <c:pt idx="212">
                  <c:v>20.4476</c:v>
                </c:pt>
                <c:pt idx="213">
                  <c:v>21.1284</c:v>
                </c:pt>
                <c:pt idx="214">
                  <c:v>21.3504</c:v>
                </c:pt>
                <c:pt idx="215">
                  <c:v>21.8618</c:v>
                </c:pt>
                <c:pt idx="216">
                  <c:v>22.003</c:v>
                </c:pt>
                <c:pt idx="217">
                  <c:v>22.423</c:v>
                </c:pt>
                <c:pt idx="218">
                  <c:v>22.9898</c:v>
                </c:pt>
                <c:pt idx="219">
                  <c:v>22.3639</c:v>
                </c:pt>
                <c:pt idx="220">
                  <c:v>22.257</c:v>
                </c:pt>
                <c:pt idx="221">
                  <c:v>23.2356</c:v>
                </c:pt>
                <c:pt idx="222">
                  <c:v>23.3862</c:v>
                </c:pt>
                <c:pt idx="223">
                  <c:v>23.5303</c:v>
                </c:pt>
                <c:pt idx="224">
                  <c:v>21.7555</c:v>
                </c:pt>
                <c:pt idx="225">
                  <c:v>22.7994</c:v>
                </c:pt>
                <c:pt idx="226">
                  <c:v>22.5037</c:v>
                </c:pt>
                <c:pt idx="227">
                  <c:v>22.4049</c:v>
                </c:pt>
                <c:pt idx="228">
                  <c:v>22.2621</c:v>
                </c:pt>
                <c:pt idx="229">
                  <c:v>22.0753</c:v>
                </c:pt>
                <c:pt idx="230">
                  <c:v>22.2216</c:v>
                </c:pt>
                <c:pt idx="231">
                  <c:v>22.3792</c:v>
                </c:pt>
                <c:pt idx="232">
                  <c:v>21.6521</c:v>
                </c:pt>
                <c:pt idx="233">
                  <c:v>16.4065</c:v>
                </c:pt>
                <c:pt idx="234">
                  <c:v>16.4925</c:v>
                </c:pt>
                <c:pt idx="235">
                  <c:v>16.5424</c:v>
                </c:pt>
                <c:pt idx="236">
                  <c:v>16.4832</c:v>
                </c:pt>
                <c:pt idx="237">
                  <c:v>16.2691</c:v>
                </c:pt>
                <c:pt idx="238">
                  <c:v>16.0321</c:v>
                </c:pt>
                <c:pt idx="239">
                  <c:v>16.1397</c:v>
                </c:pt>
                <c:pt idx="240">
                  <c:v>15.9121</c:v>
                </c:pt>
                <c:pt idx="241">
                  <c:v>16.3725</c:v>
                </c:pt>
                <c:pt idx="242">
                  <c:v>17.1034</c:v>
                </c:pt>
                <c:pt idx="243">
                  <c:v>16.9523</c:v>
                </c:pt>
                <c:pt idx="244">
                  <c:v>16.2573</c:v>
                </c:pt>
                <c:pt idx="245">
                  <c:v>16.0988</c:v>
                </c:pt>
                <c:pt idx="246">
                  <c:v>16.0529</c:v>
                </c:pt>
                <c:pt idx="247">
                  <c:v>15.8283</c:v>
                </c:pt>
                <c:pt idx="248">
                  <c:v>15.9521</c:v>
                </c:pt>
                <c:pt idx="249">
                  <c:v>15.9083</c:v>
                </c:pt>
                <c:pt idx="250">
                  <c:v>15.638</c:v>
                </c:pt>
                <c:pt idx="251">
                  <c:v>16.1927</c:v>
                </c:pt>
                <c:pt idx="252">
                  <c:v>16.4767</c:v>
                </c:pt>
                <c:pt idx="253">
                  <c:v>16.6949</c:v>
                </c:pt>
                <c:pt idx="254">
                  <c:v>16.456</c:v>
                </c:pt>
                <c:pt idx="255">
                  <c:v>16.9339</c:v>
                </c:pt>
                <c:pt idx="256">
                  <c:v>16.8006</c:v>
                </c:pt>
                <c:pt idx="257">
                  <c:v>16.6436</c:v>
                </c:pt>
                <c:pt idx="258">
                  <c:v>16.7032</c:v>
                </c:pt>
                <c:pt idx="259">
                  <c:v>17.0503</c:v>
                </c:pt>
                <c:pt idx="260">
                  <c:v>18.1174</c:v>
                </c:pt>
                <c:pt idx="261">
                  <c:v>18.7404</c:v>
                </c:pt>
                <c:pt idx="262">
                  <c:v>18.7087</c:v>
                </c:pt>
                <c:pt idx="263">
                  <c:v>18.2437</c:v>
                </c:pt>
                <c:pt idx="264">
                  <c:v>18.0184</c:v>
                </c:pt>
                <c:pt idx="265">
                  <c:v>18.149</c:v>
                </c:pt>
                <c:pt idx="266">
                  <c:v>17.9563</c:v>
                </c:pt>
                <c:pt idx="267">
                  <c:v>17.4982</c:v>
                </c:pt>
                <c:pt idx="268">
                  <c:v>17.4671</c:v>
                </c:pt>
                <c:pt idx="269">
                  <c:v>17.614</c:v>
                </c:pt>
                <c:pt idx="270">
                  <c:v>17.4678</c:v>
                </c:pt>
                <c:pt idx="271">
                  <c:v>17.2966</c:v>
                </c:pt>
                <c:pt idx="272">
                  <c:v>17.3083</c:v>
                </c:pt>
                <c:pt idx="273">
                  <c:v>17.7655</c:v>
                </c:pt>
                <c:pt idx="274">
                  <c:v>17.9089</c:v>
                </c:pt>
                <c:pt idx="275">
                  <c:v>18.0947</c:v>
                </c:pt>
                <c:pt idx="276">
                  <c:v>17.538</c:v>
                </c:pt>
                <c:pt idx="277">
                  <c:v>16.9151</c:v>
                </c:pt>
                <c:pt idx="278">
                  <c:v>17.3028</c:v>
                </c:pt>
                <c:pt idx="279">
                  <c:v>17.4688</c:v>
                </c:pt>
                <c:pt idx="280">
                  <c:v>17.6105</c:v>
                </c:pt>
                <c:pt idx="281">
                  <c:v>17.3446</c:v>
                </c:pt>
                <c:pt idx="282">
                  <c:v>17.4082</c:v>
                </c:pt>
                <c:pt idx="283">
                  <c:v>17.468</c:v>
                </c:pt>
                <c:pt idx="284">
                  <c:v>17.5696</c:v>
                </c:pt>
                <c:pt idx="285">
                  <c:v>16.4172</c:v>
                </c:pt>
                <c:pt idx="286">
                  <c:v>16.3554</c:v>
                </c:pt>
                <c:pt idx="287">
                  <c:v>16.0854</c:v>
                </c:pt>
                <c:pt idx="288">
                  <c:v>16.2283</c:v>
                </c:pt>
                <c:pt idx="289">
                  <c:v>16.5145</c:v>
                </c:pt>
                <c:pt idx="290">
                  <c:v>16.4129</c:v>
                </c:pt>
                <c:pt idx="291">
                  <c:v>14.7617</c:v>
                </c:pt>
                <c:pt idx="292">
                  <c:v>14.9539</c:v>
                </c:pt>
                <c:pt idx="293">
                  <c:v>15.1755</c:v>
                </c:pt>
                <c:pt idx="294">
                  <c:v>15.2175</c:v>
                </c:pt>
                <c:pt idx="295">
                  <c:v>14.7029</c:v>
                </c:pt>
                <c:pt idx="296">
                  <c:v>14.366</c:v>
                </c:pt>
                <c:pt idx="297">
                  <c:v>14.527</c:v>
                </c:pt>
                <c:pt idx="298">
                  <c:v>13.9036</c:v>
                </c:pt>
                <c:pt idx="299">
                  <c:v>13.8739</c:v>
                </c:pt>
                <c:pt idx="300">
                  <c:v>13.4619</c:v>
                </c:pt>
                <c:pt idx="301">
                  <c:v>14.1719</c:v>
                </c:pt>
                <c:pt idx="302">
                  <c:v>14.199</c:v>
                </c:pt>
                <c:pt idx="303">
                  <c:v>14.5931</c:v>
                </c:pt>
                <c:pt idx="304">
                  <c:v>14.4865</c:v>
                </c:pt>
                <c:pt idx="305">
                  <c:v>14.3842</c:v>
                </c:pt>
                <c:pt idx="306">
                  <c:v>14.2279</c:v>
                </c:pt>
                <c:pt idx="307">
                  <c:v>14.3223</c:v>
                </c:pt>
                <c:pt idx="308">
                  <c:v>14.5006</c:v>
                </c:pt>
                <c:pt idx="309">
                  <c:v>14.4788</c:v>
                </c:pt>
                <c:pt idx="310">
                  <c:v>14.5512</c:v>
                </c:pt>
                <c:pt idx="311">
                  <c:v>14.3638</c:v>
                </c:pt>
                <c:pt idx="312">
                  <c:v>14.0844</c:v>
                </c:pt>
                <c:pt idx="313">
                  <c:v>13.7583</c:v>
                </c:pt>
                <c:pt idx="314">
                  <c:v>14.2581</c:v>
                </c:pt>
                <c:pt idx="315">
                  <c:v>14.3355</c:v>
                </c:pt>
                <c:pt idx="316">
                  <c:v>14.2345</c:v>
                </c:pt>
                <c:pt idx="317">
                  <c:v>14.3864</c:v>
                </c:pt>
                <c:pt idx="318">
                  <c:v>14.2365</c:v>
                </c:pt>
                <c:pt idx="319">
                  <c:v>14.3093</c:v>
                </c:pt>
                <c:pt idx="320">
                  <c:v>14.1955</c:v>
                </c:pt>
                <c:pt idx="321">
                  <c:v>13.5134</c:v>
                </c:pt>
                <c:pt idx="322">
                  <c:v>13.7597</c:v>
                </c:pt>
                <c:pt idx="323">
                  <c:v>13.5284</c:v>
                </c:pt>
                <c:pt idx="324">
                  <c:v>13.5515</c:v>
                </c:pt>
                <c:pt idx="325">
                  <c:v>13.2444</c:v>
                </c:pt>
                <c:pt idx="326">
                  <c:v>12.9845</c:v>
                </c:pt>
                <c:pt idx="327">
                  <c:v>13.3844</c:v>
                </c:pt>
                <c:pt idx="328">
                  <c:v>13.4043</c:v>
                </c:pt>
                <c:pt idx="329">
                  <c:v>13.3245</c:v>
                </c:pt>
                <c:pt idx="330">
                  <c:v>13.4114</c:v>
                </c:pt>
                <c:pt idx="331">
                  <c:v>13.3303</c:v>
                </c:pt>
                <c:pt idx="332">
                  <c:v>13.2493</c:v>
                </c:pt>
                <c:pt idx="333">
                  <c:v>12.6977</c:v>
                </c:pt>
                <c:pt idx="334">
                  <c:v>12.6709</c:v>
                </c:pt>
                <c:pt idx="335">
                  <c:v>12.6188</c:v>
                </c:pt>
                <c:pt idx="336">
                  <c:v>12.8919</c:v>
                </c:pt>
                <c:pt idx="337">
                  <c:v>12.7242</c:v>
                </c:pt>
                <c:pt idx="338">
                  <c:v>12.8275</c:v>
                </c:pt>
                <c:pt idx="339">
                  <c:v>13.1673</c:v>
                </c:pt>
                <c:pt idx="340">
                  <c:v>13.1532</c:v>
                </c:pt>
                <c:pt idx="341">
                  <c:v>13.2302</c:v>
                </c:pt>
                <c:pt idx="342">
                  <c:v>13.0935</c:v>
                </c:pt>
                <c:pt idx="343">
                  <c:v>12.7938</c:v>
                </c:pt>
                <c:pt idx="344">
                  <c:v>12.9355</c:v>
                </c:pt>
                <c:pt idx="345">
                  <c:v>13.098</c:v>
                </c:pt>
                <c:pt idx="346">
                  <c:v>14.9276</c:v>
                </c:pt>
                <c:pt idx="347">
                  <c:v>14.8909</c:v>
                </c:pt>
                <c:pt idx="348">
                  <c:v>14.8746</c:v>
                </c:pt>
                <c:pt idx="349">
                  <c:v>14.699</c:v>
                </c:pt>
                <c:pt idx="350">
                  <c:v>14.7878</c:v>
                </c:pt>
                <c:pt idx="351">
                  <c:v>14.8048</c:v>
                </c:pt>
                <c:pt idx="352">
                  <c:v>15.0909</c:v>
                </c:pt>
                <c:pt idx="353">
                  <c:v>15.1267</c:v>
                </c:pt>
                <c:pt idx="354">
                  <c:v>15.0869</c:v>
                </c:pt>
                <c:pt idx="355">
                  <c:v>15.0054</c:v>
                </c:pt>
                <c:pt idx="356">
                  <c:v>15.0914</c:v>
                </c:pt>
                <c:pt idx="357">
                  <c:v>14.8437</c:v>
                </c:pt>
                <c:pt idx="358">
                  <c:v>14.9609</c:v>
                </c:pt>
                <c:pt idx="359">
                  <c:v>15.0372</c:v>
                </c:pt>
                <c:pt idx="360">
                  <c:v>14.8013</c:v>
                </c:pt>
                <c:pt idx="361">
                  <c:v>14.8217</c:v>
                </c:pt>
                <c:pt idx="362">
                  <c:v>14.9298</c:v>
                </c:pt>
                <c:pt idx="363">
                  <c:v>14.6297</c:v>
                </c:pt>
                <c:pt idx="364">
                  <c:v>14.516</c:v>
                </c:pt>
                <c:pt idx="365">
                  <c:v>14.4149</c:v>
                </c:pt>
                <c:pt idx="366">
                  <c:v>13.9805</c:v>
                </c:pt>
                <c:pt idx="367">
                  <c:v>13.6817</c:v>
                </c:pt>
                <c:pt idx="368">
                  <c:v>13.8175</c:v>
                </c:pt>
                <c:pt idx="369">
                  <c:v>13.7869</c:v>
                </c:pt>
                <c:pt idx="370">
                  <c:v>14.073</c:v>
                </c:pt>
                <c:pt idx="371">
                  <c:v>14.1333</c:v>
                </c:pt>
                <c:pt idx="372">
                  <c:v>14.5679</c:v>
                </c:pt>
                <c:pt idx="373">
                  <c:v>14.5552</c:v>
                </c:pt>
                <c:pt idx="374">
                  <c:v>14.8109</c:v>
                </c:pt>
                <c:pt idx="375">
                  <c:v>14.896</c:v>
                </c:pt>
                <c:pt idx="376">
                  <c:v>14.9914</c:v>
                </c:pt>
                <c:pt idx="377">
                  <c:v>15.182</c:v>
                </c:pt>
                <c:pt idx="378">
                  <c:v>15.4715</c:v>
                </c:pt>
                <c:pt idx="379">
                  <c:v>15.3245</c:v>
                </c:pt>
                <c:pt idx="380">
                  <c:v>14.8544</c:v>
                </c:pt>
                <c:pt idx="381">
                  <c:v>15.2227</c:v>
                </c:pt>
                <c:pt idx="382">
                  <c:v>15.2276</c:v>
                </c:pt>
                <c:pt idx="383">
                  <c:v>15.6677</c:v>
                </c:pt>
                <c:pt idx="384">
                  <c:v>15.4472</c:v>
                </c:pt>
                <c:pt idx="385">
                  <c:v>15.1628</c:v>
                </c:pt>
                <c:pt idx="386">
                  <c:v>15.4185</c:v>
                </c:pt>
                <c:pt idx="387">
                  <c:v>15.3649</c:v>
                </c:pt>
                <c:pt idx="388">
                  <c:v>15.2348</c:v>
                </c:pt>
                <c:pt idx="389">
                  <c:v>14.0271</c:v>
                </c:pt>
                <c:pt idx="390">
                  <c:v>13.7842</c:v>
                </c:pt>
                <c:pt idx="391">
                  <c:v>13.7883</c:v>
                </c:pt>
                <c:pt idx="392">
                  <c:v>13.1631</c:v>
                </c:pt>
                <c:pt idx="393">
                  <c:v>12.9365</c:v>
                </c:pt>
                <c:pt idx="394">
                  <c:v>13.168</c:v>
                </c:pt>
                <c:pt idx="395">
                  <c:v>12.9417</c:v>
                </c:pt>
                <c:pt idx="396">
                  <c:v>13.3949</c:v>
                </c:pt>
                <c:pt idx="397">
                  <c:v>13.0039</c:v>
                </c:pt>
                <c:pt idx="398">
                  <c:v>12.6427</c:v>
                </c:pt>
                <c:pt idx="399">
                  <c:v>13.4237</c:v>
                </c:pt>
                <c:pt idx="400">
                  <c:v>12.8614</c:v>
                </c:pt>
                <c:pt idx="401">
                  <c:v>13.3143</c:v>
                </c:pt>
                <c:pt idx="402">
                  <c:v>13.6815</c:v>
                </c:pt>
                <c:pt idx="403">
                  <c:v>13.9429</c:v>
                </c:pt>
                <c:pt idx="404">
                  <c:v>14.1686</c:v>
                </c:pt>
                <c:pt idx="405">
                  <c:v>14.1858</c:v>
                </c:pt>
                <c:pt idx="406">
                  <c:v>14.1743</c:v>
                </c:pt>
                <c:pt idx="407">
                  <c:v>14.1737</c:v>
                </c:pt>
                <c:pt idx="408">
                  <c:v>14.1264</c:v>
                </c:pt>
                <c:pt idx="409">
                  <c:v>14.4855</c:v>
                </c:pt>
                <c:pt idx="410">
                  <c:v>14.6805</c:v>
                </c:pt>
                <c:pt idx="411">
                  <c:v>14.7434</c:v>
                </c:pt>
                <c:pt idx="412">
                  <c:v>14.7438</c:v>
                </c:pt>
                <c:pt idx="413">
                  <c:v>14.9172</c:v>
                </c:pt>
                <c:pt idx="414">
                  <c:v>15.1454</c:v>
                </c:pt>
                <c:pt idx="415">
                  <c:v>14.9612</c:v>
                </c:pt>
                <c:pt idx="416">
                  <c:v>14.516</c:v>
                </c:pt>
                <c:pt idx="417">
                  <c:v>14.4812</c:v>
                </c:pt>
                <c:pt idx="418">
                  <c:v>14.9618</c:v>
                </c:pt>
                <c:pt idx="419">
                  <c:v>14.7646</c:v>
                </c:pt>
                <c:pt idx="420">
                  <c:v>14.2669</c:v>
                </c:pt>
                <c:pt idx="421">
                  <c:v>13.7204</c:v>
                </c:pt>
                <c:pt idx="422">
                  <c:v>13.5263</c:v>
                </c:pt>
                <c:pt idx="423">
                  <c:v>13.4671</c:v>
                </c:pt>
                <c:pt idx="424">
                  <c:v>13.2061</c:v>
                </c:pt>
                <c:pt idx="425">
                  <c:v>13.5775</c:v>
                </c:pt>
                <c:pt idx="426">
                  <c:v>13.3632</c:v>
                </c:pt>
                <c:pt idx="427">
                  <c:v>12.6265</c:v>
                </c:pt>
                <c:pt idx="428">
                  <c:v>12.8112</c:v>
                </c:pt>
                <c:pt idx="429">
                  <c:v>12.9611</c:v>
                </c:pt>
                <c:pt idx="430">
                  <c:v>12.6619</c:v>
                </c:pt>
                <c:pt idx="431">
                  <c:v>12.9022</c:v>
                </c:pt>
                <c:pt idx="432">
                  <c:v>12.8223</c:v>
                </c:pt>
                <c:pt idx="433">
                  <c:v>12.8291</c:v>
                </c:pt>
                <c:pt idx="434">
                  <c:v>12.2903</c:v>
                </c:pt>
                <c:pt idx="435">
                  <c:v>12.1099</c:v>
                </c:pt>
                <c:pt idx="436">
                  <c:v>12.1894</c:v>
                </c:pt>
                <c:pt idx="437">
                  <c:v>10.9689</c:v>
                </c:pt>
                <c:pt idx="438">
                  <c:v>12.2629</c:v>
                </c:pt>
                <c:pt idx="439">
                  <c:v>11.8677</c:v>
                </c:pt>
                <c:pt idx="440">
                  <c:v>10.7202</c:v>
                </c:pt>
                <c:pt idx="441">
                  <c:v>11.4855</c:v>
                </c:pt>
                <c:pt idx="442">
                  <c:v>11.4883</c:v>
                </c:pt>
                <c:pt idx="443">
                  <c:v>11.0746</c:v>
                </c:pt>
                <c:pt idx="444">
                  <c:v>11.3758</c:v>
                </c:pt>
                <c:pt idx="445">
                  <c:v>11.7606</c:v>
                </c:pt>
                <c:pt idx="446">
                  <c:v>12.0964</c:v>
                </c:pt>
                <c:pt idx="447">
                  <c:v>12.117</c:v>
                </c:pt>
                <c:pt idx="448">
                  <c:v>12.8168</c:v>
                </c:pt>
                <c:pt idx="449">
                  <c:v>13.0566</c:v>
                </c:pt>
                <c:pt idx="450">
                  <c:v>12.9873</c:v>
                </c:pt>
                <c:pt idx="451">
                  <c:v>12.8196</c:v>
                </c:pt>
                <c:pt idx="452">
                  <c:v>12.8455</c:v>
                </c:pt>
                <c:pt idx="453">
                  <c:v>11.6615</c:v>
                </c:pt>
                <c:pt idx="454">
                  <c:v>11.7826</c:v>
                </c:pt>
                <c:pt idx="455">
                  <c:v>12.2363</c:v>
                </c:pt>
                <c:pt idx="456">
                  <c:v>12.5472</c:v>
                </c:pt>
                <c:pt idx="457">
                  <c:v>12.4114</c:v>
                </c:pt>
                <c:pt idx="458">
                  <c:v>12.5768</c:v>
                </c:pt>
                <c:pt idx="459">
                  <c:v>12.6356</c:v>
                </c:pt>
                <c:pt idx="460">
                  <c:v>12.5597</c:v>
                </c:pt>
                <c:pt idx="461">
                  <c:v>13.1708</c:v>
                </c:pt>
                <c:pt idx="462">
                  <c:v>13.1483</c:v>
                </c:pt>
                <c:pt idx="463">
                  <c:v>13.4494</c:v>
                </c:pt>
                <c:pt idx="464">
                  <c:v>13.4168</c:v>
                </c:pt>
                <c:pt idx="465">
                  <c:v>13.4241</c:v>
                </c:pt>
                <c:pt idx="466">
                  <c:v>14.3329</c:v>
                </c:pt>
                <c:pt idx="467">
                  <c:v>14.2305</c:v>
                </c:pt>
                <c:pt idx="468">
                  <c:v>13.9274</c:v>
                </c:pt>
                <c:pt idx="469">
                  <c:v>14.1733</c:v>
                </c:pt>
                <c:pt idx="470">
                  <c:v>13.7873</c:v>
                </c:pt>
                <c:pt idx="471">
                  <c:v>14.7488</c:v>
                </c:pt>
                <c:pt idx="472">
                  <c:v>14.6183</c:v>
                </c:pt>
                <c:pt idx="473">
                  <c:v>15.0392</c:v>
                </c:pt>
                <c:pt idx="474">
                  <c:v>14.8284</c:v>
                </c:pt>
                <c:pt idx="475">
                  <c:v>14.8877</c:v>
                </c:pt>
                <c:pt idx="476">
                  <c:v>15.4365</c:v>
                </c:pt>
                <c:pt idx="477">
                  <c:v>15.5229</c:v>
                </c:pt>
                <c:pt idx="478">
                  <c:v>15.3833</c:v>
                </c:pt>
                <c:pt idx="479">
                  <c:v>15.4143</c:v>
                </c:pt>
                <c:pt idx="480">
                  <c:v>15.2323</c:v>
                </c:pt>
                <c:pt idx="481">
                  <c:v>15.3285</c:v>
                </c:pt>
                <c:pt idx="482">
                  <c:v>15.4123</c:v>
                </c:pt>
                <c:pt idx="483">
                  <c:v>15.6169</c:v>
                </c:pt>
                <c:pt idx="484">
                  <c:v>15.1572</c:v>
                </c:pt>
                <c:pt idx="485">
                  <c:v>14.6117</c:v>
                </c:pt>
                <c:pt idx="486">
                  <c:v>14.2811</c:v>
                </c:pt>
                <c:pt idx="487">
                  <c:v>14.3392</c:v>
                </c:pt>
                <c:pt idx="488">
                  <c:v>14.3441</c:v>
                </c:pt>
                <c:pt idx="489">
                  <c:v>14.2575</c:v>
                </c:pt>
                <c:pt idx="490">
                  <c:v>13.2023</c:v>
                </c:pt>
                <c:pt idx="491">
                  <c:v>12.3929</c:v>
                </c:pt>
                <c:pt idx="492">
                  <c:v>12.6049</c:v>
                </c:pt>
                <c:pt idx="493">
                  <c:v>11.2336</c:v>
                </c:pt>
                <c:pt idx="494">
                  <c:v>11.2961</c:v>
                </c:pt>
                <c:pt idx="495">
                  <c:v>11.9721</c:v>
                </c:pt>
                <c:pt idx="496">
                  <c:v>12.0342</c:v>
                </c:pt>
                <c:pt idx="497">
                  <c:v>11.2118</c:v>
                </c:pt>
                <c:pt idx="498">
                  <c:v>10.8616</c:v>
                </c:pt>
                <c:pt idx="499">
                  <c:v>11.1919</c:v>
                </c:pt>
                <c:pt idx="500">
                  <c:v>10.7659</c:v>
                </c:pt>
                <c:pt idx="501">
                  <c:v>10.0532</c:v>
                </c:pt>
                <c:pt idx="502">
                  <c:v>10.0059</c:v>
                </c:pt>
                <c:pt idx="503">
                  <c:v>8.6739</c:v>
                </c:pt>
                <c:pt idx="504">
                  <c:v>9.4285</c:v>
                </c:pt>
                <c:pt idx="505">
                  <c:v>9.6869</c:v>
                </c:pt>
                <c:pt idx="506">
                  <c:v>9.2525</c:v>
                </c:pt>
                <c:pt idx="507">
                  <c:v>9.1616</c:v>
                </c:pt>
                <c:pt idx="508">
                  <c:v>9.3375</c:v>
                </c:pt>
                <c:pt idx="509">
                  <c:v>9.9334</c:v>
                </c:pt>
                <c:pt idx="510">
                  <c:v>9.7445</c:v>
                </c:pt>
                <c:pt idx="511">
                  <c:v>9.894</c:v>
                </c:pt>
                <c:pt idx="512">
                  <c:v>10.0945</c:v>
                </c:pt>
                <c:pt idx="513">
                  <c:v>9.9636</c:v>
                </c:pt>
                <c:pt idx="514">
                  <c:v>10.1508</c:v>
                </c:pt>
                <c:pt idx="515">
                  <c:v>10.1707</c:v>
                </c:pt>
                <c:pt idx="516">
                  <c:v>10.1695</c:v>
                </c:pt>
                <c:pt idx="517">
                  <c:v>9.8676</c:v>
                </c:pt>
                <c:pt idx="518">
                  <c:v>9.7872</c:v>
                </c:pt>
                <c:pt idx="519">
                  <c:v>9.4227</c:v>
                </c:pt>
                <c:pt idx="520">
                  <c:v>9.1676</c:v>
                </c:pt>
                <c:pt idx="521">
                  <c:v>9.2078</c:v>
                </c:pt>
              </c:numCache>
            </c:numRef>
          </c:val>
          <c:smooth val="0"/>
        </c:ser>
        <c:ser>
          <c:idx val="1"/>
          <c:order val="1"/>
          <c:tx>
            <c:strRef>
              <c:f>Sheet1!$C$1</c:f>
              <c:strCache>
                <c:ptCount val="1"/>
                <c:pt idx="0">
                  <c:v>ASEAN</c:v>
                </c:pt>
              </c:strCache>
            </c:strRef>
          </c:tx>
          <c:spPr>
            <a:ln w="15875" cap="rnd">
              <a:solidFill>
                <a:srgbClr val="ED7D31"/>
              </a:solidFill>
              <a:prstDash val="solid"/>
              <a:round/>
            </a:ln>
          </c:spPr>
          <c:marker>
            <c:symbol val="none"/>
          </c:marker>
          <c:dLbls>
            <c:dLbl>
              <c:idx val="521"/>
              <c:layout>
                <c:manualLayout>
                  <c:x val="0.0"/>
                  <c:y val="-0.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r"/>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15.9875</c:v>
                </c:pt>
                <c:pt idx="1">
                  <c:v>16.0789</c:v>
                </c:pt>
                <c:pt idx="2">
                  <c:v>15.9551</c:v>
                </c:pt>
                <c:pt idx="3">
                  <c:v>15.748</c:v>
                </c:pt>
                <c:pt idx="4">
                  <c:v>15.3349</c:v>
                </c:pt>
                <c:pt idx="5">
                  <c:v>15.4061</c:v>
                </c:pt>
                <c:pt idx="6">
                  <c:v>15.4642</c:v>
                </c:pt>
                <c:pt idx="7">
                  <c:v>15.8827</c:v>
                </c:pt>
                <c:pt idx="8">
                  <c:v>16.0343</c:v>
                </c:pt>
                <c:pt idx="9">
                  <c:v>15.7352</c:v>
                </c:pt>
                <c:pt idx="10">
                  <c:v>15.463</c:v>
                </c:pt>
                <c:pt idx="11">
                  <c:v>15.9416</c:v>
                </c:pt>
                <c:pt idx="12">
                  <c:v>16.4301</c:v>
                </c:pt>
                <c:pt idx="13">
                  <c:v>16.5539</c:v>
                </c:pt>
                <c:pt idx="14">
                  <c:v>16.4346</c:v>
                </c:pt>
                <c:pt idx="15">
                  <c:v>16.7502</c:v>
                </c:pt>
                <c:pt idx="16">
                  <c:v>16.756</c:v>
                </c:pt>
                <c:pt idx="17">
                  <c:v>16.8399</c:v>
                </c:pt>
                <c:pt idx="18">
                  <c:v>17.2205</c:v>
                </c:pt>
                <c:pt idx="19">
                  <c:v>17.3526</c:v>
                </c:pt>
                <c:pt idx="20">
                  <c:v>16.9408</c:v>
                </c:pt>
                <c:pt idx="21">
                  <c:v>15.3404</c:v>
                </c:pt>
                <c:pt idx="22">
                  <c:v>15.6655</c:v>
                </c:pt>
                <c:pt idx="23">
                  <c:v>15.6104</c:v>
                </c:pt>
                <c:pt idx="24">
                  <c:v>15.6129</c:v>
                </c:pt>
                <c:pt idx="25">
                  <c:v>15.7339</c:v>
                </c:pt>
                <c:pt idx="26">
                  <c:v>15.7457</c:v>
                </c:pt>
                <c:pt idx="27">
                  <c:v>15.7336</c:v>
                </c:pt>
                <c:pt idx="28">
                  <c:v>15.8145</c:v>
                </c:pt>
                <c:pt idx="29">
                  <c:v>15.9179</c:v>
                </c:pt>
                <c:pt idx="30">
                  <c:v>16.004</c:v>
                </c:pt>
                <c:pt idx="31">
                  <c:v>16.0109</c:v>
                </c:pt>
                <c:pt idx="32">
                  <c:v>16.1346</c:v>
                </c:pt>
                <c:pt idx="33">
                  <c:v>16.0926</c:v>
                </c:pt>
                <c:pt idx="34">
                  <c:v>16.0555</c:v>
                </c:pt>
                <c:pt idx="35">
                  <c:v>16.0183</c:v>
                </c:pt>
                <c:pt idx="36">
                  <c:v>16.0544</c:v>
                </c:pt>
                <c:pt idx="37">
                  <c:v>16.0443</c:v>
                </c:pt>
                <c:pt idx="38">
                  <c:v>16.0385</c:v>
                </c:pt>
                <c:pt idx="39">
                  <c:v>16.2071</c:v>
                </c:pt>
                <c:pt idx="40">
                  <c:v>16.2586</c:v>
                </c:pt>
                <c:pt idx="41">
                  <c:v>16.3305</c:v>
                </c:pt>
                <c:pt idx="42">
                  <c:v>16.2415</c:v>
                </c:pt>
                <c:pt idx="43">
                  <c:v>16.0738</c:v>
                </c:pt>
                <c:pt idx="44">
                  <c:v>16.2021</c:v>
                </c:pt>
                <c:pt idx="45">
                  <c:v>16.3185</c:v>
                </c:pt>
                <c:pt idx="46">
                  <c:v>16.4119</c:v>
                </c:pt>
                <c:pt idx="47">
                  <c:v>16.5089</c:v>
                </c:pt>
                <c:pt idx="48">
                  <c:v>16.4864</c:v>
                </c:pt>
                <c:pt idx="49">
                  <c:v>16.499</c:v>
                </c:pt>
                <c:pt idx="50">
                  <c:v>16.4716</c:v>
                </c:pt>
                <c:pt idx="51">
                  <c:v>16.6203</c:v>
                </c:pt>
                <c:pt idx="52">
                  <c:v>16.8001</c:v>
                </c:pt>
                <c:pt idx="53">
                  <c:v>16.6864</c:v>
                </c:pt>
                <c:pt idx="54">
                  <c:v>16.743</c:v>
                </c:pt>
                <c:pt idx="55">
                  <c:v>16.9021</c:v>
                </c:pt>
                <c:pt idx="56">
                  <c:v>16.9522</c:v>
                </c:pt>
                <c:pt idx="57">
                  <c:v>16.9312</c:v>
                </c:pt>
                <c:pt idx="58">
                  <c:v>17.0902</c:v>
                </c:pt>
                <c:pt idx="59">
                  <c:v>16.8455</c:v>
                </c:pt>
                <c:pt idx="60">
                  <c:v>16.9842</c:v>
                </c:pt>
                <c:pt idx="61">
                  <c:v>17.1444</c:v>
                </c:pt>
                <c:pt idx="62">
                  <c:v>17.22</c:v>
                </c:pt>
                <c:pt idx="63">
                  <c:v>17.5689</c:v>
                </c:pt>
                <c:pt idx="64">
                  <c:v>18.041</c:v>
                </c:pt>
                <c:pt idx="65">
                  <c:v>18.1865</c:v>
                </c:pt>
                <c:pt idx="66">
                  <c:v>18.4231</c:v>
                </c:pt>
                <c:pt idx="67">
                  <c:v>18.8957</c:v>
                </c:pt>
                <c:pt idx="68">
                  <c:v>18.6113</c:v>
                </c:pt>
                <c:pt idx="69">
                  <c:v>17.8425</c:v>
                </c:pt>
                <c:pt idx="70">
                  <c:v>18.3607</c:v>
                </c:pt>
                <c:pt idx="71">
                  <c:v>18.3325</c:v>
                </c:pt>
                <c:pt idx="72">
                  <c:v>15.9495</c:v>
                </c:pt>
                <c:pt idx="73">
                  <c:v>15.7604</c:v>
                </c:pt>
                <c:pt idx="74">
                  <c:v>15.7756</c:v>
                </c:pt>
                <c:pt idx="75">
                  <c:v>15.594</c:v>
                </c:pt>
                <c:pt idx="76">
                  <c:v>15.5873</c:v>
                </c:pt>
                <c:pt idx="77">
                  <c:v>15.4565</c:v>
                </c:pt>
                <c:pt idx="78">
                  <c:v>15.7409</c:v>
                </c:pt>
                <c:pt idx="79">
                  <c:v>15.9229</c:v>
                </c:pt>
                <c:pt idx="80">
                  <c:v>15.6743</c:v>
                </c:pt>
                <c:pt idx="81">
                  <c:v>15.4147</c:v>
                </c:pt>
                <c:pt idx="82">
                  <c:v>15.6172</c:v>
                </c:pt>
                <c:pt idx="83">
                  <c:v>15.3805</c:v>
                </c:pt>
                <c:pt idx="84">
                  <c:v>15.3925</c:v>
                </c:pt>
                <c:pt idx="85">
                  <c:v>15.1118</c:v>
                </c:pt>
                <c:pt idx="86">
                  <c:v>15.1388</c:v>
                </c:pt>
                <c:pt idx="87">
                  <c:v>14.8465</c:v>
                </c:pt>
                <c:pt idx="88">
                  <c:v>14.4117</c:v>
                </c:pt>
                <c:pt idx="89">
                  <c:v>14.3291</c:v>
                </c:pt>
                <c:pt idx="90">
                  <c:v>14.1945</c:v>
                </c:pt>
                <c:pt idx="91">
                  <c:v>14.6207</c:v>
                </c:pt>
                <c:pt idx="92">
                  <c:v>14.8214</c:v>
                </c:pt>
                <c:pt idx="93">
                  <c:v>15.1149</c:v>
                </c:pt>
                <c:pt idx="94">
                  <c:v>15.0744</c:v>
                </c:pt>
                <c:pt idx="95">
                  <c:v>15.2189</c:v>
                </c:pt>
                <c:pt idx="96">
                  <c:v>14.8822</c:v>
                </c:pt>
                <c:pt idx="97">
                  <c:v>15.1074</c:v>
                </c:pt>
                <c:pt idx="98">
                  <c:v>15.2064</c:v>
                </c:pt>
                <c:pt idx="99">
                  <c:v>14.9097</c:v>
                </c:pt>
                <c:pt idx="100">
                  <c:v>15.0721</c:v>
                </c:pt>
                <c:pt idx="101">
                  <c:v>15.2622</c:v>
                </c:pt>
                <c:pt idx="102">
                  <c:v>15.2646</c:v>
                </c:pt>
                <c:pt idx="103">
                  <c:v>14.8089</c:v>
                </c:pt>
                <c:pt idx="104">
                  <c:v>14.5602</c:v>
                </c:pt>
                <c:pt idx="105">
                  <c:v>14.5761</c:v>
                </c:pt>
                <c:pt idx="106">
                  <c:v>14.2131</c:v>
                </c:pt>
                <c:pt idx="107">
                  <c:v>14.8362</c:v>
                </c:pt>
                <c:pt idx="108">
                  <c:v>14.6277</c:v>
                </c:pt>
                <c:pt idx="109">
                  <c:v>14.7488</c:v>
                </c:pt>
                <c:pt idx="110">
                  <c:v>14.698</c:v>
                </c:pt>
                <c:pt idx="111">
                  <c:v>14.8864</c:v>
                </c:pt>
                <c:pt idx="112">
                  <c:v>14.9582</c:v>
                </c:pt>
                <c:pt idx="113">
                  <c:v>14.78</c:v>
                </c:pt>
                <c:pt idx="114">
                  <c:v>14.7645</c:v>
                </c:pt>
                <c:pt idx="115">
                  <c:v>14.8147</c:v>
                </c:pt>
                <c:pt idx="116">
                  <c:v>14.9621</c:v>
                </c:pt>
                <c:pt idx="117">
                  <c:v>15.5018</c:v>
                </c:pt>
                <c:pt idx="118">
                  <c:v>15.6592</c:v>
                </c:pt>
                <c:pt idx="119">
                  <c:v>15.7859</c:v>
                </c:pt>
                <c:pt idx="120">
                  <c:v>15.9794</c:v>
                </c:pt>
                <c:pt idx="121">
                  <c:v>15.9103</c:v>
                </c:pt>
                <c:pt idx="122">
                  <c:v>15.7674</c:v>
                </c:pt>
                <c:pt idx="123">
                  <c:v>16.3912</c:v>
                </c:pt>
                <c:pt idx="124">
                  <c:v>14.4652</c:v>
                </c:pt>
                <c:pt idx="125">
                  <c:v>14.3933</c:v>
                </c:pt>
                <c:pt idx="126">
                  <c:v>14.5289</c:v>
                </c:pt>
                <c:pt idx="127">
                  <c:v>14.692</c:v>
                </c:pt>
                <c:pt idx="128">
                  <c:v>14.5659</c:v>
                </c:pt>
                <c:pt idx="129">
                  <c:v>14.7939</c:v>
                </c:pt>
                <c:pt idx="130">
                  <c:v>14.769</c:v>
                </c:pt>
                <c:pt idx="131">
                  <c:v>14.8398</c:v>
                </c:pt>
                <c:pt idx="132">
                  <c:v>14.8497</c:v>
                </c:pt>
                <c:pt idx="133">
                  <c:v>14.8478</c:v>
                </c:pt>
                <c:pt idx="134">
                  <c:v>14.4789</c:v>
                </c:pt>
                <c:pt idx="135">
                  <c:v>14.1264</c:v>
                </c:pt>
                <c:pt idx="136">
                  <c:v>14.343</c:v>
                </c:pt>
                <c:pt idx="137">
                  <c:v>14.7262</c:v>
                </c:pt>
                <c:pt idx="138">
                  <c:v>14.9185</c:v>
                </c:pt>
                <c:pt idx="139">
                  <c:v>15.0126</c:v>
                </c:pt>
                <c:pt idx="140">
                  <c:v>15.5196</c:v>
                </c:pt>
                <c:pt idx="141">
                  <c:v>15.4995</c:v>
                </c:pt>
                <c:pt idx="142">
                  <c:v>15.5505</c:v>
                </c:pt>
                <c:pt idx="143">
                  <c:v>15.5821</c:v>
                </c:pt>
                <c:pt idx="144">
                  <c:v>15.7128</c:v>
                </c:pt>
                <c:pt idx="145">
                  <c:v>15.5066</c:v>
                </c:pt>
                <c:pt idx="146">
                  <c:v>15.3133</c:v>
                </c:pt>
                <c:pt idx="147">
                  <c:v>15.0916</c:v>
                </c:pt>
                <c:pt idx="148">
                  <c:v>14.9361</c:v>
                </c:pt>
                <c:pt idx="149">
                  <c:v>15.0693</c:v>
                </c:pt>
                <c:pt idx="150">
                  <c:v>15.2377</c:v>
                </c:pt>
                <c:pt idx="151">
                  <c:v>15.3123</c:v>
                </c:pt>
                <c:pt idx="152">
                  <c:v>15.573</c:v>
                </c:pt>
                <c:pt idx="153">
                  <c:v>15.3182</c:v>
                </c:pt>
                <c:pt idx="154">
                  <c:v>15.2379</c:v>
                </c:pt>
                <c:pt idx="155">
                  <c:v>15.0069</c:v>
                </c:pt>
                <c:pt idx="156">
                  <c:v>15.1752</c:v>
                </c:pt>
                <c:pt idx="157">
                  <c:v>15.3451</c:v>
                </c:pt>
                <c:pt idx="158">
                  <c:v>15.4081</c:v>
                </c:pt>
                <c:pt idx="159">
                  <c:v>15.5263</c:v>
                </c:pt>
                <c:pt idx="160">
                  <c:v>15.7501</c:v>
                </c:pt>
                <c:pt idx="161">
                  <c:v>15.6566</c:v>
                </c:pt>
                <c:pt idx="162">
                  <c:v>15.6182</c:v>
                </c:pt>
                <c:pt idx="163">
                  <c:v>15.7629</c:v>
                </c:pt>
                <c:pt idx="164">
                  <c:v>15.8535</c:v>
                </c:pt>
                <c:pt idx="165">
                  <c:v>16.0278</c:v>
                </c:pt>
                <c:pt idx="166">
                  <c:v>16.1444</c:v>
                </c:pt>
                <c:pt idx="167">
                  <c:v>16.1964</c:v>
                </c:pt>
                <c:pt idx="168">
                  <c:v>16.1656</c:v>
                </c:pt>
                <c:pt idx="169">
                  <c:v>16.1263</c:v>
                </c:pt>
                <c:pt idx="170">
                  <c:v>16.2403</c:v>
                </c:pt>
                <c:pt idx="171">
                  <c:v>16.1212</c:v>
                </c:pt>
                <c:pt idx="172">
                  <c:v>15.3162</c:v>
                </c:pt>
                <c:pt idx="173">
                  <c:v>15.4146</c:v>
                </c:pt>
                <c:pt idx="174">
                  <c:v>15.3186</c:v>
                </c:pt>
                <c:pt idx="175">
                  <c:v>15.2263</c:v>
                </c:pt>
                <c:pt idx="176">
                  <c:v>13.7559</c:v>
                </c:pt>
                <c:pt idx="177">
                  <c:v>13.9815</c:v>
                </c:pt>
                <c:pt idx="178">
                  <c:v>12.3571</c:v>
                </c:pt>
                <c:pt idx="179">
                  <c:v>11.6834</c:v>
                </c:pt>
                <c:pt idx="180">
                  <c:v>12.7275</c:v>
                </c:pt>
                <c:pt idx="181">
                  <c:v>12.7957</c:v>
                </c:pt>
                <c:pt idx="182">
                  <c:v>13.6745</c:v>
                </c:pt>
                <c:pt idx="183">
                  <c:v>14.0873</c:v>
                </c:pt>
                <c:pt idx="184">
                  <c:v>13.9694</c:v>
                </c:pt>
                <c:pt idx="185">
                  <c:v>14.9</c:v>
                </c:pt>
                <c:pt idx="186">
                  <c:v>14.9961</c:v>
                </c:pt>
                <c:pt idx="187">
                  <c:v>15.2147</c:v>
                </c:pt>
                <c:pt idx="188">
                  <c:v>16.617</c:v>
                </c:pt>
                <c:pt idx="189">
                  <c:v>17.7677</c:v>
                </c:pt>
                <c:pt idx="190">
                  <c:v>19.5677</c:v>
                </c:pt>
                <c:pt idx="191">
                  <c:v>19.1422</c:v>
                </c:pt>
                <c:pt idx="192">
                  <c:v>19.0814</c:v>
                </c:pt>
                <c:pt idx="193">
                  <c:v>19.0092</c:v>
                </c:pt>
                <c:pt idx="194">
                  <c:v>19.5334</c:v>
                </c:pt>
                <c:pt idx="195">
                  <c:v>19.5298</c:v>
                </c:pt>
                <c:pt idx="196">
                  <c:v>19.6934</c:v>
                </c:pt>
                <c:pt idx="197">
                  <c:v>19.7169</c:v>
                </c:pt>
                <c:pt idx="198">
                  <c:v>20.4261</c:v>
                </c:pt>
                <c:pt idx="199">
                  <c:v>20.8633</c:v>
                </c:pt>
                <c:pt idx="200">
                  <c:v>21.4661</c:v>
                </c:pt>
                <c:pt idx="201">
                  <c:v>21.3554</c:v>
                </c:pt>
                <c:pt idx="202">
                  <c:v>21.588</c:v>
                </c:pt>
                <c:pt idx="203">
                  <c:v>21.4507</c:v>
                </c:pt>
                <c:pt idx="204">
                  <c:v>21.145</c:v>
                </c:pt>
                <c:pt idx="205">
                  <c:v>21.1901</c:v>
                </c:pt>
                <c:pt idx="206">
                  <c:v>20.3592</c:v>
                </c:pt>
                <c:pt idx="207">
                  <c:v>20.6511</c:v>
                </c:pt>
                <c:pt idx="208">
                  <c:v>21.1347</c:v>
                </c:pt>
                <c:pt idx="209">
                  <c:v>20.9472</c:v>
                </c:pt>
                <c:pt idx="210">
                  <c:v>20.9938</c:v>
                </c:pt>
                <c:pt idx="211">
                  <c:v>20.4212</c:v>
                </c:pt>
                <c:pt idx="212">
                  <c:v>21.3514</c:v>
                </c:pt>
                <c:pt idx="213">
                  <c:v>22.7578</c:v>
                </c:pt>
                <c:pt idx="214">
                  <c:v>23.203</c:v>
                </c:pt>
                <c:pt idx="215">
                  <c:v>23.5059</c:v>
                </c:pt>
                <c:pt idx="216">
                  <c:v>22.7902</c:v>
                </c:pt>
                <c:pt idx="217">
                  <c:v>23.1797</c:v>
                </c:pt>
                <c:pt idx="218">
                  <c:v>23.3116</c:v>
                </c:pt>
                <c:pt idx="219">
                  <c:v>23.0313</c:v>
                </c:pt>
                <c:pt idx="220">
                  <c:v>23.0345</c:v>
                </c:pt>
                <c:pt idx="221">
                  <c:v>23.8917</c:v>
                </c:pt>
                <c:pt idx="222">
                  <c:v>24.2532</c:v>
                </c:pt>
                <c:pt idx="223">
                  <c:v>23.8177</c:v>
                </c:pt>
                <c:pt idx="224">
                  <c:v>23.2928</c:v>
                </c:pt>
                <c:pt idx="225">
                  <c:v>23.296</c:v>
                </c:pt>
                <c:pt idx="226">
                  <c:v>23.5773</c:v>
                </c:pt>
                <c:pt idx="227">
                  <c:v>23.5627</c:v>
                </c:pt>
                <c:pt idx="228">
                  <c:v>16.057</c:v>
                </c:pt>
                <c:pt idx="229">
                  <c:v>16.5423</c:v>
                </c:pt>
                <c:pt idx="230">
                  <c:v>16.6798</c:v>
                </c:pt>
                <c:pt idx="231">
                  <c:v>16.6795</c:v>
                </c:pt>
                <c:pt idx="232">
                  <c:v>16.6625</c:v>
                </c:pt>
                <c:pt idx="233">
                  <c:v>16.4935</c:v>
                </c:pt>
                <c:pt idx="234">
                  <c:v>16.4534</c:v>
                </c:pt>
                <c:pt idx="235">
                  <c:v>16.5018</c:v>
                </c:pt>
                <c:pt idx="236">
                  <c:v>16.2678</c:v>
                </c:pt>
                <c:pt idx="237">
                  <c:v>16.2435</c:v>
                </c:pt>
                <c:pt idx="238">
                  <c:v>16.0001</c:v>
                </c:pt>
                <c:pt idx="239">
                  <c:v>15.5867</c:v>
                </c:pt>
                <c:pt idx="240">
                  <c:v>15.3826</c:v>
                </c:pt>
                <c:pt idx="241">
                  <c:v>16.2858</c:v>
                </c:pt>
                <c:pt idx="242">
                  <c:v>16.3369</c:v>
                </c:pt>
                <c:pt idx="243">
                  <c:v>16.6102</c:v>
                </c:pt>
                <c:pt idx="244">
                  <c:v>16.2149</c:v>
                </c:pt>
                <c:pt idx="245">
                  <c:v>16.1717</c:v>
                </c:pt>
                <c:pt idx="246">
                  <c:v>16.2024</c:v>
                </c:pt>
                <c:pt idx="247">
                  <c:v>16.0309</c:v>
                </c:pt>
                <c:pt idx="248">
                  <c:v>16.1552</c:v>
                </c:pt>
                <c:pt idx="249">
                  <c:v>16.0404</c:v>
                </c:pt>
                <c:pt idx="250">
                  <c:v>15.8387</c:v>
                </c:pt>
                <c:pt idx="251">
                  <c:v>15.8649</c:v>
                </c:pt>
                <c:pt idx="252">
                  <c:v>15.9907</c:v>
                </c:pt>
                <c:pt idx="253">
                  <c:v>15.9977</c:v>
                </c:pt>
                <c:pt idx="254">
                  <c:v>16.3438</c:v>
                </c:pt>
                <c:pt idx="255">
                  <c:v>17.2528</c:v>
                </c:pt>
                <c:pt idx="256">
                  <c:v>17.1354</c:v>
                </c:pt>
                <c:pt idx="257">
                  <c:v>17.0628</c:v>
                </c:pt>
                <c:pt idx="258">
                  <c:v>17.0599</c:v>
                </c:pt>
                <c:pt idx="259">
                  <c:v>17.0319</c:v>
                </c:pt>
                <c:pt idx="260">
                  <c:v>17.5036</c:v>
                </c:pt>
                <c:pt idx="261">
                  <c:v>17.9989</c:v>
                </c:pt>
                <c:pt idx="262">
                  <c:v>18.0149</c:v>
                </c:pt>
                <c:pt idx="263">
                  <c:v>17.7473</c:v>
                </c:pt>
                <c:pt idx="264">
                  <c:v>17.7217</c:v>
                </c:pt>
                <c:pt idx="265">
                  <c:v>17.7138</c:v>
                </c:pt>
                <c:pt idx="266">
                  <c:v>17.6365</c:v>
                </c:pt>
                <c:pt idx="267">
                  <c:v>17.2234</c:v>
                </c:pt>
                <c:pt idx="268">
                  <c:v>17.9013</c:v>
                </c:pt>
                <c:pt idx="269">
                  <c:v>18.0545</c:v>
                </c:pt>
                <c:pt idx="270">
                  <c:v>17.9843</c:v>
                </c:pt>
                <c:pt idx="271">
                  <c:v>18.0278</c:v>
                </c:pt>
                <c:pt idx="272">
                  <c:v>18.2078</c:v>
                </c:pt>
                <c:pt idx="273">
                  <c:v>18.0017</c:v>
                </c:pt>
                <c:pt idx="274">
                  <c:v>18.3705</c:v>
                </c:pt>
                <c:pt idx="275">
                  <c:v>18.2644</c:v>
                </c:pt>
                <c:pt idx="276">
                  <c:v>18.1668</c:v>
                </c:pt>
                <c:pt idx="277">
                  <c:v>18.5291</c:v>
                </c:pt>
                <c:pt idx="278">
                  <c:v>18.8806</c:v>
                </c:pt>
                <c:pt idx="279">
                  <c:v>18.9485</c:v>
                </c:pt>
                <c:pt idx="280">
                  <c:v>16.2901</c:v>
                </c:pt>
                <c:pt idx="281">
                  <c:v>17.29</c:v>
                </c:pt>
                <c:pt idx="282">
                  <c:v>17.1743</c:v>
                </c:pt>
                <c:pt idx="283">
                  <c:v>17.7187</c:v>
                </c:pt>
                <c:pt idx="284">
                  <c:v>17.7874</c:v>
                </c:pt>
                <c:pt idx="285">
                  <c:v>17.91</c:v>
                </c:pt>
                <c:pt idx="286">
                  <c:v>17.6871</c:v>
                </c:pt>
                <c:pt idx="287">
                  <c:v>17.4517</c:v>
                </c:pt>
                <c:pt idx="288">
                  <c:v>17.3837</c:v>
                </c:pt>
                <c:pt idx="289">
                  <c:v>17.3961</c:v>
                </c:pt>
                <c:pt idx="290">
                  <c:v>17.0496</c:v>
                </c:pt>
                <c:pt idx="291">
                  <c:v>16.3357</c:v>
                </c:pt>
                <c:pt idx="292">
                  <c:v>16.6346</c:v>
                </c:pt>
                <c:pt idx="293">
                  <c:v>16.6133</c:v>
                </c:pt>
                <c:pt idx="294">
                  <c:v>16.797</c:v>
                </c:pt>
                <c:pt idx="295">
                  <c:v>16.4169</c:v>
                </c:pt>
                <c:pt idx="296">
                  <c:v>15.8562</c:v>
                </c:pt>
                <c:pt idx="297">
                  <c:v>16.0363</c:v>
                </c:pt>
                <c:pt idx="298">
                  <c:v>15.8047</c:v>
                </c:pt>
                <c:pt idx="299">
                  <c:v>15.975</c:v>
                </c:pt>
                <c:pt idx="300">
                  <c:v>15.6156</c:v>
                </c:pt>
                <c:pt idx="301">
                  <c:v>16.0755</c:v>
                </c:pt>
                <c:pt idx="302">
                  <c:v>16.16</c:v>
                </c:pt>
                <c:pt idx="303">
                  <c:v>16.5096</c:v>
                </c:pt>
                <c:pt idx="304">
                  <c:v>16.5657</c:v>
                </c:pt>
                <c:pt idx="305">
                  <c:v>16.2266</c:v>
                </c:pt>
                <c:pt idx="306">
                  <c:v>16.2176</c:v>
                </c:pt>
                <c:pt idx="307">
                  <c:v>15.9866</c:v>
                </c:pt>
                <c:pt idx="308">
                  <c:v>16.2833</c:v>
                </c:pt>
                <c:pt idx="309">
                  <c:v>16.0086</c:v>
                </c:pt>
                <c:pt idx="310">
                  <c:v>15.7655</c:v>
                </c:pt>
                <c:pt idx="311">
                  <c:v>15.5118</c:v>
                </c:pt>
                <c:pt idx="312">
                  <c:v>15.5388</c:v>
                </c:pt>
                <c:pt idx="313">
                  <c:v>15.1341</c:v>
                </c:pt>
                <c:pt idx="314">
                  <c:v>15.3133</c:v>
                </c:pt>
                <c:pt idx="315">
                  <c:v>15.7129</c:v>
                </c:pt>
                <c:pt idx="316">
                  <c:v>15.6385</c:v>
                </c:pt>
                <c:pt idx="317">
                  <c:v>16.2093</c:v>
                </c:pt>
                <c:pt idx="318">
                  <c:v>16.1263</c:v>
                </c:pt>
                <c:pt idx="319">
                  <c:v>16.1458</c:v>
                </c:pt>
                <c:pt idx="320">
                  <c:v>16.2236</c:v>
                </c:pt>
                <c:pt idx="321">
                  <c:v>15.8817</c:v>
                </c:pt>
                <c:pt idx="322">
                  <c:v>15.802</c:v>
                </c:pt>
                <c:pt idx="323">
                  <c:v>15.807</c:v>
                </c:pt>
                <c:pt idx="324">
                  <c:v>16.0263</c:v>
                </c:pt>
                <c:pt idx="325">
                  <c:v>16.05</c:v>
                </c:pt>
                <c:pt idx="326">
                  <c:v>16.4396</c:v>
                </c:pt>
                <c:pt idx="327">
                  <c:v>16.684</c:v>
                </c:pt>
                <c:pt idx="328">
                  <c:v>17.0377</c:v>
                </c:pt>
                <c:pt idx="329">
                  <c:v>17.0799</c:v>
                </c:pt>
                <c:pt idx="330">
                  <c:v>16.7445</c:v>
                </c:pt>
                <c:pt idx="331">
                  <c:v>16.5084</c:v>
                </c:pt>
                <c:pt idx="332">
                  <c:v>16.6468</c:v>
                </c:pt>
                <c:pt idx="333">
                  <c:v>13.6802</c:v>
                </c:pt>
                <c:pt idx="334">
                  <c:v>13.2909</c:v>
                </c:pt>
                <c:pt idx="335">
                  <c:v>13.3182</c:v>
                </c:pt>
                <c:pt idx="336">
                  <c:v>13.5221</c:v>
                </c:pt>
                <c:pt idx="337">
                  <c:v>13.599</c:v>
                </c:pt>
                <c:pt idx="338">
                  <c:v>13.6573</c:v>
                </c:pt>
                <c:pt idx="339">
                  <c:v>13.6795</c:v>
                </c:pt>
                <c:pt idx="340">
                  <c:v>13.5822</c:v>
                </c:pt>
                <c:pt idx="341">
                  <c:v>13.5356</c:v>
                </c:pt>
                <c:pt idx="342">
                  <c:v>13.6357</c:v>
                </c:pt>
                <c:pt idx="343">
                  <c:v>13.5611</c:v>
                </c:pt>
                <c:pt idx="344">
                  <c:v>13.3005</c:v>
                </c:pt>
                <c:pt idx="345">
                  <c:v>13.2872</c:v>
                </c:pt>
                <c:pt idx="346">
                  <c:v>13.7036</c:v>
                </c:pt>
                <c:pt idx="347">
                  <c:v>13.8426</c:v>
                </c:pt>
                <c:pt idx="348">
                  <c:v>13.9755</c:v>
                </c:pt>
                <c:pt idx="349">
                  <c:v>13.6008</c:v>
                </c:pt>
                <c:pt idx="350">
                  <c:v>13.7063</c:v>
                </c:pt>
                <c:pt idx="351">
                  <c:v>13.592</c:v>
                </c:pt>
                <c:pt idx="352">
                  <c:v>14.158</c:v>
                </c:pt>
                <c:pt idx="353">
                  <c:v>14.1477</c:v>
                </c:pt>
                <c:pt idx="354">
                  <c:v>14.4561</c:v>
                </c:pt>
                <c:pt idx="355">
                  <c:v>13.9944</c:v>
                </c:pt>
                <c:pt idx="356">
                  <c:v>13.9892</c:v>
                </c:pt>
                <c:pt idx="357">
                  <c:v>13.6595</c:v>
                </c:pt>
                <c:pt idx="358">
                  <c:v>13.7786</c:v>
                </c:pt>
                <c:pt idx="359">
                  <c:v>13.85</c:v>
                </c:pt>
                <c:pt idx="360">
                  <c:v>13.6473</c:v>
                </c:pt>
                <c:pt idx="361">
                  <c:v>13.755</c:v>
                </c:pt>
                <c:pt idx="362">
                  <c:v>13.6149</c:v>
                </c:pt>
                <c:pt idx="363">
                  <c:v>13.5585</c:v>
                </c:pt>
                <c:pt idx="364">
                  <c:v>13.3447</c:v>
                </c:pt>
                <c:pt idx="365">
                  <c:v>13.5095</c:v>
                </c:pt>
                <c:pt idx="366">
                  <c:v>13.2156</c:v>
                </c:pt>
                <c:pt idx="367">
                  <c:v>13.0445</c:v>
                </c:pt>
                <c:pt idx="368">
                  <c:v>13.4271</c:v>
                </c:pt>
                <c:pt idx="369">
                  <c:v>13.2394</c:v>
                </c:pt>
                <c:pt idx="370">
                  <c:v>13.5023</c:v>
                </c:pt>
                <c:pt idx="371">
                  <c:v>13.3214</c:v>
                </c:pt>
                <c:pt idx="372">
                  <c:v>13.4125</c:v>
                </c:pt>
                <c:pt idx="373">
                  <c:v>13.4353</c:v>
                </c:pt>
                <c:pt idx="374">
                  <c:v>13.612</c:v>
                </c:pt>
                <c:pt idx="375">
                  <c:v>13.6488</c:v>
                </c:pt>
                <c:pt idx="376">
                  <c:v>13.9266</c:v>
                </c:pt>
                <c:pt idx="377">
                  <c:v>13.6635</c:v>
                </c:pt>
                <c:pt idx="378">
                  <c:v>13.6486</c:v>
                </c:pt>
                <c:pt idx="379">
                  <c:v>13.3653</c:v>
                </c:pt>
                <c:pt idx="380">
                  <c:v>13.3434</c:v>
                </c:pt>
                <c:pt idx="381">
                  <c:v>13.7769</c:v>
                </c:pt>
                <c:pt idx="382">
                  <c:v>13.6357</c:v>
                </c:pt>
                <c:pt idx="383">
                  <c:v>13.9348</c:v>
                </c:pt>
                <c:pt idx="384">
                  <c:v>14.1886</c:v>
                </c:pt>
                <c:pt idx="385">
                  <c:v>13.1466</c:v>
                </c:pt>
                <c:pt idx="386">
                  <c:v>13.3586</c:v>
                </c:pt>
                <c:pt idx="387">
                  <c:v>13.3648</c:v>
                </c:pt>
                <c:pt idx="388">
                  <c:v>13.3538</c:v>
                </c:pt>
                <c:pt idx="389">
                  <c:v>13.3296</c:v>
                </c:pt>
                <c:pt idx="390">
                  <c:v>13.3162</c:v>
                </c:pt>
                <c:pt idx="391">
                  <c:v>13.2569</c:v>
                </c:pt>
                <c:pt idx="392">
                  <c:v>12.9958</c:v>
                </c:pt>
                <c:pt idx="393">
                  <c:v>13.2942</c:v>
                </c:pt>
                <c:pt idx="394">
                  <c:v>13.4452</c:v>
                </c:pt>
                <c:pt idx="395">
                  <c:v>13.321</c:v>
                </c:pt>
                <c:pt idx="396">
                  <c:v>13.634</c:v>
                </c:pt>
                <c:pt idx="397">
                  <c:v>13.5309</c:v>
                </c:pt>
                <c:pt idx="398">
                  <c:v>13.3036</c:v>
                </c:pt>
                <c:pt idx="399">
                  <c:v>13.5404</c:v>
                </c:pt>
                <c:pt idx="400">
                  <c:v>13.2597</c:v>
                </c:pt>
                <c:pt idx="401">
                  <c:v>13.2934</c:v>
                </c:pt>
                <c:pt idx="402">
                  <c:v>13.4771</c:v>
                </c:pt>
                <c:pt idx="403">
                  <c:v>13.7702</c:v>
                </c:pt>
                <c:pt idx="404">
                  <c:v>14.0204</c:v>
                </c:pt>
                <c:pt idx="405">
                  <c:v>13.8602</c:v>
                </c:pt>
                <c:pt idx="406">
                  <c:v>13.769</c:v>
                </c:pt>
                <c:pt idx="407">
                  <c:v>13.7109</c:v>
                </c:pt>
                <c:pt idx="408">
                  <c:v>13.4887</c:v>
                </c:pt>
                <c:pt idx="409">
                  <c:v>13.7931</c:v>
                </c:pt>
                <c:pt idx="410">
                  <c:v>14.0523</c:v>
                </c:pt>
                <c:pt idx="411">
                  <c:v>14.1731</c:v>
                </c:pt>
                <c:pt idx="412">
                  <c:v>14.2925</c:v>
                </c:pt>
                <c:pt idx="413">
                  <c:v>14.5233</c:v>
                </c:pt>
                <c:pt idx="414">
                  <c:v>14.798</c:v>
                </c:pt>
                <c:pt idx="415">
                  <c:v>14.8317</c:v>
                </c:pt>
                <c:pt idx="416">
                  <c:v>14.4847</c:v>
                </c:pt>
                <c:pt idx="417">
                  <c:v>14.617</c:v>
                </c:pt>
                <c:pt idx="418">
                  <c:v>14.9591</c:v>
                </c:pt>
                <c:pt idx="419">
                  <c:v>14.7004</c:v>
                </c:pt>
                <c:pt idx="420">
                  <c:v>14.5069</c:v>
                </c:pt>
                <c:pt idx="421">
                  <c:v>14.6792</c:v>
                </c:pt>
                <c:pt idx="422">
                  <c:v>14.5318</c:v>
                </c:pt>
                <c:pt idx="423">
                  <c:v>14.6583</c:v>
                </c:pt>
                <c:pt idx="424">
                  <c:v>14.5116</c:v>
                </c:pt>
                <c:pt idx="425">
                  <c:v>14.7863</c:v>
                </c:pt>
                <c:pt idx="426">
                  <c:v>14.6566</c:v>
                </c:pt>
                <c:pt idx="427">
                  <c:v>14.114</c:v>
                </c:pt>
                <c:pt idx="428">
                  <c:v>14.396</c:v>
                </c:pt>
                <c:pt idx="429">
                  <c:v>14.4226</c:v>
                </c:pt>
                <c:pt idx="430">
                  <c:v>14.3196</c:v>
                </c:pt>
                <c:pt idx="431">
                  <c:v>14.3488</c:v>
                </c:pt>
                <c:pt idx="432">
                  <c:v>14.6095</c:v>
                </c:pt>
                <c:pt idx="433">
                  <c:v>14.3809</c:v>
                </c:pt>
                <c:pt idx="434">
                  <c:v>14.4342</c:v>
                </c:pt>
                <c:pt idx="435">
                  <c:v>14.6084</c:v>
                </c:pt>
                <c:pt idx="436">
                  <c:v>14.7843</c:v>
                </c:pt>
                <c:pt idx="437">
                  <c:v>13.0876</c:v>
                </c:pt>
                <c:pt idx="438">
                  <c:v>13.3851</c:v>
                </c:pt>
                <c:pt idx="439">
                  <c:v>12.9878</c:v>
                </c:pt>
                <c:pt idx="440">
                  <c:v>13.0337</c:v>
                </c:pt>
                <c:pt idx="441">
                  <c:v>13.2653</c:v>
                </c:pt>
                <c:pt idx="442">
                  <c:v>12.7743</c:v>
                </c:pt>
                <c:pt idx="443">
                  <c:v>12.5797</c:v>
                </c:pt>
                <c:pt idx="444">
                  <c:v>12.9405</c:v>
                </c:pt>
                <c:pt idx="445">
                  <c:v>13.2584</c:v>
                </c:pt>
                <c:pt idx="446">
                  <c:v>13.7497</c:v>
                </c:pt>
                <c:pt idx="447">
                  <c:v>13.7743</c:v>
                </c:pt>
                <c:pt idx="448">
                  <c:v>14.1271</c:v>
                </c:pt>
                <c:pt idx="449">
                  <c:v>14.0913</c:v>
                </c:pt>
                <c:pt idx="450">
                  <c:v>13.9253</c:v>
                </c:pt>
                <c:pt idx="451">
                  <c:v>14.0488</c:v>
                </c:pt>
                <c:pt idx="452">
                  <c:v>13.8805</c:v>
                </c:pt>
                <c:pt idx="453">
                  <c:v>13.4725</c:v>
                </c:pt>
                <c:pt idx="454">
                  <c:v>13.83</c:v>
                </c:pt>
                <c:pt idx="455">
                  <c:v>13.9387</c:v>
                </c:pt>
                <c:pt idx="456">
                  <c:v>13.9413</c:v>
                </c:pt>
                <c:pt idx="457">
                  <c:v>14.3566</c:v>
                </c:pt>
                <c:pt idx="458">
                  <c:v>14.462</c:v>
                </c:pt>
                <c:pt idx="459">
                  <c:v>14.2483</c:v>
                </c:pt>
                <c:pt idx="460">
                  <c:v>14.4714</c:v>
                </c:pt>
                <c:pt idx="461">
                  <c:v>14.8495</c:v>
                </c:pt>
                <c:pt idx="462">
                  <c:v>14.9675</c:v>
                </c:pt>
                <c:pt idx="463">
                  <c:v>14.9815</c:v>
                </c:pt>
                <c:pt idx="464">
                  <c:v>15.1685</c:v>
                </c:pt>
                <c:pt idx="465">
                  <c:v>15.3787</c:v>
                </c:pt>
                <c:pt idx="466">
                  <c:v>15.452</c:v>
                </c:pt>
                <c:pt idx="467">
                  <c:v>15.2245</c:v>
                </c:pt>
                <c:pt idx="468">
                  <c:v>15.5136</c:v>
                </c:pt>
                <c:pt idx="469">
                  <c:v>15.473</c:v>
                </c:pt>
                <c:pt idx="470">
                  <c:v>15.1123</c:v>
                </c:pt>
                <c:pt idx="471">
                  <c:v>15.4417</c:v>
                </c:pt>
                <c:pt idx="472">
                  <c:v>15.4626</c:v>
                </c:pt>
                <c:pt idx="473">
                  <c:v>15.5894</c:v>
                </c:pt>
                <c:pt idx="474">
                  <c:v>15.5512</c:v>
                </c:pt>
                <c:pt idx="475">
                  <c:v>15.4005</c:v>
                </c:pt>
                <c:pt idx="476">
                  <c:v>15.6948</c:v>
                </c:pt>
                <c:pt idx="477">
                  <c:v>15.696</c:v>
                </c:pt>
                <c:pt idx="478">
                  <c:v>15.7026</c:v>
                </c:pt>
                <c:pt idx="479">
                  <c:v>15.6513</c:v>
                </c:pt>
                <c:pt idx="480">
                  <c:v>15.9105</c:v>
                </c:pt>
                <c:pt idx="481">
                  <c:v>15.8701</c:v>
                </c:pt>
                <c:pt idx="482">
                  <c:v>15.9817</c:v>
                </c:pt>
                <c:pt idx="483">
                  <c:v>16.1306</c:v>
                </c:pt>
                <c:pt idx="484">
                  <c:v>16.3808</c:v>
                </c:pt>
                <c:pt idx="485">
                  <c:v>16.3804</c:v>
                </c:pt>
                <c:pt idx="486">
                  <c:v>16.3625</c:v>
                </c:pt>
                <c:pt idx="487">
                  <c:v>16.6536</c:v>
                </c:pt>
                <c:pt idx="488">
                  <c:v>16.9203</c:v>
                </c:pt>
                <c:pt idx="489">
                  <c:v>15.3043</c:v>
                </c:pt>
                <c:pt idx="490">
                  <c:v>14.7211</c:v>
                </c:pt>
                <c:pt idx="491">
                  <c:v>14.4616</c:v>
                </c:pt>
                <c:pt idx="492">
                  <c:v>14.6328</c:v>
                </c:pt>
                <c:pt idx="493">
                  <c:v>14.5262</c:v>
                </c:pt>
                <c:pt idx="494">
                  <c:v>14.6774</c:v>
                </c:pt>
                <c:pt idx="495">
                  <c:v>15.0533</c:v>
                </c:pt>
                <c:pt idx="496">
                  <c:v>15.0161</c:v>
                </c:pt>
                <c:pt idx="497">
                  <c:v>14.6488</c:v>
                </c:pt>
                <c:pt idx="498">
                  <c:v>14.6603</c:v>
                </c:pt>
                <c:pt idx="499">
                  <c:v>14.7791</c:v>
                </c:pt>
                <c:pt idx="500">
                  <c:v>14.8611</c:v>
                </c:pt>
                <c:pt idx="501">
                  <c:v>14.7313</c:v>
                </c:pt>
                <c:pt idx="502">
                  <c:v>14.7306</c:v>
                </c:pt>
                <c:pt idx="503">
                  <c:v>14.7143</c:v>
                </c:pt>
                <c:pt idx="504">
                  <c:v>14.7946</c:v>
                </c:pt>
                <c:pt idx="505">
                  <c:v>15.062</c:v>
                </c:pt>
                <c:pt idx="506">
                  <c:v>14.8898</c:v>
                </c:pt>
                <c:pt idx="507">
                  <c:v>15.3901</c:v>
                </c:pt>
                <c:pt idx="508">
                  <c:v>15.8151</c:v>
                </c:pt>
                <c:pt idx="509">
                  <c:v>15.9438</c:v>
                </c:pt>
                <c:pt idx="510">
                  <c:v>15.9054</c:v>
                </c:pt>
                <c:pt idx="511">
                  <c:v>15.9842</c:v>
                </c:pt>
                <c:pt idx="512">
                  <c:v>16.1075</c:v>
                </c:pt>
                <c:pt idx="513">
                  <c:v>16.1162</c:v>
                </c:pt>
                <c:pt idx="514">
                  <c:v>16.0196</c:v>
                </c:pt>
                <c:pt idx="515">
                  <c:v>15.9302</c:v>
                </c:pt>
                <c:pt idx="516">
                  <c:v>16.1981</c:v>
                </c:pt>
                <c:pt idx="517">
                  <c:v>15.89</c:v>
                </c:pt>
                <c:pt idx="518">
                  <c:v>15.6056</c:v>
                </c:pt>
                <c:pt idx="519">
                  <c:v>15.7621</c:v>
                </c:pt>
                <c:pt idx="520">
                  <c:v>15.4477</c:v>
                </c:pt>
                <c:pt idx="521">
                  <c:v>15.0665</c:v>
                </c:pt>
              </c:numCache>
            </c:numRef>
          </c:val>
          <c:smooth val="0"/>
        </c:ser>
        <c:ser>
          <c:idx val="2"/>
          <c:order val="2"/>
          <c:tx>
            <c:strRef>
              <c:f>Sheet1!$D$1</c:f>
              <c:strCache>
                <c:ptCount val="1"/>
                <c:pt idx="0">
                  <c:v>EM</c:v>
                </c:pt>
              </c:strCache>
            </c:strRef>
          </c:tx>
          <c:spPr>
            <a:ln w="15875" cap="rnd">
              <a:solidFill>
                <a:srgbClr val="7F7F7F"/>
              </a:solidFill>
              <a:prstDash val="solid"/>
              <a:round/>
            </a:ln>
          </c:spPr>
          <c:marker>
            <c:symbol val="none"/>
          </c:marker>
          <c:dLbls>
            <c:dLbl>
              <c:idx val="521"/>
              <c:layout>
                <c:manualLayout>
                  <c:x val="0.0"/>
                  <c:y val="0.0"/>
                </c:manualLayout>
              </c:layout>
              <c:numFmt formatCode="0.0" sourceLinked="0"/>
              <c:spPr>
                <a:solidFill>
                  <a:srgbClr val="7F7F7F"/>
                </a:solidFill>
                <a:ln>
                  <a:noFill/>
                </a:ln>
              </c:spPr>
              <c:txPr>
                <a:bodyPr/>
                <a:lstStyle/>
                <a:p>
                  <a:pPr>
                    <a:defRPr sz="800" b="1" i="0">
                      <a:solidFill>
                        <a:srgbClr val="FFFFFF"/>
                      </a:solidFill>
                      <a:latin typeface="Calibri"/>
                    </a:defRPr>
                  </a:pPr>
                  <a:endParaRPr lang="en-US"/>
                </a:p>
              </c:txPr>
              <c:dLblPos val="r"/>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13.3998</c:v>
                </c:pt>
                <c:pt idx="1">
                  <c:v>13.6427</c:v>
                </c:pt>
                <c:pt idx="2">
                  <c:v>13.5526</c:v>
                </c:pt>
                <c:pt idx="3">
                  <c:v>13.2225</c:v>
                </c:pt>
                <c:pt idx="4">
                  <c:v>12.8567</c:v>
                </c:pt>
                <c:pt idx="5">
                  <c:v>12.9331</c:v>
                </c:pt>
                <c:pt idx="6">
                  <c:v>13.209</c:v>
                </c:pt>
                <c:pt idx="7">
                  <c:v>13.1573</c:v>
                </c:pt>
                <c:pt idx="8">
                  <c:v>13.5421</c:v>
                </c:pt>
                <c:pt idx="9">
                  <c:v>13.1856</c:v>
                </c:pt>
                <c:pt idx="10">
                  <c:v>12.9793</c:v>
                </c:pt>
                <c:pt idx="11">
                  <c:v>13.3308</c:v>
                </c:pt>
                <c:pt idx="12">
                  <c:v>13.6351</c:v>
                </c:pt>
                <c:pt idx="13">
                  <c:v>13.8812</c:v>
                </c:pt>
                <c:pt idx="14">
                  <c:v>13.754</c:v>
                </c:pt>
                <c:pt idx="15">
                  <c:v>14.2509</c:v>
                </c:pt>
                <c:pt idx="16">
                  <c:v>14.3414</c:v>
                </c:pt>
                <c:pt idx="17">
                  <c:v>14.2908</c:v>
                </c:pt>
                <c:pt idx="18">
                  <c:v>14.4946</c:v>
                </c:pt>
                <c:pt idx="19">
                  <c:v>14.5859</c:v>
                </c:pt>
                <c:pt idx="20">
                  <c:v>14.5415</c:v>
                </c:pt>
                <c:pt idx="21">
                  <c:v>14.4717</c:v>
                </c:pt>
                <c:pt idx="22">
                  <c:v>15.4179</c:v>
                </c:pt>
                <c:pt idx="23">
                  <c:v>12.1573</c:v>
                </c:pt>
                <c:pt idx="24">
                  <c:v>11.9176</c:v>
                </c:pt>
                <c:pt idx="25">
                  <c:v>12.0228</c:v>
                </c:pt>
                <c:pt idx="26">
                  <c:v>12.0228</c:v>
                </c:pt>
                <c:pt idx="27">
                  <c:v>12.0036</c:v>
                </c:pt>
                <c:pt idx="28">
                  <c:v>12.1579</c:v>
                </c:pt>
                <c:pt idx="29">
                  <c:v>12.1496</c:v>
                </c:pt>
                <c:pt idx="30">
                  <c:v>12.4754</c:v>
                </c:pt>
                <c:pt idx="31">
                  <c:v>12.3373</c:v>
                </c:pt>
                <c:pt idx="32">
                  <c:v>12.6385</c:v>
                </c:pt>
                <c:pt idx="33">
                  <c:v>12.5984</c:v>
                </c:pt>
                <c:pt idx="34">
                  <c:v>12.6195</c:v>
                </c:pt>
                <c:pt idx="35">
                  <c:v>12.394</c:v>
                </c:pt>
                <c:pt idx="36">
                  <c:v>12.6375</c:v>
                </c:pt>
                <c:pt idx="37">
                  <c:v>12.571</c:v>
                </c:pt>
                <c:pt idx="38">
                  <c:v>12.5346</c:v>
                </c:pt>
                <c:pt idx="39">
                  <c:v>13.021</c:v>
                </c:pt>
                <c:pt idx="40">
                  <c:v>13.109</c:v>
                </c:pt>
                <c:pt idx="41">
                  <c:v>13.0778</c:v>
                </c:pt>
                <c:pt idx="42">
                  <c:v>13.1402</c:v>
                </c:pt>
                <c:pt idx="43">
                  <c:v>12.8689</c:v>
                </c:pt>
                <c:pt idx="44">
                  <c:v>13.0692</c:v>
                </c:pt>
                <c:pt idx="45">
                  <c:v>13.3147</c:v>
                </c:pt>
                <c:pt idx="46">
                  <c:v>13.2834</c:v>
                </c:pt>
                <c:pt idx="47">
                  <c:v>13.2138</c:v>
                </c:pt>
                <c:pt idx="48">
                  <c:v>13.3493</c:v>
                </c:pt>
                <c:pt idx="49">
                  <c:v>13.3852</c:v>
                </c:pt>
                <c:pt idx="50">
                  <c:v>13.2224</c:v>
                </c:pt>
                <c:pt idx="51">
                  <c:v>13.5183</c:v>
                </c:pt>
                <c:pt idx="52">
                  <c:v>13.7261</c:v>
                </c:pt>
                <c:pt idx="53">
                  <c:v>13.682</c:v>
                </c:pt>
                <c:pt idx="54">
                  <c:v>13.5863</c:v>
                </c:pt>
                <c:pt idx="55">
                  <c:v>13.7276</c:v>
                </c:pt>
                <c:pt idx="56">
                  <c:v>13.7642</c:v>
                </c:pt>
                <c:pt idx="57">
                  <c:v>13.8333</c:v>
                </c:pt>
                <c:pt idx="58">
                  <c:v>13.9534</c:v>
                </c:pt>
                <c:pt idx="59">
                  <c:v>13.4607</c:v>
                </c:pt>
                <c:pt idx="60">
                  <c:v>13.4438</c:v>
                </c:pt>
                <c:pt idx="61">
                  <c:v>13.491</c:v>
                </c:pt>
                <c:pt idx="62">
                  <c:v>13.7378</c:v>
                </c:pt>
                <c:pt idx="63">
                  <c:v>13.8893</c:v>
                </c:pt>
                <c:pt idx="64">
                  <c:v>14.3193</c:v>
                </c:pt>
                <c:pt idx="65">
                  <c:v>14.3443</c:v>
                </c:pt>
                <c:pt idx="66">
                  <c:v>14.6065</c:v>
                </c:pt>
                <c:pt idx="67">
                  <c:v>15.2239</c:v>
                </c:pt>
                <c:pt idx="68">
                  <c:v>14.6992</c:v>
                </c:pt>
                <c:pt idx="69">
                  <c:v>13.7331</c:v>
                </c:pt>
                <c:pt idx="70">
                  <c:v>14.492</c:v>
                </c:pt>
                <c:pt idx="71">
                  <c:v>14.7068</c:v>
                </c:pt>
                <c:pt idx="72">
                  <c:v>14.5084</c:v>
                </c:pt>
                <c:pt idx="73">
                  <c:v>14.911</c:v>
                </c:pt>
                <c:pt idx="74">
                  <c:v>15.0948</c:v>
                </c:pt>
                <c:pt idx="75">
                  <c:v>12.1343</c:v>
                </c:pt>
                <c:pt idx="76">
                  <c:v>12.0575</c:v>
                </c:pt>
                <c:pt idx="77">
                  <c:v>11.9886</c:v>
                </c:pt>
                <c:pt idx="78">
                  <c:v>12.1476</c:v>
                </c:pt>
                <c:pt idx="79">
                  <c:v>11.942</c:v>
                </c:pt>
                <c:pt idx="80">
                  <c:v>11.8824</c:v>
                </c:pt>
                <c:pt idx="81">
                  <c:v>11.7257</c:v>
                </c:pt>
                <c:pt idx="82">
                  <c:v>12.023</c:v>
                </c:pt>
                <c:pt idx="83">
                  <c:v>11.7862</c:v>
                </c:pt>
                <c:pt idx="84">
                  <c:v>11.8302</c:v>
                </c:pt>
                <c:pt idx="85">
                  <c:v>11.8607</c:v>
                </c:pt>
                <c:pt idx="86">
                  <c:v>11.9316</c:v>
                </c:pt>
                <c:pt idx="87">
                  <c:v>11.7777</c:v>
                </c:pt>
                <c:pt idx="88">
                  <c:v>11.5995</c:v>
                </c:pt>
                <c:pt idx="89">
                  <c:v>11.5079</c:v>
                </c:pt>
                <c:pt idx="90">
                  <c:v>11.455</c:v>
                </c:pt>
                <c:pt idx="91">
                  <c:v>11.6802</c:v>
                </c:pt>
                <c:pt idx="92">
                  <c:v>11.6306</c:v>
                </c:pt>
                <c:pt idx="93">
                  <c:v>11.8532</c:v>
                </c:pt>
                <c:pt idx="94">
                  <c:v>11.6749</c:v>
                </c:pt>
                <c:pt idx="95">
                  <c:v>11.6272</c:v>
                </c:pt>
                <c:pt idx="96">
                  <c:v>11.3635</c:v>
                </c:pt>
                <c:pt idx="97">
                  <c:v>11.7016</c:v>
                </c:pt>
                <c:pt idx="98">
                  <c:v>11.7958</c:v>
                </c:pt>
                <c:pt idx="99">
                  <c:v>11.4832</c:v>
                </c:pt>
                <c:pt idx="100">
                  <c:v>11.5401</c:v>
                </c:pt>
                <c:pt idx="101">
                  <c:v>11.7723</c:v>
                </c:pt>
                <c:pt idx="102">
                  <c:v>11.687</c:v>
                </c:pt>
                <c:pt idx="103">
                  <c:v>11.2014</c:v>
                </c:pt>
                <c:pt idx="104">
                  <c:v>11.0288</c:v>
                </c:pt>
                <c:pt idx="105">
                  <c:v>10.9042</c:v>
                </c:pt>
                <c:pt idx="106">
                  <c:v>10.6406</c:v>
                </c:pt>
                <c:pt idx="107">
                  <c:v>11.3065</c:v>
                </c:pt>
                <c:pt idx="108">
                  <c:v>11.059</c:v>
                </c:pt>
                <c:pt idx="109">
                  <c:v>11.2414</c:v>
                </c:pt>
                <c:pt idx="110">
                  <c:v>11.1485</c:v>
                </c:pt>
                <c:pt idx="111">
                  <c:v>11.543</c:v>
                </c:pt>
                <c:pt idx="112">
                  <c:v>11.3945</c:v>
                </c:pt>
                <c:pt idx="113">
                  <c:v>11.2746</c:v>
                </c:pt>
                <c:pt idx="114">
                  <c:v>11.1501</c:v>
                </c:pt>
                <c:pt idx="115">
                  <c:v>11.2164</c:v>
                </c:pt>
                <c:pt idx="116">
                  <c:v>11.2238</c:v>
                </c:pt>
                <c:pt idx="117">
                  <c:v>11.6658</c:v>
                </c:pt>
                <c:pt idx="118">
                  <c:v>11.9115</c:v>
                </c:pt>
                <c:pt idx="119">
                  <c:v>12.1354</c:v>
                </c:pt>
                <c:pt idx="120">
                  <c:v>12.4668</c:v>
                </c:pt>
                <c:pt idx="121">
                  <c:v>12.1393</c:v>
                </c:pt>
                <c:pt idx="122">
                  <c:v>12.0178</c:v>
                </c:pt>
                <c:pt idx="123">
                  <c:v>12.3983</c:v>
                </c:pt>
                <c:pt idx="124">
                  <c:v>12.52</c:v>
                </c:pt>
                <c:pt idx="125">
                  <c:v>12.3023</c:v>
                </c:pt>
                <c:pt idx="126">
                  <c:v>12.8598</c:v>
                </c:pt>
                <c:pt idx="127">
                  <c:v>12.0378</c:v>
                </c:pt>
                <c:pt idx="128">
                  <c:v>12.1152</c:v>
                </c:pt>
                <c:pt idx="129">
                  <c:v>12.4482</c:v>
                </c:pt>
                <c:pt idx="130">
                  <c:v>12.4731</c:v>
                </c:pt>
                <c:pt idx="131">
                  <c:v>12.5269</c:v>
                </c:pt>
                <c:pt idx="132">
                  <c:v>12.4918</c:v>
                </c:pt>
                <c:pt idx="133">
                  <c:v>12.6188</c:v>
                </c:pt>
                <c:pt idx="134">
                  <c:v>12.1501</c:v>
                </c:pt>
                <c:pt idx="135">
                  <c:v>11.8504</c:v>
                </c:pt>
                <c:pt idx="136">
                  <c:v>11.7652</c:v>
                </c:pt>
                <c:pt idx="137">
                  <c:v>12.1809</c:v>
                </c:pt>
                <c:pt idx="138">
                  <c:v>12.2721</c:v>
                </c:pt>
                <c:pt idx="139">
                  <c:v>12.3997</c:v>
                </c:pt>
                <c:pt idx="140">
                  <c:v>12.8416</c:v>
                </c:pt>
                <c:pt idx="141">
                  <c:v>12.825</c:v>
                </c:pt>
                <c:pt idx="142">
                  <c:v>12.929</c:v>
                </c:pt>
                <c:pt idx="143">
                  <c:v>12.7934</c:v>
                </c:pt>
                <c:pt idx="144">
                  <c:v>12.9226</c:v>
                </c:pt>
                <c:pt idx="145">
                  <c:v>12.8698</c:v>
                </c:pt>
                <c:pt idx="146">
                  <c:v>12.474</c:v>
                </c:pt>
                <c:pt idx="147">
                  <c:v>12.3777</c:v>
                </c:pt>
                <c:pt idx="148">
                  <c:v>12.2884</c:v>
                </c:pt>
                <c:pt idx="149">
                  <c:v>12.3758</c:v>
                </c:pt>
                <c:pt idx="150">
                  <c:v>12.7056</c:v>
                </c:pt>
                <c:pt idx="151">
                  <c:v>12.9835</c:v>
                </c:pt>
                <c:pt idx="152">
                  <c:v>13.1004</c:v>
                </c:pt>
                <c:pt idx="153">
                  <c:v>12.9891</c:v>
                </c:pt>
                <c:pt idx="154">
                  <c:v>12.7707</c:v>
                </c:pt>
                <c:pt idx="155">
                  <c:v>12.775</c:v>
                </c:pt>
                <c:pt idx="156">
                  <c:v>12.9525</c:v>
                </c:pt>
                <c:pt idx="157">
                  <c:v>13.1006</c:v>
                </c:pt>
                <c:pt idx="158">
                  <c:v>13.1937</c:v>
                </c:pt>
                <c:pt idx="159">
                  <c:v>13.3447</c:v>
                </c:pt>
                <c:pt idx="160">
                  <c:v>13.5553</c:v>
                </c:pt>
                <c:pt idx="161">
                  <c:v>13.4315</c:v>
                </c:pt>
                <c:pt idx="162">
                  <c:v>13.516</c:v>
                </c:pt>
                <c:pt idx="163">
                  <c:v>13.5938</c:v>
                </c:pt>
                <c:pt idx="164">
                  <c:v>13.7203</c:v>
                </c:pt>
                <c:pt idx="165">
                  <c:v>14.1849</c:v>
                </c:pt>
                <c:pt idx="166">
                  <c:v>14.371</c:v>
                </c:pt>
                <c:pt idx="167">
                  <c:v>14.4947</c:v>
                </c:pt>
                <c:pt idx="168">
                  <c:v>14.5138</c:v>
                </c:pt>
                <c:pt idx="169">
                  <c:v>14.6858</c:v>
                </c:pt>
                <c:pt idx="170">
                  <c:v>14.8784</c:v>
                </c:pt>
                <c:pt idx="171">
                  <c:v>14.557</c:v>
                </c:pt>
                <c:pt idx="172">
                  <c:v>13.9474</c:v>
                </c:pt>
                <c:pt idx="173">
                  <c:v>14.3789</c:v>
                </c:pt>
                <c:pt idx="174">
                  <c:v>14.6814</c:v>
                </c:pt>
                <c:pt idx="175">
                  <c:v>14.4972</c:v>
                </c:pt>
                <c:pt idx="176">
                  <c:v>13.5297</c:v>
                </c:pt>
                <c:pt idx="177">
                  <c:v>13.6714</c:v>
                </c:pt>
                <c:pt idx="178">
                  <c:v>12.0196</c:v>
                </c:pt>
                <c:pt idx="179">
                  <c:v>10.8186</c:v>
                </c:pt>
                <c:pt idx="180">
                  <c:v>11.0435</c:v>
                </c:pt>
                <c:pt idx="181">
                  <c:v>11.276</c:v>
                </c:pt>
                <c:pt idx="182">
                  <c:v>12.1716</c:v>
                </c:pt>
                <c:pt idx="183">
                  <c:v>12.68</c:v>
                </c:pt>
                <c:pt idx="184">
                  <c:v>12.6049</c:v>
                </c:pt>
                <c:pt idx="185">
                  <c:v>13.2872</c:v>
                </c:pt>
                <c:pt idx="186">
                  <c:v>13.4588</c:v>
                </c:pt>
                <c:pt idx="187">
                  <c:v>13.4273</c:v>
                </c:pt>
                <c:pt idx="188">
                  <c:v>13.5876</c:v>
                </c:pt>
                <c:pt idx="189">
                  <c:v>14.0209</c:v>
                </c:pt>
                <c:pt idx="190">
                  <c:v>15.5704</c:v>
                </c:pt>
                <c:pt idx="191">
                  <c:v>15.3504</c:v>
                </c:pt>
                <c:pt idx="192">
                  <c:v>15.6534</c:v>
                </c:pt>
                <c:pt idx="193">
                  <c:v>15.7533</c:v>
                </c:pt>
                <c:pt idx="194">
                  <c:v>16.3501</c:v>
                </c:pt>
                <c:pt idx="195">
                  <c:v>16.9244</c:v>
                </c:pt>
                <c:pt idx="196">
                  <c:v>16.8036</c:v>
                </c:pt>
                <c:pt idx="197">
                  <c:v>16.8872</c:v>
                </c:pt>
                <c:pt idx="198">
                  <c:v>17.2087</c:v>
                </c:pt>
                <c:pt idx="199">
                  <c:v>17.3619</c:v>
                </c:pt>
                <c:pt idx="200">
                  <c:v>17.3976</c:v>
                </c:pt>
                <c:pt idx="201">
                  <c:v>17.4678</c:v>
                </c:pt>
                <c:pt idx="202">
                  <c:v>18.0003</c:v>
                </c:pt>
                <c:pt idx="203">
                  <c:v>17.8261</c:v>
                </c:pt>
                <c:pt idx="204">
                  <c:v>17.704</c:v>
                </c:pt>
                <c:pt idx="205">
                  <c:v>17.9146</c:v>
                </c:pt>
                <c:pt idx="206">
                  <c:v>17.1494</c:v>
                </c:pt>
                <c:pt idx="207">
                  <c:v>17.5478</c:v>
                </c:pt>
                <c:pt idx="208">
                  <c:v>18.1103</c:v>
                </c:pt>
                <c:pt idx="209">
                  <c:v>18.0424</c:v>
                </c:pt>
                <c:pt idx="210">
                  <c:v>18.1497</c:v>
                </c:pt>
                <c:pt idx="211">
                  <c:v>17.5732</c:v>
                </c:pt>
                <c:pt idx="212">
                  <c:v>18.6844</c:v>
                </c:pt>
                <c:pt idx="213">
                  <c:v>18.6654</c:v>
                </c:pt>
                <c:pt idx="214">
                  <c:v>18.8003</c:v>
                </c:pt>
                <c:pt idx="215">
                  <c:v>19.0066</c:v>
                </c:pt>
                <c:pt idx="216">
                  <c:v>19.6105</c:v>
                </c:pt>
                <c:pt idx="217">
                  <c:v>19.5707</c:v>
                </c:pt>
                <c:pt idx="218">
                  <c:v>19.7618</c:v>
                </c:pt>
                <c:pt idx="219">
                  <c:v>19.5674</c:v>
                </c:pt>
                <c:pt idx="220">
                  <c:v>20.1588</c:v>
                </c:pt>
                <c:pt idx="221">
                  <c:v>21.1505</c:v>
                </c:pt>
                <c:pt idx="222">
                  <c:v>21.1762</c:v>
                </c:pt>
                <c:pt idx="223">
                  <c:v>21.7798</c:v>
                </c:pt>
                <c:pt idx="224">
                  <c:v>20.9021</c:v>
                </c:pt>
                <c:pt idx="225">
                  <c:v>21.3024</c:v>
                </c:pt>
                <c:pt idx="226">
                  <c:v>21.6792</c:v>
                </c:pt>
                <c:pt idx="227">
                  <c:v>21.8282</c:v>
                </c:pt>
                <c:pt idx="228">
                  <c:v>19.9092</c:v>
                </c:pt>
                <c:pt idx="229">
                  <c:v>19.9767</c:v>
                </c:pt>
                <c:pt idx="230">
                  <c:v>20.3523</c:v>
                </c:pt>
                <c:pt idx="231">
                  <c:v>20.551</c:v>
                </c:pt>
                <c:pt idx="232">
                  <c:v>14.9744</c:v>
                </c:pt>
                <c:pt idx="233">
                  <c:v>15.3345</c:v>
                </c:pt>
                <c:pt idx="234">
                  <c:v>15.1805</c:v>
                </c:pt>
                <c:pt idx="235">
                  <c:v>15.2626</c:v>
                </c:pt>
                <c:pt idx="236">
                  <c:v>15.1702</c:v>
                </c:pt>
                <c:pt idx="237">
                  <c:v>14.8624</c:v>
                </c:pt>
                <c:pt idx="238">
                  <c:v>14.7874</c:v>
                </c:pt>
                <c:pt idx="239">
                  <c:v>14.303</c:v>
                </c:pt>
                <c:pt idx="240">
                  <c:v>14.5372</c:v>
                </c:pt>
                <c:pt idx="241">
                  <c:v>15.3249</c:v>
                </c:pt>
                <c:pt idx="242">
                  <c:v>14.9816</c:v>
                </c:pt>
                <c:pt idx="243">
                  <c:v>14.9637</c:v>
                </c:pt>
                <c:pt idx="244">
                  <c:v>14.6918</c:v>
                </c:pt>
                <c:pt idx="245">
                  <c:v>15.0025</c:v>
                </c:pt>
                <c:pt idx="246">
                  <c:v>14.7379</c:v>
                </c:pt>
                <c:pt idx="247">
                  <c:v>14.2964</c:v>
                </c:pt>
                <c:pt idx="248">
                  <c:v>14.4527</c:v>
                </c:pt>
                <c:pt idx="249">
                  <c:v>14.1149</c:v>
                </c:pt>
                <c:pt idx="250">
                  <c:v>13.7209</c:v>
                </c:pt>
                <c:pt idx="251">
                  <c:v>13.8412</c:v>
                </c:pt>
                <c:pt idx="252">
                  <c:v>13.7099</c:v>
                </c:pt>
                <c:pt idx="253">
                  <c:v>13.0658</c:v>
                </c:pt>
                <c:pt idx="254">
                  <c:v>13.5798</c:v>
                </c:pt>
                <c:pt idx="255">
                  <c:v>14.0367</c:v>
                </c:pt>
                <c:pt idx="256">
                  <c:v>13.9725</c:v>
                </c:pt>
                <c:pt idx="257">
                  <c:v>13.6932</c:v>
                </c:pt>
                <c:pt idx="258">
                  <c:v>13.541</c:v>
                </c:pt>
                <c:pt idx="259">
                  <c:v>13.3773</c:v>
                </c:pt>
                <c:pt idx="260">
                  <c:v>13.5217</c:v>
                </c:pt>
                <c:pt idx="261">
                  <c:v>13.7857</c:v>
                </c:pt>
                <c:pt idx="262">
                  <c:v>13.892</c:v>
                </c:pt>
                <c:pt idx="263">
                  <c:v>13.5564</c:v>
                </c:pt>
                <c:pt idx="264">
                  <c:v>13.5202</c:v>
                </c:pt>
                <c:pt idx="265">
                  <c:v>13.6983</c:v>
                </c:pt>
                <c:pt idx="266">
                  <c:v>13.6112</c:v>
                </c:pt>
                <c:pt idx="267">
                  <c:v>13.1261</c:v>
                </c:pt>
                <c:pt idx="268">
                  <c:v>13.3348</c:v>
                </c:pt>
                <c:pt idx="269">
                  <c:v>13.472</c:v>
                </c:pt>
                <c:pt idx="270">
                  <c:v>13.2561</c:v>
                </c:pt>
                <c:pt idx="271">
                  <c:v>13.311</c:v>
                </c:pt>
                <c:pt idx="272">
                  <c:v>13.3958</c:v>
                </c:pt>
                <c:pt idx="273">
                  <c:v>13.3213</c:v>
                </c:pt>
                <c:pt idx="274">
                  <c:v>13.6543</c:v>
                </c:pt>
                <c:pt idx="275">
                  <c:v>13.4897</c:v>
                </c:pt>
                <c:pt idx="276">
                  <c:v>12.7929</c:v>
                </c:pt>
                <c:pt idx="277">
                  <c:v>13.1215</c:v>
                </c:pt>
                <c:pt idx="278">
                  <c:v>13.3714</c:v>
                </c:pt>
                <c:pt idx="279">
                  <c:v>13.2877</c:v>
                </c:pt>
                <c:pt idx="280">
                  <c:v>12.5306</c:v>
                </c:pt>
                <c:pt idx="281">
                  <c:v>12.4641</c:v>
                </c:pt>
                <c:pt idx="282">
                  <c:v>11.86</c:v>
                </c:pt>
                <c:pt idx="283">
                  <c:v>12.2461</c:v>
                </c:pt>
                <c:pt idx="284">
                  <c:v>12.0856</c:v>
                </c:pt>
                <c:pt idx="285">
                  <c:v>12.2671</c:v>
                </c:pt>
                <c:pt idx="286">
                  <c:v>12.1287</c:v>
                </c:pt>
                <c:pt idx="287">
                  <c:v>11.926</c:v>
                </c:pt>
                <c:pt idx="288">
                  <c:v>11.629</c:v>
                </c:pt>
                <c:pt idx="289">
                  <c:v>11.7671</c:v>
                </c:pt>
                <c:pt idx="290">
                  <c:v>11.3512</c:v>
                </c:pt>
                <c:pt idx="291">
                  <c:v>11.1745</c:v>
                </c:pt>
                <c:pt idx="292">
                  <c:v>11.5052</c:v>
                </c:pt>
                <c:pt idx="293">
                  <c:v>11.487</c:v>
                </c:pt>
                <c:pt idx="294">
                  <c:v>11.6741</c:v>
                </c:pt>
                <c:pt idx="295">
                  <c:v>11.6914</c:v>
                </c:pt>
                <c:pt idx="296">
                  <c:v>11.1909</c:v>
                </c:pt>
                <c:pt idx="297">
                  <c:v>11.3687</c:v>
                </c:pt>
                <c:pt idx="298">
                  <c:v>11.2574</c:v>
                </c:pt>
                <c:pt idx="299">
                  <c:v>11.3963</c:v>
                </c:pt>
                <c:pt idx="300">
                  <c:v>11.0195</c:v>
                </c:pt>
                <c:pt idx="301">
                  <c:v>11.3343</c:v>
                </c:pt>
                <c:pt idx="302">
                  <c:v>11.337</c:v>
                </c:pt>
                <c:pt idx="303">
                  <c:v>11.4629</c:v>
                </c:pt>
                <c:pt idx="304">
                  <c:v>11.5708</c:v>
                </c:pt>
                <c:pt idx="305">
                  <c:v>11.502</c:v>
                </c:pt>
                <c:pt idx="306">
                  <c:v>11.6069</c:v>
                </c:pt>
                <c:pt idx="307">
                  <c:v>11.3034</c:v>
                </c:pt>
                <c:pt idx="308">
                  <c:v>11.3725</c:v>
                </c:pt>
                <c:pt idx="309">
                  <c:v>11.0761</c:v>
                </c:pt>
                <c:pt idx="310">
                  <c:v>10.7014</c:v>
                </c:pt>
                <c:pt idx="311">
                  <c:v>10.5161</c:v>
                </c:pt>
                <c:pt idx="312">
                  <c:v>10.7824</c:v>
                </c:pt>
                <c:pt idx="313">
                  <c:v>10.4617</c:v>
                </c:pt>
                <c:pt idx="314">
                  <c:v>10.5138</c:v>
                </c:pt>
                <c:pt idx="315">
                  <c:v>10.3467</c:v>
                </c:pt>
                <c:pt idx="316">
                  <c:v>10.8288</c:v>
                </c:pt>
                <c:pt idx="317">
                  <c:v>11.3737</c:v>
                </c:pt>
                <c:pt idx="318">
                  <c:v>11.4517</c:v>
                </c:pt>
                <c:pt idx="319">
                  <c:v>11.4602</c:v>
                </c:pt>
                <c:pt idx="320">
                  <c:v>11.7527</c:v>
                </c:pt>
                <c:pt idx="321">
                  <c:v>11.7828</c:v>
                </c:pt>
                <c:pt idx="322">
                  <c:v>11.4834</c:v>
                </c:pt>
                <c:pt idx="323">
                  <c:v>11.4031</c:v>
                </c:pt>
                <c:pt idx="324">
                  <c:v>11.4397</c:v>
                </c:pt>
                <c:pt idx="325">
                  <c:v>11.8299</c:v>
                </c:pt>
                <c:pt idx="326">
                  <c:v>12.3936</c:v>
                </c:pt>
                <c:pt idx="327">
                  <c:v>12.4785</c:v>
                </c:pt>
                <c:pt idx="328">
                  <c:v>12.705</c:v>
                </c:pt>
                <c:pt idx="329">
                  <c:v>12.429</c:v>
                </c:pt>
                <c:pt idx="330">
                  <c:v>12.185</c:v>
                </c:pt>
                <c:pt idx="331">
                  <c:v>12.0556</c:v>
                </c:pt>
                <c:pt idx="332">
                  <c:v>11.8076</c:v>
                </c:pt>
                <c:pt idx="333">
                  <c:v>12.0258</c:v>
                </c:pt>
                <c:pt idx="334">
                  <c:v>11.7171</c:v>
                </c:pt>
                <c:pt idx="335">
                  <c:v>11.7547</c:v>
                </c:pt>
                <c:pt idx="336">
                  <c:v>11.9054</c:v>
                </c:pt>
                <c:pt idx="337">
                  <c:v>12.1969</c:v>
                </c:pt>
                <c:pt idx="338">
                  <c:v>12.2121</c:v>
                </c:pt>
                <c:pt idx="339">
                  <c:v>12.4018</c:v>
                </c:pt>
                <c:pt idx="340">
                  <c:v>12.2449</c:v>
                </c:pt>
                <c:pt idx="341">
                  <c:v>12.2157</c:v>
                </c:pt>
                <c:pt idx="342">
                  <c:v>12.5147</c:v>
                </c:pt>
                <c:pt idx="343">
                  <c:v>12.4752</c:v>
                </c:pt>
                <c:pt idx="344">
                  <c:v>12.5978</c:v>
                </c:pt>
                <c:pt idx="345">
                  <c:v>12.5929</c:v>
                </c:pt>
                <c:pt idx="346">
                  <c:v>13.0282</c:v>
                </c:pt>
                <c:pt idx="347">
                  <c:v>13.294</c:v>
                </c:pt>
                <c:pt idx="348">
                  <c:v>13.623</c:v>
                </c:pt>
                <c:pt idx="349">
                  <c:v>13.1526</c:v>
                </c:pt>
                <c:pt idx="350">
                  <c:v>13.2667</c:v>
                </c:pt>
                <c:pt idx="351">
                  <c:v>13.1657</c:v>
                </c:pt>
                <c:pt idx="352">
                  <c:v>13.7758</c:v>
                </c:pt>
                <c:pt idx="353">
                  <c:v>13.5941</c:v>
                </c:pt>
                <c:pt idx="354">
                  <c:v>13.9551</c:v>
                </c:pt>
                <c:pt idx="355">
                  <c:v>13.7116</c:v>
                </c:pt>
                <c:pt idx="356">
                  <c:v>13.4822</c:v>
                </c:pt>
                <c:pt idx="357">
                  <c:v>13.1372</c:v>
                </c:pt>
                <c:pt idx="358">
                  <c:v>13.2124</c:v>
                </c:pt>
                <c:pt idx="359">
                  <c:v>13.5717</c:v>
                </c:pt>
                <c:pt idx="360">
                  <c:v>13.503</c:v>
                </c:pt>
                <c:pt idx="361">
                  <c:v>13.6207</c:v>
                </c:pt>
                <c:pt idx="362">
                  <c:v>13.3711</c:v>
                </c:pt>
                <c:pt idx="363">
                  <c:v>13.3244</c:v>
                </c:pt>
                <c:pt idx="364">
                  <c:v>13.1504</c:v>
                </c:pt>
                <c:pt idx="365">
                  <c:v>13.3842</c:v>
                </c:pt>
                <c:pt idx="366">
                  <c:v>13.0369</c:v>
                </c:pt>
                <c:pt idx="367">
                  <c:v>12.9249</c:v>
                </c:pt>
                <c:pt idx="368">
                  <c:v>13.3219</c:v>
                </c:pt>
                <c:pt idx="369">
                  <c:v>13.2235</c:v>
                </c:pt>
                <c:pt idx="370">
                  <c:v>13.5358</c:v>
                </c:pt>
                <c:pt idx="371">
                  <c:v>13.4966</c:v>
                </c:pt>
                <c:pt idx="372">
                  <c:v>13.5737</c:v>
                </c:pt>
                <c:pt idx="373">
                  <c:v>13.5148</c:v>
                </c:pt>
                <c:pt idx="374">
                  <c:v>13.8376</c:v>
                </c:pt>
                <c:pt idx="375">
                  <c:v>13.6913</c:v>
                </c:pt>
                <c:pt idx="376">
                  <c:v>14.1042</c:v>
                </c:pt>
                <c:pt idx="377">
                  <c:v>13.7565</c:v>
                </c:pt>
                <c:pt idx="378">
                  <c:v>13.5566</c:v>
                </c:pt>
                <c:pt idx="379">
                  <c:v>13.2404</c:v>
                </c:pt>
                <c:pt idx="380">
                  <c:v>13.4361</c:v>
                </c:pt>
                <c:pt idx="381">
                  <c:v>13.4241</c:v>
                </c:pt>
                <c:pt idx="382">
                  <c:v>13.5798</c:v>
                </c:pt>
                <c:pt idx="383">
                  <c:v>13.8283</c:v>
                </c:pt>
                <c:pt idx="384">
                  <c:v>14.0338</c:v>
                </c:pt>
                <c:pt idx="385">
                  <c:v>14.0605</c:v>
                </c:pt>
                <c:pt idx="386">
                  <c:v>14.4042</c:v>
                </c:pt>
                <c:pt idx="387">
                  <c:v>12.2546</c:v>
                </c:pt>
                <c:pt idx="388">
                  <c:v>12.3494</c:v>
                </c:pt>
                <c:pt idx="389">
                  <c:v>12.4987</c:v>
                </c:pt>
                <c:pt idx="390">
                  <c:v>12.5728</c:v>
                </c:pt>
                <c:pt idx="391">
                  <c:v>12.6138</c:v>
                </c:pt>
                <c:pt idx="392">
                  <c:v>12.1921</c:v>
                </c:pt>
                <c:pt idx="393">
                  <c:v>12.6224</c:v>
                </c:pt>
                <c:pt idx="394">
                  <c:v>12.8197</c:v>
                </c:pt>
                <c:pt idx="395">
                  <c:v>12.943</c:v>
                </c:pt>
                <c:pt idx="396">
                  <c:v>13.2309</c:v>
                </c:pt>
                <c:pt idx="397">
                  <c:v>12.9861</c:v>
                </c:pt>
                <c:pt idx="398">
                  <c:v>12.604</c:v>
                </c:pt>
                <c:pt idx="399">
                  <c:v>12.9715</c:v>
                </c:pt>
                <c:pt idx="400">
                  <c:v>13.0203</c:v>
                </c:pt>
                <c:pt idx="401">
                  <c:v>13.1563</c:v>
                </c:pt>
                <c:pt idx="402">
                  <c:v>13.1519</c:v>
                </c:pt>
                <c:pt idx="403">
                  <c:v>13.3644</c:v>
                </c:pt>
                <c:pt idx="404">
                  <c:v>13.542</c:v>
                </c:pt>
                <c:pt idx="405">
                  <c:v>13.1437</c:v>
                </c:pt>
                <c:pt idx="406">
                  <c:v>12.9481</c:v>
                </c:pt>
                <c:pt idx="407">
                  <c:v>12.7082</c:v>
                </c:pt>
                <c:pt idx="408">
                  <c:v>12.7397</c:v>
                </c:pt>
                <c:pt idx="409">
                  <c:v>13.0133</c:v>
                </c:pt>
                <c:pt idx="410">
                  <c:v>13.0252</c:v>
                </c:pt>
                <c:pt idx="411">
                  <c:v>12.9814</c:v>
                </c:pt>
                <c:pt idx="412">
                  <c:v>12.8178</c:v>
                </c:pt>
                <c:pt idx="413">
                  <c:v>12.9412</c:v>
                </c:pt>
                <c:pt idx="414">
                  <c:v>13.2387</c:v>
                </c:pt>
                <c:pt idx="415">
                  <c:v>13.9898</c:v>
                </c:pt>
                <c:pt idx="416">
                  <c:v>14.1309</c:v>
                </c:pt>
                <c:pt idx="417">
                  <c:v>13.9922</c:v>
                </c:pt>
                <c:pt idx="418">
                  <c:v>13.9701</c:v>
                </c:pt>
                <c:pt idx="419">
                  <c:v>13.7853</c:v>
                </c:pt>
                <c:pt idx="420">
                  <c:v>13.6698</c:v>
                </c:pt>
                <c:pt idx="421">
                  <c:v>13.861</c:v>
                </c:pt>
                <c:pt idx="422">
                  <c:v>13.3388</c:v>
                </c:pt>
                <c:pt idx="423">
                  <c:v>13.391</c:v>
                </c:pt>
                <c:pt idx="424">
                  <c:v>13.3177</c:v>
                </c:pt>
                <c:pt idx="425">
                  <c:v>13.7303</c:v>
                </c:pt>
                <c:pt idx="426">
                  <c:v>13.798</c:v>
                </c:pt>
                <c:pt idx="427">
                  <c:v>13.4259</c:v>
                </c:pt>
                <c:pt idx="428">
                  <c:v>13.5954</c:v>
                </c:pt>
                <c:pt idx="429">
                  <c:v>13.523</c:v>
                </c:pt>
                <c:pt idx="430">
                  <c:v>13.2045</c:v>
                </c:pt>
                <c:pt idx="431">
                  <c:v>13.3976</c:v>
                </c:pt>
                <c:pt idx="432">
                  <c:v>13.6762</c:v>
                </c:pt>
                <c:pt idx="433">
                  <c:v>13.7244</c:v>
                </c:pt>
                <c:pt idx="434">
                  <c:v>13.9835</c:v>
                </c:pt>
                <c:pt idx="435">
                  <c:v>14.173</c:v>
                </c:pt>
                <c:pt idx="436">
                  <c:v>14.6698</c:v>
                </c:pt>
                <c:pt idx="437">
                  <c:v>14.1947</c:v>
                </c:pt>
                <c:pt idx="438">
                  <c:v>14.7074</c:v>
                </c:pt>
                <c:pt idx="439">
                  <c:v>14.8357</c:v>
                </c:pt>
                <c:pt idx="440">
                  <c:v>12.6685</c:v>
                </c:pt>
                <c:pt idx="441">
                  <c:v>12.5779</c:v>
                </c:pt>
                <c:pt idx="442">
                  <c:v>12.2133</c:v>
                </c:pt>
                <c:pt idx="443">
                  <c:v>11.788</c:v>
                </c:pt>
                <c:pt idx="444">
                  <c:v>12.022</c:v>
                </c:pt>
                <c:pt idx="445">
                  <c:v>12.3314</c:v>
                </c:pt>
                <c:pt idx="446">
                  <c:v>12.6964</c:v>
                </c:pt>
                <c:pt idx="447">
                  <c:v>12.6559</c:v>
                </c:pt>
                <c:pt idx="448">
                  <c:v>13.0542</c:v>
                </c:pt>
                <c:pt idx="449">
                  <c:v>13.0014</c:v>
                </c:pt>
                <c:pt idx="450">
                  <c:v>12.8892</c:v>
                </c:pt>
                <c:pt idx="451">
                  <c:v>13.1875</c:v>
                </c:pt>
                <c:pt idx="452">
                  <c:v>13.1979</c:v>
                </c:pt>
                <c:pt idx="453">
                  <c:v>13.2017</c:v>
                </c:pt>
                <c:pt idx="454">
                  <c:v>13.5746</c:v>
                </c:pt>
                <c:pt idx="455">
                  <c:v>13.5481</c:v>
                </c:pt>
                <c:pt idx="456">
                  <c:v>13.6579</c:v>
                </c:pt>
                <c:pt idx="457">
                  <c:v>13.9418</c:v>
                </c:pt>
                <c:pt idx="458">
                  <c:v>14.078</c:v>
                </c:pt>
                <c:pt idx="459">
                  <c:v>13.8163</c:v>
                </c:pt>
                <c:pt idx="460">
                  <c:v>14.1016</c:v>
                </c:pt>
                <c:pt idx="461">
                  <c:v>14.3136</c:v>
                </c:pt>
                <c:pt idx="462">
                  <c:v>14.3005</c:v>
                </c:pt>
                <c:pt idx="463">
                  <c:v>14.3745</c:v>
                </c:pt>
                <c:pt idx="464">
                  <c:v>14.6468</c:v>
                </c:pt>
                <c:pt idx="465">
                  <c:v>15.1992</c:v>
                </c:pt>
                <c:pt idx="466">
                  <c:v>15.3006</c:v>
                </c:pt>
                <c:pt idx="467">
                  <c:v>15.1971</c:v>
                </c:pt>
                <c:pt idx="468">
                  <c:v>15.7271</c:v>
                </c:pt>
                <c:pt idx="469">
                  <c:v>15.6786</c:v>
                </c:pt>
                <c:pt idx="470">
                  <c:v>15.5675</c:v>
                </c:pt>
                <c:pt idx="471">
                  <c:v>15.8382</c:v>
                </c:pt>
                <c:pt idx="472">
                  <c:v>15.848</c:v>
                </c:pt>
                <c:pt idx="473">
                  <c:v>15.6495</c:v>
                </c:pt>
                <c:pt idx="474">
                  <c:v>15.6228</c:v>
                </c:pt>
                <c:pt idx="475">
                  <c:v>15.0305</c:v>
                </c:pt>
                <c:pt idx="476">
                  <c:v>15.5825</c:v>
                </c:pt>
                <c:pt idx="477">
                  <c:v>15.7737</c:v>
                </c:pt>
                <c:pt idx="478">
                  <c:v>15.7669</c:v>
                </c:pt>
                <c:pt idx="479">
                  <c:v>15.5081</c:v>
                </c:pt>
                <c:pt idx="480">
                  <c:v>15.7842</c:v>
                </c:pt>
                <c:pt idx="481">
                  <c:v>16.0961</c:v>
                </c:pt>
                <c:pt idx="482">
                  <c:v>16.3537</c:v>
                </c:pt>
                <c:pt idx="483">
                  <c:v>16.6888</c:v>
                </c:pt>
                <c:pt idx="484">
                  <c:v>16.8263</c:v>
                </c:pt>
                <c:pt idx="485">
                  <c:v>17.1294</c:v>
                </c:pt>
                <c:pt idx="486">
                  <c:v>16.9365</c:v>
                </c:pt>
                <c:pt idx="487">
                  <c:v>17.6543</c:v>
                </c:pt>
                <c:pt idx="488">
                  <c:v>17.755</c:v>
                </c:pt>
                <c:pt idx="489">
                  <c:v>18.2034</c:v>
                </c:pt>
                <c:pt idx="490">
                  <c:v>17.1304</c:v>
                </c:pt>
                <c:pt idx="491">
                  <c:v>16.7183</c:v>
                </c:pt>
                <c:pt idx="492">
                  <c:v>12.2208</c:v>
                </c:pt>
                <c:pt idx="493">
                  <c:v>12.0246</c:v>
                </c:pt>
                <c:pt idx="494">
                  <c:v>12.0627</c:v>
                </c:pt>
                <c:pt idx="495">
                  <c:v>12.3538</c:v>
                </c:pt>
                <c:pt idx="496">
                  <c:v>12.5728</c:v>
                </c:pt>
                <c:pt idx="497">
                  <c:v>12.343</c:v>
                </c:pt>
                <c:pt idx="498">
                  <c:v>12.0953</c:v>
                </c:pt>
                <c:pt idx="499">
                  <c:v>12.7122</c:v>
                </c:pt>
                <c:pt idx="500">
                  <c:v>12.4831</c:v>
                </c:pt>
                <c:pt idx="501">
                  <c:v>12.5619</c:v>
                </c:pt>
                <c:pt idx="502">
                  <c:v>12.9821</c:v>
                </c:pt>
                <c:pt idx="503">
                  <c:v>12.7375</c:v>
                </c:pt>
                <c:pt idx="504">
                  <c:v>12.6745</c:v>
                </c:pt>
                <c:pt idx="505">
                  <c:v>13.1358</c:v>
                </c:pt>
                <c:pt idx="506">
                  <c:v>12.5484</c:v>
                </c:pt>
                <c:pt idx="507">
                  <c:v>12.5856</c:v>
                </c:pt>
                <c:pt idx="508">
                  <c:v>12.2721</c:v>
                </c:pt>
                <c:pt idx="509">
                  <c:v>11.685</c:v>
                </c:pt>
                <c:pt idx="510">
                  <c:v>11.656</c:v>
                </c:pt>
                <c:pt idx="511">
                  <c:v>11.6362</c:v>
                </c:pt>
                <c:pt idx="512">
                  <c:v>11.3918</c:v>
                </c:pt>
                <c:pt idx="513">
                  <c:v>11.6637</c:v>
                </c:pt>
                <c:pt idx="514">
                  <c:v>11.6537</c:v>
                </c:pt>
                <c:pt idx="515">
                  <c:v>11.6385</c:v>
                </c:pt>
                <c:pt idx="516">
                  <c:v>11.545</c:v>
                </c:pt>
                <c:pt idx="517">
                  <c:v>11.4594</c:v>
                </c:pt>
                <c:pt idx="518">
                  <c:v>11.5193</c:v>
                </c:pt>
                <c:pt idx="519">
                  <c:v>11.6126</c:v>
                </c:pt>
                <c:pt idx="520">
                  <c:v>11.4357</c:v>
                </c:pt>
                <c:pt idx="521">
                  <c:v>11.3928</c:v>
                </c:pt>
              </c:numCache>
            </c:numRef>
          </c:val>
          <c:smooth val="0"/>
        </c:ser>
        <c:ser>
          <c:idx val="3"/>
          <c:order val="3"/>
          <c:tx>
            <c:strRef>
              <c:f>Sheet1!$E$1</c:f>
              <c:strCache>
                <c:ptCount val="1"/>
                <c:pt idx="0">
                  <c:v>10Y avg (ID)</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ser>
        <c:ser>
          <c:idx val="4"/>
          <c:order val="4"/>
          <c:tx>
            <c:strRef>
              <c:f>Sheet1!$F$1</c:f>
              <c:strCache>
                <c:ptCount val="1"/>
                <c:pt idx="0">
                  <c:v>±1σ (ID)</c:v>
                </c:pt>
              </c:strCache>
            </c:strRef>
          </c:tx>
          <c:spPr>
            <a:ln w="9525" cap="rnd">
              <a:solidFill>
                <a:srgbClr val="002060"/>
              </a:solidFill>
              <a:prstDash val="sys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18.19</c:v>
                </c:pt>
                <c:pt idx="1">
                  <c:v>18.19</c:v>
                </c:pt>
                <c:pt idx="2">
                  <c:v>18.19</c:v>
                </c:pt>
                <c:pt idx="3">
                  <c:v>18.19</c:v>
                </c:pt>
                <c:pt idx="4">
                  <c:v>18.19</c:v>
                </c:pt>
                <c:pt idx="5">
                  <c:v>18.19</c:v>
                </c:pt>
                <c:pt idx="6">
                  <c:v>18.19</c:v>
                </c:pt>
                <c:pt idx="7">
                  <c:v>18.19</c:v>
                </c:pt>
                <c:pt idx="8">
                  <c:v>18.19</c:v>
                </c:pt>
                <c:pt idx="9">
                  <c:v>18.19</c:v>
                </c:pt>
                <c:pt idx="10">
                  <c:v>18.19</c:v>
                </c:pt>
                <c:pt idx="11">
                  <c:v>18.19</c:v>
                </c:pt>
                <c:pt idx="12">
                  <c:v>18.19</c:v>
                </c:pt>
                <c:pt idx="13">
                  <c:v>18.19</c:v>
                </c:pt>
                <c:pt idx="14">
                  <c:v>18.19</c:v>
                </c:pt>
                <c:pt idx="15">
                  <c:v>18.19</c:v>
                </c:pt>
                <c:pt idx="16">
                  <c:v>18.19</c:v>
                </c:pt>
                <c:pt idx="17">
                  <c:v>18.19</c:v>
                </c:pt>
                <c:pt idx="18">
                  <c:v>18.19</c:v>
                </c:pt>
                <c:pt idx="19">
                  <c:v>18.19</c:v>
                </c:pt>
                <c:pt idx="20">
                  <c:v>18.19</c:v>
                </c:pt>
                <c:pt idx="21">
                  <c:v>18.19</c:v>
                </c:pt>
                <c:pt idx="22">
                  <c:v>18.19</c:v>
                </c:pt>
                <c:pt idx="23">
                  <c:v>18.19</c:v>
                </c:pt>
                <c:pt idx="24">
                  <c:v>18.19</c:v>
                </c:pt>
                <c:pt idx="25">
                  <c:v>18.19</c:v>
                </c:pt>
                <c:pt idx="26">
                  <c:v>18.19</c:v>
                </c:pt>
                <c:pt idx="27">
                  <c:v>18.19</c:v>
                </c:pt>
                <c:pt idx="28">
                  <c:v>18.19</c:v>
                </c:pt>
                <c:pt idx="29">
                  <c:v>18.19</c:v>
                </c:pt>
                <c:pt idx="30">
                  <c:v>18.19</c:v>
                </c:pt>
                <c:pt idx="31">
                  <c:v>18.19</c:v>
                </c:pt>
                <c:pt idx="32">
                  <c:v>18.19</c:v>
                </c:pt>
                <c:pt idx="33">
                  <c:v>18.19</c:v>
                </c:pt>
                <c:pt idx="34">
                  <c:v>18.19</c:v>
                </c:pt>
                <c:pt idx="35">
                  <c:v>18.19</c:v>
                </c:pt>
                <c:pt idx="36">
                  <c:v>18.19</c:v>
                </c:pt>
                <c:pt idx="37">
                  <c:v>18.19</c:v>
                </c:pt>
                <c:pt idx="38">
                  <c:v>18.19</c:v>
                </c:pt>
                <c:pt idx="39">
                  <c:v>18.19</c:v>
                </c:pt>
                <c:pt idx="40">
                  <c:v>18.19</c:v>
                </c:pt>
                <c:pt idx="41">
                  <c:v>18.19</c:v>
                </c:pt>
                <c:pt idx="42">
                  <c:v>18.19</c:v>
                </c:pt>
                <c:pt idx="43">
                  <c:v>18.19</c:v>
                </c:pt>
                <c:pt idx="44">
                  <c:v>18.19</c:v>
                </c:pt>
                <c:pt idx="45">
                  <c:v>18.19</c:v>
                </c:pt>
                <c:pt idx="46">
                  <c:v>18.19</c:v>
                </c:pt>
                <c:pt idx="47">
                  <c:v>18.19</c:v>
                </c:pt>
                <c:pt idx="48">
                  <c:v>18.19</c:v>
                </c:pt>
                <c:pt idx="49">
                  <c:v>18.19</c:v>
                </c:pt>
                <c:pt idx="50">
                  <c:v>18.19</c:v>
                </c:pt>
                <c:pt idx="51">
                  <c:v>18.19</c:v>
                </c:pt>
                <c:pt idx="52">
                  <c:v>18.19</c:v>
                </c:pt>
                <c:pt idx="53">
                  <c:v>18.19</c:v>
                </c:pt>
                <c:pt idx="54">
                  <c:v>18.19</c:v>
                </c:pt>
                <c:pt idx="55">
                  <c:v>18.19</c:v>
                </c:pt>
                <c:pt idx="56">
                  <c:v>18.19</c:v>
                </c:pt>
                <c:pt idx="57">
                  <c:v>18.19</c:v>
                </c:pt>
                <c:pt idx="58">
                  <c:v>18.19</c:v>
                </c:pt>
                <c:pt idx="59">
                  <c:v>18.19</c:v>
                </c:pt>
                <c:pt idx="60">
                  <c:v>18.19</c:v>
                </c:pt>
                <c:pt idx="61">
                  <c:v>18.19</c:v>
                </c:pt>
                <c:pt idx="62">
                  <c:v>18.19</c:v>
                </c:pt>
                <c:pt idx="63">
                  <c:v>18.19</c:v>
                </c:pt>
                <c:pt idx="64">
                  <c:v>18.19</c:v>
                </c:pt>
                <c:pt idx="65">
                  <c:v>18.19</c:v>
                </c:pt>
                <c:pt idx="66">
                  <c:v>18.19</c:v>
                </c:pt>
                <c:pt idx="67">
                  <c:v>18.19</c:v>
                </c:pt>
                <c:pt idx="68">
                  <c:v>18.19</c:v>
                </c:pt>
                <c:pt idx="69">
                  <c:v>18.19</c:v>
                </c:pt>
                <c:pt idx="70">
                  <c:v>18.19</c:v>
                </c:pt>
                <c:pt idx="71">
                  <c:v>18.19</c:v>
                </c:pt>
                <c:pt idx="72">
                  <c:v>18.19</c:v>
                </c:pt>
                <c:pt idx="73">
                  <c:v>18.19</c:v>
                </c:pt>
                <c:pt idx="74">
                  <c:v>18.19</c:v>
                </c:pt>
                <c:pt idx="75">
                  <c:v>18.19</c:v>
                </c:pt>
                <c:pt idx="76">
                  <c:v>18.19</c:v>
                </c:pt>
                <c:pt idx="77">
                  <c:v>18.19</c:v>
                </c:pt>
                <c:pt idx="78">
                  <c:v>18.19</c:v>
                </c:pt>
                <c:pt idx="79">
                  <c:v>18.19</c:v>
                </c:pt>
                <c:pt idx="80">
                  <c:v>18.19</c:v>
                </c:pt>
                <c:pt idx="81">
                  <c:v>18.19</c:v>
                </c:pt>
                <c:pt idx="82">
                  <c:v>18.19</c:v>
                </c:pt>
                <c:pt idx="83">
                  <c:v>18.19</c:v>
                </c:pt>
                <c:pt idx="84">
                  <c:v>18.19</c:v>
                </c:pt>
                <c:pt idx="85">
                  <c:v>18.19</c:v>
                </c:pt>
                <c:pt idx="86">
                  <c:v>18.19</c:v>
                </c:pt>
                <c:pt idx="87">
                  <c:v>18.19</c:v>
                </c:pt>
                <c:pt idx="88">
                  <c:v>18.19</c:v>
                </c:pt>
                <c:pt idx="89">
                  <c:v>18.19</c:v>
                </c:pt>
                <c:pt idx="90">
                  <c:v>18.19</c:v>
                </c:pt>
                <c:pt idx="91">
                  <c:v>18.19</c:v>
                </c:pt>
                <c:pt idx="92">
                  <c:v>18.19</c:v>
                </c:pt>
                <c:pt idx="93">
                  <c:v>18.19</c:v>
                </c:pt>
                <c:pt idx="94">
                  <c:v>18.19</c:v>
                </c:pt>
                <c:pt idx="95">
                  <c:v>18.19</c:v>
                </c:pt>
                <c:pt idx="96">
                  <c:v>18.19</c:v>
                </c:pt>
                <c:pt idx="97">
                  <c:v>18.19</c:v>
                </c:pt>
                <c:pt idx="98">
                  <c:v>18.19</c:v>
                </c:pt>
                <c:pt idx="99">
                  <c:v>18.19</c:v>
                </c:pt>
                <c:pt idx="100">
                  <c:v>18.19</c:v>
                </c:pt>
                <c:pt idx="101">
                  <c:v>18.19</c:v>
                </c:pt>
                <c:pt idx="102">
                  <c:v>18.19</c:v>
                </c:pt>
                <c:pt idx="103">
                  <c:v>18.19</c:v>
                </c:pt>
                <c:pt idx="104">
                  <c:v>18.19</c:v>
                </c:pt>
                <c:pt idx="105">
                  <c:v>18.19</c:v>
                </c:pt>
                <c:pt idx="106">
                  <c:v>18.19</c:v>
                </c:pt>
                <c:pt idx="107">
                  <c:v>18.19</c:v>
                </c:pt>
                <c:pt idx="108">
                  <c:v>18.19</c:v>
                </c:pt>
                <c:pt idx="109">
                  <c:v>18.19</c:v>
                </c:pt>
                <c:pt idx="110">
                  <c:v>18.19</c:v>
                </c:pt>
                <c:pt idx="111">
                  <c:v>18.19</c:v>
                </c:pt>
                <c:pt idx="112">
                  <c:v>18.19</c:v>
                </c:pt>
                <c:pt idx="113">
                  <c:v>18.19</c:v>
                </c:pt>
                <c:pt idx="114">
                  <c:v>18.19</c:v>
                </c:pt>
                <c:pt idx="115">
                  <c:v>18.19</c:v>
                </c:pt>
                <c:pt idx="116">
                  <c:v>18.19</c:v>
                </c:pt>
                <c:pt idx="117">
                  <c:v>18.19</c:v>
                </c:pt>
                <c:pt idx="118">
                  <c:v>18.19</c:v>
                </c:pt>
                <c:pt idx="119">
                  <c:v>18.19</c:v>
                </c:pt>
                <c:pt idx="120">
                  <c:v>18.19</c:v>
                </c:pt>
                <c:pt idx="121">
                  <c:v>18.19</c:v>
                </c:pt>
                <c:pt idx="122">
                  <c:v>18.19</c:v>
                </c:pt>
                <c:pt idx="123">
                  <c:v>18.19</c:v>
                </c:pt>
                <c:pt idx="124">
                  <c:v>18.19</c:v>
                </c:pt>
                <c:pt idx="125">
                  <c:v>18.19</c:v>
                </c:pt>
                <c:pt idx="126">
                  <c:v>18.19</c:v>
                </c:pt>
                <c:pt idx="127">
                  <c:v>18.19</c:v>
                </c:pt>
                <c:pt idx="128">
                  <c:v>18.19</c:v>
                </c:pt>
                <c:pt idx="129">
                  <c:v>18.19</c:v>
                </c:pt>
                <c:pt idx="130">
                  <c:v>18.19</c:v>
                </c:pt>
                <c:pt idx="131">
                  <c:v>18.19</c:v>
                </c:pt>
                <c:pt idx="132">
                  <c:v>18.19</c:v>
                </c:pt>
                <c:pt idx="133">
                  <c:v>18.19</c:v>
                </c:pt>
                <c:pt idx="134">
                  <c:v>18.19</c:v>
                </c:pt>
                <c:pt idx="135">
                  <c:v>18.19</c:v>
                </c:pt>
                <c:pt idx="136">
                  <c:v>18.19</c:v>
                </c:pt>
                <c:pt idx="137">
                  <c:v>18.19</c:v>
                </c:pt>
                <c:pt idx="138">
                  <c:v>18.19</c:v>
                </c:pt>
                <c:pt idx="139">
                  <c:v>18.19</c:v>
                </c:pt>
                <c:pt idx="140">
                  <c:v>18.19</c:v>
                </c:pt>
                <c:pt idx="141">
                  <c:v>18.19</c:v>
                </c:pt>
                <c:pt idx="142">
                  <c:v>18.19</c:v>
                </c:pt>
                <c:pt idx="143">
                  <c:v>18.19</c:v>
                </c:pt>
                <c:pt idx="144">
                  <c:v>18.19</c:v>
                </c:pt>
                <c:pt idx="145">
                  <c:v>18.19</c:v>
                </c:pt>
                <c:pt idx="146">
                  <c:v>18.19</c:v>
                </c:pt>
                <c:pt idx="147">
                  <c:v>18.19</c:v>
                </c:pt>
                <c:pt idx="148">
                  <c:v>18.19</c:v>
                </c:pt>
                <c:pt idx="149">
                  <c:v>18.19</c:v>
                </c:pt>
                <c:pt idx="150">
                  <c:v>18.19</c:v>
                </c:pt>
                <c:pt idx="151">
                  <c:v>18.19</c:v>
                </c:pt>
                <c:pt idx="152">
                  <c:v>18.19</c:v>
                </c:pt>
                <c:pt idx="153">
                  <c:v>18.19</c:v>
                </c:pt>
                <c:pt idx="154">
                  <c:v>18.19</c:v>
                </c:pt>
                <c:pt idx="155">
                  <c:v>18.19</c:v>
                </c:pt>
                <c:pt idx="156">
                  <c:v>18.19</c:v>
                </c:pt>
                <c:pt idx="157">
                  <c:v>18.19</c:v>
                </c:pt>
                <c:pt idx="158">
                  <c:v>18.19</c:v>
                </c:pt>
                <c:pt idx="159">
                  <c:v>18.19</c:v>
                </c:pt>
                <c:pt idx="160">
                  <c:v>18.19</c:v>
                </c:pt>
                <c:pt idx="161">
                  <c:v>18.19</c:v>
                </c:pt>
                <c:pt idx="162">
                  <c:v>18.19</c:v>
                </c:pt>
                <c:pt idx="163">
                  <c:v>18.19</c:v>
                </c:pt>
                <c:pt idx="164">
                  <c:v>18.19</c:v>
                </c:pt>
                <c:pt idx="165">
                  <c:v>18.19</c:v>
                </c:pt>
                <c:pt idx="166">
                  <c:v>18.19</c:v>
                </c:pt>
                <c:pt idx="167">
                  <c:v>18.19</c:v>
                </c:pt>
                <c:pt idx="168">
                  <c:v>18.19</c:v>
                </c:pt>
                <c:pt idx="169">
                  <c:v>18.19</c:v>
                </c:pt>
                <c:pt idx="170">
                  <c:v>18.19</c:v>
                </c:pt>
                <c:pt idx="171">
                  <c:v>18.19</c:v>
                </c:pt>
                <c:pt idx="172">
                  <c:v>18.19</c:v>
                </c:pt>
                <c:pt idx="173">
                  <c:v>18.19</c:v>
                </c:pt>
                <c:pt idx="174">
                  <c:v>18.19</c:v>
                </c:pt>
                <c:pt idx="175">
                  <c:v>18.19</c:v>
                </c:pt>
                <c:pt idx="176">
                  <c:v>18.19</c:v>
                </c:pt>
                <c:pt idx="177">
                  <c:v>18.19</c:v>
                </c:pt>
                <c:pt idx="178">
                  <c:v>18.19</c:v>
                </c:pt>
                <c:pt idx="179">
                  <c:v>18.19</c:v>
                </c:pt>
                <c:pt idx="180">
                  <c:v>18.19</c:v>
                </c:pt>
                <c:pt idx="181">
                  <c:v>18.19</c:v>
                </c:pt>
                <c:pt idx="182">
                  <c:v>18.19</c:v>
                </c:pt>
                <c:pt idx="183">
                  <c:v>18.19</c:v>
                </c:pt>
                <c:pt idx="184">
                  <c:v>18.19</c:v>
                </c:pt>
                <c:pt idx="185">
                  <c:v>18.19</c:v>
                </c:pt>
                <c:pt idx="186">
                  <c:v>18.19</c:v>
                </c:pt>
                <c:pt idx="187">
                  <c:v>18.19</c:v>
                </c:pt>
                <c:pt idx="188">
                  <c:v>18.19</c:v>
                </c:pt>
                <c:pt idx="189">
                  <c:v>18.19</c:v>
                </c:pt>
                <c:pt idx="190">
                  <c:v>18.19</c:v>
                </c:pt>
                <c:pt idx="191">
                  <c:v>18.19</c:v>
                </c:pt>
                <c:pt idx="192">
                  <c:v>18.19</c:v>
                </c:pt>
                <c:pt idx="193">
                  <c:v>18.19</c:v>
                </c:pt>
                <c:pt idx="194">
                  <c:v>18.19</c:v>
                </c:pt>
                <c:pt idx="195">
                  <c:v>18.19</c:v>
                </c:pt>
                <c:pt idx="196">
                  <c:v>18.19</c:v>
                </c:pt>
                <c:pt idx="197">
                  <c:v>18.19</c:v>
                </c:pt>
                <c:pt idx="198">
                  <c:v>18.19</c:v>
                </c:pt>
                <c:pt idx="199">
                  <c:v>18.19</c:v>
                </c:pt>
                <c:pt idx="200">
                  <c:v>18.19</c:v>
                </c:pt>
                <c:pt idx="201">
                  <c:v>18.19</c:v>
                </c:pt>
                <c:pt idx="202">
                  <c:v>18.19</c:v>
                </c:pt>
                <c:pt idx="203">
                  <c:v>18.19</c:v>
                </c:pt>
                <c:pt idx="204">
                  <c:v>18.19</c:v>
                </c:pt>
                <c:pt idx="205">
                  <c:v>18.19</c:v>
                </c:pt>
                <c:pt idx="206">
                  <c:v>18.19</c:v>
                </c:pt>
                <c:pt idx="207">
                  <c:v>18.19</c:v>
                </c:pt>
                <c:pt idx="208">
                  <c:v>18.19</c:v>
                </c:pt>
                <c:pt idx="209">
                  <c:v>18.19</c:v>
                </c:pt>
                <c:pt idx="210">
                  <c:v>18.19</c:v>
                </c:pt>
                <c:pt idx="211">
                  <c:v>18.19</c:v>
                </c:pt>
                <c:pt idx="212">
                  <c:v>18.19</c:v>
                </c:pt>
                <c:pt idx="213">
                  <c:v>18.19</c:v>
                </c:pt>
                <c:pt idx="214">
                  <c:v>18.19</c:v>
                </c:pt>
                <c:pt idx="215">
                  <c:v>18.19</c:v>
                </c:pt>
                <c:pt idx="216">
                  <c:v>18.19</c:v>
                </c:pt>
                <c:pt idx="217">
                  <c:v>18.19</c:v>
                </c:pt>
                <c:pt idx="218">
                  <c:v>18.19</c:v>
                </c:pt>
                <c:pt idx="219">
                  <c:v>18.19</c:v>
                </c:pt>
                <c:pt idx="220">
                  <c:v>18.19</c:v>
                </c:pt>
                <c:pt idx="221">
                  <c:v>18.19</c:v>
                </c:pt>
                <c:pt idx="222">
                  <c:v>18.19</c:v>
                </c:pt>
                <c:pt idx="223">
                  <c:v>18.19</c:v>
                </c:pt>
                <c:pt idx="224">
                  <c:v>18.19</c:v>
                </c:pt>
                <c:pt idx="225">
                  <c:v>18.19</c:v>
                </c:pt>
                <c:pt idx="226">
                  <c:v>18.19</c:v>
                </c:pt>
                <c:pt idx="227">
                  <c:v>18.19</c:v>
                </c:pt>
                <c:pt idx="228">
                  <c:v>18.19</c:v>
                </c:pt>
                <c:pt idx="229">
                  <c:v>18.19</c:v>
                </c:pt>
                <c:pt idx="230">
                  <c:v>18.19</c:v>
                </c:pt>
                <c:pt idx="231">
                  <c:v>18.19</c:v>
                </c:pt>
                <c:pt idx="232">
                  <c:v>18.19</c:v>
                </c:pt>
                <c:pt idx="233">
                  <c:v>18.19</c:v>
                </c:pt>
                <c:pt idx="234">
                  <c:v>18.19</c:v>
                </c:pt>
                <c:pt idx="235">
                  <c:v>18.19</c:v>
                </c:pt>
                <c:pt idx="236">
                  <c:v>18.19</c:v>
                </c:pt>
                <c:pt idx="237">
                  <c:v>18.19</c:v>
                </c:pt>
                <c:pt idx="238">
                  <c:v>18.19</c:v>
                </c:pt>
                <c:pt idx="239">
                  <c:v>18.19</c:v>
                </c:pt>
                <c:pt idx="240">
                  <c:v>18.19</c:v>
                </c:pt>
                <c:pt idx="241">
                  <c:v>18.19</c:v>
                </c:pt>
                <c:pt idx="242">
                  <c:v>18.19</c:v>
                </c:pt>
                <c:pt idx="243">
                  <c:v>18.19</c:v>
                </c:pt>
                <c:pt idx="244">
                  <c:v>18.19</c:v>
                </c:pt>
                <c:pt idx="245">
                  <c:v>18.19</c:v>
                </c:pt>
                <c:pt idx="246">
                  <c:v>18.19</c:v>
                </c:pt>
                <c:pt idx="247">
                  <c:v>18.19</c:v>
                </c:pt>
                <c:pt idx="248">
                  <c:v>18.19</c:v>
                </c:pt>
                <c:pt idx="249">
                  <c:v>18.19</c:v>
                </c:pt>
                <c:pt idx="250">
                  <c:v>18.19</c:v>
                </c:pt>
                <c:pt idx="251">
                  <c:v>18.19</c:v>
                </c:pt>
                <c:pt idx="252">
                  <c:v>18.19</c:v>
                </c:pt>
                <c:pt idx="253">
                  <c:v>18.19</c:v>
                </c:pt>
                <c:pt idx="254">
                  <c:v>18.19</c:v>
                </c:pt>
                <c:pt idx="255">
                  <c:v>18.19</c:v>
                </c:pt>
                <c:pt idx="256">
                  <c:v>18.19</c:v>
                </c:pt>
                <c:pt idx="257">
                  <c:v>18.19</c:v>
                </c:pt>
                <c:pt idx="258">
                  <c:v>18.19</c:v>
                </c:pt>
                <c:pt idx="259">
                  <c:v>18.19</c:v>
                </c:pt>
                <c:pt idx="260">
                  <c:v>18.19</c:v>
                </c:pt>
                <c:pt idx="261">
                  <c:v>18.19</c:v>
                </c:pt>
                <c:pt idx="262">
                  <c:v>18.19</c:v>
                </c:pt>
                <c:pt idx="263">
                  <c:v>18.19</c:v>
                </c:pt>
                <c:pt idx="264">
                  <c:v>18.19</c:v>
                </c:pt>
                <c:pt idx="265">
                  <c:v>18.19</c:v>
                </c:pt>
                <c:pt idx="266">
                  <c:v>18.19</c:v>
                </c:pt>
                <c:pt idx="267">
                  <c:v>18.19</c:v>
                </c:pt>
                <c:pt idx="268">
                  <c:v>18.19</c:v>
                </c:pt>
                <c:pt idx="269">
                  <c:v>18.19</c:v>
                </c:pt>
                <c:pt idx="270">
                  <c:v>18.19</c:v>
                </c:pt>
                <c:pt idx="271">
                  <c:v>18.19</c:v>
                </c:pt>
                <c:pt idx="272">
                  <c:v>18.19</c:v>
                </c:pt>
                <c:pt idx="273">
                  <c:v>18.19</c:v>
                </c:pt>
                <c:pt idx="274">
                  <c:v>18.19</c:v>
                </c:pt>
                <c:pt idx="275">
                  <c:v>18.19</c:v>
                </c:pt>
                <c:pt idx="276">
                  <c:v>18.19</c:v>
                </c:pt>
                <c:pt idx="277">
                  <c:v>18.19</c:v>
                </c:pt>
                <c:pt idx="278">
                  <c:v>18.19</c:v>
                </c:pt>
                <c:pt idx="279">
                  <c:v>18.19</c:v>
                </c:pt>
                <c:pt idx="280">
                  <c:v>18.19</c:v>
                </c:pt>
                <c:pt idx="281">
                  <c:v>18.19</c:v>
                </c:pt>
                <c:pt idx="282">
                  <c:v>18.19</c:v>
                </c:pt>
                <c:pt idx="283">
                  <c:v>18.19</c:v>
                </c:pt>
                <c:pt idx="284">
                  <c:v>18.19</c:v>
                </c:pt>
                <c:pt idx="285">
                  <c:v>18.19</c:v>
                </c:pt>
                <c:pt idx="286">
                  <c:v>18.19</c:v>
                </c:pt>
                <c:pt idx="287">
                  <c:v>18.19</c:v>
                </c:pt>
                <c:pt idx="288">
                  <c:v>18.19</c:v>
                </c:pt>
                <c:pt idx="289">
                  <c:v>18.19</c:v>
                </c:pt>
                <c:pt idx="290">
                  <c:v>18.19</c:v>
                </c:pt>
                <c:pt idx="291">
                  <c:v>18.19</c:v>
                </c:pt>
                <c:pt idx="292">
                  <c:v>18.19</c:v>
                </c:pt>
                <c:pt idx="293">
                  <c:v>18.19</c:v>
                </c:pt>
                <c:pt idx="294">
                  <c:v>18.19</c:v>
                </c:pt>
                <c:pt idx="295">
                  <c:v>18.19</c:v>
                </c:pt>
                <c:pt idx="296">
                  <c:v>18.19</c:v>
                </c:pt>
                <c:pt idx="297">
                  <c:v>18.19</c:v>
                </c:pt>
                <c:pt idx="298">
                  <c:v>18.19</c:v>
                </c:pt>
                <c:pt idx="299">
                  <c:v>18.19</c:v>
                </c:pt>
                <c:pt idx="300">
                  <c:v>18.19</c:v>
                </c:pt>
                <c:pt idx="301">
                  <c:v>18.19</c:v>
                </c:pt>
                <c:pt idx="302">
                  <c:v>18.19</c:v>
                </c:pt>
                <c:pt idx="303">
                  <c:v>18.19</c:v>
                </c:pt>
                <c:pt idx="304">
                  <c:v>18.19</c:v>
                </c:pt>
                <c:pt idx="305">
                  <c:v>18.19</c:v>
                </c:pt>
                <c:pt idx="306">
                  <c:v>18.19</c:v>
                </c:pt>
                <c:pt idx="307">
                  <c:v>18.19</c:v>
                </c:pt>
                <c:pt idx="308">
                  <c:v>18.19</c:v>
                </c:pt>
                <c:pt idx="309">
                  <c:v>18.19</c:v>
                </c:pt>
                <c:pt idx="310">
                  <c:v>18.19</c:v>
                </c:pt>
                <c:pt idx="311">
                  <c:v>18.19</c:v>
                </c:pt>
                <c:pt idx="312">
                  <c:v>18.19</c:v>
                </c:pt>
                <c:pt idx="313">
                  <c:v>18.19</c:v>
                </c:pt>
                <c:pt idx="314">
                  <c:v>18.19</c:v>
                </c:pt>
                <c:pt idx="315">
                  <c:v>18.19</c:v>
                </c:pt>
                <c:pt idx="316">
                  <c:v>18.19</c:v>
                </c:pt>
                <c:pt idx="317">
                  <c:v>18.19</c:v>
                </c:pt>
                <c:pt idx="318">
                  <c:v>18.19</c:v>
                </c:pt>
                <c:pt idx="319">
                  <c:v>18.19</c:v>
                </c:pt>
                <c:pt idx="320">
                  <c:v>18.19</c:v>
                </c:pt>
                <c:pt idx="321">
                  <c:v>18.19</c:v>
                </c:pt>
                <c:pt idx="322">
                  <c:v>18.19</c:v>
                </c:pt>
                <c:pt idx="323">
                  <c:v>18.19</c:v>
                </c:pt>
                <c:pt idx="324">
                  <c:v>18.19</c:v>
                </c:pt>
                <c:pt idx="325">
                  <c:v>18.19</c:v>
                </c:pt>
                <c:pt idx="326">
                  <c:v>18.19</c:v>
                </c:pt>
                <c:pt idx="327">
                  <c:v>18.19</c:v>
                </c:pt>
                <c:pt idx="328">
                  <c:v>18.19</c:v>
                </c:pt>
                <c:pt idx="329">
                  <c:v>18.19</c:v>
                </c:pt>
                <c:pt idx="330">
                  <c:v>18.19</c:v>
                </c:pt>
                <c:pt idx="331">
                  <c:v>18.19</c:v>
                </c:pt>
                <c:pt idx="332">
                  <c:v>18.19</c:v>
                </c:pt>
                <c:pt idx="333">
                  <c:v>18.19</c:v>
                </c:pt>
                <c:pt idx="334">
                  <c:v>18.19</c:v>
                </c:pt>
                <c:pt idx="335">
                  <c:v>18.19</c:v>
                </c:pt>
                <c:pt idx="336">
                  <c:v>18.19</c:v>
                </c:pt>
                <c:pt idx="337">
                  <c:v>18.19</c:v>
                </c:pt>
                <c:pt idx="338">
                  <c:v>18.19</c:v>
                </c:pt>
                <c:pt idx="339">
                  <c:v>18.19</c:v>
                </c:pt>
                <c:pt idx="340">
                  <c:v>18.19</c:v>
                </c:pt>
                <c:pt idx="341">
                  <c:v>18.19</c:v>
                </c:pt>
                <c:pt idx="342">
                  <c:v>18.19</c:v>
                </c:pt>
                <c:pt idx="343">
                  <c:v>18.19</c:v>
                </c:pt>
                <c:pt idx="344">
                  <c:v>18.19</c:v>
                </c:pt>
                <c:pt idx="345">
                  <c:v>18.19</c:v>
                </c:pt>
                <c:pt idx="346">
                  <c:v>18.19</c:v>
                </c:pt>
                <c:pt idx="347">
                  <c:v>18.19</c:v>
                </c:pt>
                <c:pt idx="348">
                  <c:v>18.19</c:v>
                </c:pt>
                <c:pt idx="349">
                  <c:v>18.19</c:v>
                </c:pt>
                <c:pt idx="350">
                  <c:v>18.19</c:v>
                </c:pt>
                <c:pt idx="351">
                  <c:v>18.19</c:v>
                </c:pt>
                <c:pt idx="352">
                  <c:v>18.19</c:v>
                </c:pt>
                <c:pt idx="353">
                  <c:v>18.19</c:v>
                </c:pt>
                <c:pt idx="354">
                  <c:v>18.19</c:v>
                </c:pt>
                <c:pt idx="355">
                  <c:v>18.19</c:v>
                </c:pt>
                <c:pt idx="356">
                  <c:v>18.19</c:v>
                </c:pt>
                <c:pt idx="357">
                  <c:v>18.19</c:v>
                </c:pt>
                <c:pt idx="358">
                  <c:v>18.19</c:v>
                </c:pt>
                <c:pt idx="359">
                  <c:v>18.19</c:v>
                </c:pt>
                <c:pt idx="360">
                  <c:v>18.19</c:v>
                </c:pt>
                <c:pt idx="361">
                  <c:v>18.19</c:v>
                </c:pt>
                <c:pt idx="362">
                  <c:v>18.19</c:v>
                </c:pt>
                <c:pt idx="363">
                  <c:v>18.19</c:v>
                </c:pt>
                <c:pt idx="364">
                  <c:v>18.19</c:v>
                </c:pt>
                <c:pt idx="365">
                  <c:v>18.19</c:v>
                </c:pt>
                <c:pt idx="366">
                  <c:v>18.19</c:v>
                </c:pt>
                <c:pt idx="367">
                  <c:v>18.19</c:v>
                </c:pt>
                <c:pt idx="368">
                  <c:v>18.19</c:v>
                </c:pt>
                <c:pt idx="369">
                  <c:v>18.19</c:v>
                </c:pt>
                <c:pt idx="370">
                  <c:v>18.19</c:v>
                </c:pt>
                <c:pt idx="371">
                  <c:v>18.19</c:v>
                </c:pt>
                <c:pt idx="372">
                  <c:v>18.19</c:v>
                </c:pt>
                <c:pt idx="373">
                  <c:v>18.19</c:v>
                </c:pt>
                <c:pt idx="374">
                  <c:v>18.19</c:v>
                </c:pt>
                <c:pt idx="375">
                  <c:v>18.19</c:v>
                </c:pt>
                <c:pt idx="376">
                  <c:v>18.19</c:v>
                </c:pt>
                <c:pt idx="377">
                  <c:v>18.19</c:v>
                </c:pt>
                <c:pt idx="378">
                  <c:v>18.19</c:v>
                </c:pt>
                <c:pt idx="379">
                  <c:v>18.19</c:v>
                </c:pt>
                <c:pt idx="380">
                  <c:v>18.19</c:v>
                </c:pt>
                <c:pt idx="381">
                  <c:v>18.19</c:v>
                </c:pt>
                <c:pt idx="382">
                  <c:v>18.19</c:v>
                </c:pt>
                <c:pt idx="383">
                  <c:v>18.19</c:v>
                </c:pt>
                <c:pt idx="384">
                  <c:v>18.19</c:v>
                </c:pt>
                <c:pt idx="385">
                  <c:v>18.19</c:v>
                </c:pt>
                <c:pt idx="386">
                  <c:v>18.19</c:v>
                </c:pt>
                <c:pt idx="387">
                  <c:v>18.19</c:v>
                </c:pt>
                <c:pt idx="388">
                  <c:v>18.19</c:v>
                </c:pt>
                <c:pt idx="389">
                  <c:v>18.19</c:v>
                </c:pt>
                <c:pt idx="390">
                  <c:v>18.19</c:v>
                </c:pt>
                <c:pt idx="391">
                  <c:v>18.19</c:v>
                </c:pt>
                <c:pt idx="392">
                  <c:v>18.19</c:v>
                </c:pt>
                <c:pt idx="393">
                  <c:v>18.19</c:v>
                </c:pt>
                <c:pt idx="394">
                  <c:v>18.19</c:v>
                </c:pt>
                <c:pt idx="395">
                  <c:v>18.19</c:v>
                </c:pt>
                <c:pt idx="396">
                  <c:v>18.19</c:v>
                </c:pt>
                <c:pt idx="397">
                  <c:v>18.19</c:v>
                </c:pt>
                <c:pt idx="398">
                  <c:v>18.19</c:v>
                </c:pt>
                <c:pt idx="399">
                  <c:v>18.19</c:v>
                </c:pt>
                <c:pt idx="400">
                  <c:v>18.19</c:v>
                </c:pt>
                <c:pt idx="401">
                  <c:v>18.19</c:v>
                </c:pt>
                <c:pt idx="402">
                  <c:v>18.19</c:v>
                </c:pt>
                <c:pt idx="403">
                  <c:v>18.19</c:v>
                </c:pt>
                <c:pt idx="404">
                  <c:v>18.19</c:v>
                </c:pt>
                <c:pt idx="405">
                  <c:v>18.19</c:v>
                </c:pt>
                <c:pt idx="406">
                  <c:v>18.19</c:v>
                </c:pt>
                <c:pt idx="407">
                  <c:v>18.19</c:v>
                </c:pt>
                <c:pt idx="408">
                  <c:v>18.19</c:v>
                </c:pt>
                <c:pt idx="409">
                  <c:v>18.19</c:v>
                </c:pt>
                <c:pt idx="410">
                  <c:v>18.19</c:v>
                </c:pt>
                <c:pt idx="411">
                  <c:v>18.19</c:v>
                </c:pt>
                <c:pt idx="412">
                  <c:v>18.19</c:v>
                </c:pt>
                <c:pt idx="413">
                  <c:v>18.19</c:v>
                </c:pt>
                <c:pt idx="414">
                  <c:v>18.19</c:v>
                </c:pt>
                <c:pt idx="415">
                  <c:v>18.19</c:v>
                </c:pt>
                <c:pt idx="416">
                  <c:v>18.19</c:v>
                </c:pt>
                <c:pt idx="417">
                  <c:v>18.19</c:v>
                </c:pt>
                <c:pt idx="418">
                  <c:v>18.19</c:v>
                </c:pt>
                <c:pt idx="419">
                  <c:v>18.19</c:v>
                </c:pt>
                <c:pt idx="420">
                  <c:v>18.19</c:v>
                </c:pt>
                <c:pt idx="421">
                  <c:v>18.19</c:v>
                </c:pt>
                <c:pt idx="422">
                  <c:v>18.19</c:v>
                </c:pt>
                <c:pt idx="423">
                  <c:v>18.19</c:v>
                </c:pt>
                <c:pt idx="424">
                  <c:v>18.19</c:v>
                </c:pt>
                <c:pt idx="425">
                  <c:v>18.19</c:v>
                </c:pt>
                <c:pt idx="426">
                  <c:v>18.19</c:v>
                </c:pt>
                <c:pt idx="427">
                  <c:v>18.19</c:v>
                </c:pt>
                <c:pt idx="428">
                  <c:v>18.19</c:v>
                </c:pt>
                <c:pt idx="429">
                  <c:v>18.19</c:v>
                </c:pt>
                <c:pt idx="430">
                  <c:v>18.19</c:v>
                </c:pt>
                <c:pt idx="431">
                  <c:v>18.19</c:v>
                </c:pt>
                <c:pt idx="432">
                  <c:v>18.19</c:v>
                </c:pt>
                <c:pt idx="433">
                  <c:v>18.19</c:v>
                </c:pt>
                <c:pt idx="434">
                  <c:v>18.19</c:v>
                </c:pt>
                <c:pt idx="435">
                  <c:v>18.19</c:v>
                </c:pt>
                <c:pt idx="436">
                  <c:v>18.19</c:v>
                </c:pt>
                <c:pt idx="437">
                  <c:v>18.19</c:v>
                </c:pt>
                <c:pt idx="438">
                  <c:v>18.19</c:v>
                </c:pt>
                <c:pt idx="439">
                  <c:v>18.19</c:v>
                </c:pt>
                <c:pt idx="440">
                  <c:v>18.19</c:v>
                </c:pt>
                <c:pt idx="441">
                  <c:v>18.19</c:v>
                </c:pt>
                <c:pt idx="442">
                  <c:v>18.19</c:v>
                </c:pt>
                <c:pt idx="443">
                  <c:v>18.19</c:v>
                </c:pt>
                <c:pt idx="444">
                  <c:v>18.19</c:v>
                </c:pt>
                <c:pt idx="445">
                  <c:v>18.19</c:v>
                </c:pt>
                <c:pt idx="446">
                  <c:v>18.19</c:v>
                </c:pt>
                <c:pt idx="447">
                  <c:v>18.19</c:v>
                </c:pt>
                <c:pt idx="448">
                  <c:v>18.19</c:v>
                </c:pt>
                <c:pt idx="449">
                  <c:v>18.19</c:v>
                </c:pt>
                <c:pt idx="450">
                  <c:v>18.19</c:v>
                </c:pt>
                <c:pt idx="451">
                  <c:v>18.19</c:v>
                </c:pt>
                <c:pt idx="452">
                  <c:v>18.19</c:v>
                </c:pt>
                <c:pt idx="453">
                  <c:v>18.19</c:v>
                </c:pt>
                <c:pt idx="454">
                  <c:v>18.19</c:v>
                </c:pt>
                <c:pt idx="455">
                  <c:v>18.19</c:v>
                </c:pt>
                <c:pt idx="456">
                  <c:v>18.19</c:v>
                </c:pt>
                <c:pt idx="457">
                  <c:v>18.19</c:v>
                </c:pt>
                <c:pt idx="458">
                  <c:v>18.19</c:v>
                </c:pt>
                <c:pt idx="459">
                  <c:v>18.19</c:v>
                </c:pt>
                <c:pt idx="460">
                  <c:v>18.19</c:v>
                </c:pt>
                <c:pt idx="461">
                  <c:v>18.19</c:v>
                </c:pt>
                <c:pt idx="462">
                  <c:v>18.19</c:v>
                </c:pt>
                <c:pt idx="463">
                  <c:v>18.19</c:v>
                </c:pt>
                <c:pt idx="464">
                  <c:v>18.19</c:v>
                </c:pt>
                <c:pt idx="465">
                  <c:v>18.19</c:v>
                </c:pt>
                <c:pt idx="466">
                  <c:v>18.19</c:v>
                </c:pt>
                <c:pt idx="467">
                  <c:v>18.19</c:v>
                </c:pt>
                <c:pt idx="468">
                  <c:v>18.19</c:v>
                </c:pt>
                <c:pt idx="469">
                  <c:v>18.19</c:v>
                </c:pt>
                <c:pt idx="470">
                  <c:v>18.19</c:v>
                </c:pt>
                <c:pt idx="471">
                  <c:v>18.19</c:v>
                </c:pt>
                <c:pt idx="472">
                  <c:v>18.19</c:v>
                </c:pt>
                <c:pt idx="473">
                  <c:v>18.19</c:v>
                </c:pt>
                <c:pt idx="474">
                  <c:v>18.19</c:v>
                </c:pt>
                <c:pt idx="475">
                  <c:v>18.19</c:v>
                </c:pt>
                <c:pt idx="476">
                  <c:v>18.19</c:v>
                </c:pt>
                <c:pt idx="477">
                  <c:v>18.19</c:v>
                </c:pt>
                <c:pt idx="478">
                  <c:v>18.19</c:v>
                </c:pt>
                <c:pt idx="479">
                  <c:v>18.19</c:v>
                </c:pt>
                <c:pt idx="480">
                  <c:v>18.19</c:v>
                </c:pt>
                <c:pt idx="481">
                  <c:v>18.19</c:v>
                </c:pt>
                <c:pt idx="482">
                  <c:v>18.19</c:v>
                </c:pt>
                <c:pt idx="483">
                  <c:v>18.19</c:v>
                </c:pt>
                <c:pt idx="484">
                  <c:v>18.19</c:v>
                </c:pt>
                <c:pt idx="485">
                  <c:v>18.19</c:v>
                </c:pt>
                <c:pt idx="486">
                  <c:v>18.19</c:v>
                </c:pt>
                <c:pt idx="487">
                  <c:v>18.19</c:v>
                </c:pt>
                <c:pt idx="488">
                  <c:v>18.19</c:v>
                </c:pt>
                <c:pt idx="489">
                  <c:v>18.19</c:v>
                </c:pt>
                <c:pt idx="490">
                  <c:v>18.19</c:v>
                </c:pt>
                <c:pt idx="491">
                  <c:v>18.19</c:v>
                </c:pt>
                <c:pt idx="492">
                  <c:v>18.19</c:v>
                </c:pt>
                <c:pt idx="493">
                  <c:v>18.19</c:v>
                </c:pt>
                <c:pt idx="494">
                  <c:v>18.19</c:v>
                </c:pt>
                <c:pt idx="495">
                  <c:v>18.19</c:v>
                </c:pt>
                <c:pt idx="496">
                  <c:v>18.19</c:v>
                </c:pt>
                <c:pt idx="497">
                  <c:v>18.19</c:v>
                </c:pt>
                <c:pt idx="498">
                  <c:v>18.19</c:v>
                </c:pt>
                <c:pt idx="499">
                  <c:v>18.19</c:v>
                </c:pt>
                <c:pt idx="500">
                  <c:v>18.19</c:v>
                </c:pt>
                <c:pt idx="501">
                  <c:v>18.19</c:v>
                </c:pt>
                <c:pt idx="502">
                  <c:v>18.19</c:v>
                </c:pt>
                <c:pt idx="503">
                  <c:v>18.19</c:v>
                </c:pt>
                <c:pt idx="504">
                  <c:v>18.19</c:v>
                </c:pt>
                <c:pt idx="505">
                  <c:v>18.19</c:v>
                </c:pt>
                <c:pt idx="506">
                  <c:v>18.19</c:v>
                </c:pt>
                <c:pt idx="507">
                  <c:v>18.19</c:v>
                </c:pt>
                <c:pt idx="508">
                  <c:v>18.19</c:v>
                </c:pt>
                <c:pt idx="509">
                  <c:v>18.19</c:v>
                </c:pt>
                <c:pt idx="510">
                  <c:v>18.19</c:v>
                </c:pt>
                <c:pt idx="511">
                  <c:v>18.19</c:v>
                </c:pt>
                <c:pt idx="512">
                  <c:v>18.19</c:v>
                </c:pt>
                <c:pt idx="513">
                  <c:v>18.19</c:v>
                </c:pt>
                <c:pt idx="514">
                  <c:v>18.19</c:v>
                </c:pt>
                <c:pt idx="515">
                  <c:v>18.19</c:v>
                </c:pt>
                <c:pt idx="516">
                  <c:v>18.19</c:v>
                </c:pt>
                <c:pt idx="517">
                  <c:v>18.19</c:v>
                </c:pt>
                <c:pt idx="518">
                  <c:v>18.19</c:v>
                </c:pt>
                <c:pt idx="519">
                  <c:v>18.19</c:v>
                </c:pt>
                <c:pt idx="520">
                  <c:v>18.19</c:v>
                </c:pt>
                <c:pt idx="521">
                  <c:v>18.19</c:v>
                </c:pt>
              </c:numCache>
            </c:numRef>
          </c:val>
          <c:smooth val="0"/>
        </c:ser>
        <c:ser>
          <c:idx val="5"/>
          <c:order val="5"/>
          <c:tx>
            <c:strRef>
              <c:f>Sheet1!$G$1</c:f>
              <c:strCache>
                <c:ptCount val="1"/>
                <c:pt idx="0">
                  <c:v>−1σ (ID)</c:v>
                </c:pt>
              </c:strCache>
            </c:strRef>
          </c:tx>
          <c:spPr>
            <a:ln w="9525" cap="rnd">
              <a:solidFill>
                <a:srgbClr val="002060"/>
              </a:solidFill>
              <a:prstDash val="sys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ser>
        <c:ser>
          <c:idx val="6"/>
          <c:order val="6"/>
          <c:tx>
            <c:strRef>
              <c:f>Sheet1!$H$1</c:f>
              <c:strCache>
                <c:ptCount val="1"/>
                <c:pt idx="0">
                  <c:v>±2σ (ID)</c:v>
                </c:pt>
              </c:strCache>
            </c:strRef>
          </c:tx>
          <c:spPr>
            <a:ln w="9525" cap="rnd">
              <a:solidFill>
                <a:srgbClr val="002060"/>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Sheet1!$H$2:$H$523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ser>
        <c:ser>
          <c:idx val="7"/>
          <c:order val="7"/>
          <c:tx>
            <c:strRef>
              <c:f>Sheet1!$I$1</c:f>
              <c:strCache>
                <c:ptCount val="1"/>
                <c:pt idx="0">
                  <c:v>−2σ (ID)</c:v>
                </c:pt>
              </c:strCache>
            </c:strRef>
          </c:tx>
          <c:spPr>
            <a:ln w="9525" cap="rnd">
              <a:solidFill>
                <a:srgbClr val="002060"/>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Sheet1!$I$2:$I$523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5"/>
        <c:delete val="1"/>
      </c:legendEntry>
      <c:legendEntry>
        <c:idx val="7"/>
        <c:delete val="1"/>
      </c:legendEntry>
      <c:layout>
        <c:manualLayout>
          <c:xMode val="edge"/>
          <c:yMode val="edge"/>
          <c:x val="0"/>
          <c:y val="0"/>
          <c:w val="1"/>
          <c:h val="0.2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10/13/26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10/13/26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13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13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13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13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13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13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13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13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13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13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13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13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13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13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13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13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13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13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13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13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13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13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13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13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13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13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13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13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13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13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13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13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13/10/26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ID" sz="1100" dirty="0">
                <a:effectLst/>
                <a:latin typeface="Calibri" panose="020F0502020204030204" pitchFamily="34" charset="0"/>
                <a:cs typeface="Calibri" panose="020F0502020204030204" pitchFamily="34" charset="0"/>
              </a:rPr>
              <a:t>Index </a:t>
            </a:r>
            <a:r>
              <a:rPr lang="en-ID" sz="1100" i="1" dirty="0">
                <a:effectLst/>
                <a:latin typeface="Calibri" panose="020F0502020204030204" pitchFamily="34" charset="0"/>
                <a:cs typeface="Calibri" panose="020F0502020204030204" pitchFamily="34" charset="0"/>
              </a:rPr>
              <a:t>Freight Cost LNG Tanker </a:t>
            </a:r>
            <a:r>
              <a:rPr lang="en-ID" sz="1100" dirty="0">
                <a:effectLst/>
                <a:latin typeface="Calibri" panose="020F0502020204030204" pitchFamily="34" charset="0"/>
                <a:cs typeface="Calibri" panose="020F0502020204030204" pitchFamily="34" charset="0"/>
              </a:rPr>
              <a:t>(BIDY)</a:t>
            </a:r>
            <a:r>
              <a:rPr lang="en-ID" sz="1100" i="1" dirty="0">
                <a:effectLst/>
                <a:latin typeface="Calibri" panose="020F0502020204030204" pitchFamily="34" charset="0"/>
                <a:cs typeface="Calibri" panose="020F0502020204030204" pitchFamily="34" charset="0"/>
              </a:rPr>
              <a:t> </a:t>
            </a:r>
            <a:r>
              <a:rPr lang="en-ID" sz="1100" dirty="0">
                <a:effectLst/>
                <a:latin typeface="Calibri" panose="020F0502020204030204" pitchFamily="34" charset="0"/>
                <a:cs typeface="Calibri" panose="020F0502020204030204" pitchFamily="34" charset="0"/>
              </a:rPr>
              <a:t>naik 20,92% WoW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7.964 </a:t>
            </a:r>
            <a:r>
              <a:rPr lang="en-ID" sz="1100" dirty="0" err="1">
                <a:effectLst/>
                <a:latin typeface="Calibri" panose="020F0502020204030204" pitchFamily="34" charset="0"/>
                <a:cs typeface="Calibri" panose="020F0502020204030204" pitchFamily="34" charset="0"/>
              </a:rPr>
              <a:t>atau</a:t>
            </a:r>
            <a:r>
              <a:rPr lang="en-ID" sz="1100" dirty="0">
                <a:effectLst/>
                <a:latin typeface="Calibri" panose="020F0502020204030204" pitchFamily="34" charset="0"/>
                <a:cs typeface="Calibri" panose="020F0502020204030204" pitchFamily="34" charset="0"/>
              </a:rPr>
              <a:t> 4x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sebelum</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perang</a:t>
            </a:r>
            <a:r>
              <a:rPr lang="en-ID" sz="1100" dirty="0">
                <a:effectLst/>
                <a:latin typeface="Calibri" panose="020F0502020204030204" pitchFamily="34" charset="0"/>
                <a:cs typeface="Calibri" panose="020F0502020204030204" pitchFamily="34" charset="0"/>
              </a:rPr>
              <a:t> pada 27 </a:t>
            </a:r>
            <a:r>
              <a:rPr lang="en-ID" sz="1100" dirty="0" err="1">
                <a:effectLst/>
                <a:latin typeface="Calibri" panose="020F0502020204030204" pitchFamily="34" charset="0"/>
                <a:cs typeface="Calibri" panose="020F0502020204030204" pitchFamily="34" charset="0"/>
              </a:rPr>
              <a:t>Februari</a:t>
            </a:r>
            <a:r>
              <a:rPr lang="en-ID" sz="1100" dirty="0">
                <a:effectLst/>
                <a:latin typeface="Calibri" panose="020F0502020204030204" pitchFamily="34" charset="0"/>
                <a:cs typeface="Calibri" panose="020F0502020204030204" pitchFamily="34" charset="0"/>
              </a:rPr>
              <a:t> 2026 </a:t>
            </a:r>
            <a:r>
              <a:rPr lang="en-ID" sz="1100" b="1" dirty="0">
                <a:effectLst/>
                <a:latin typeface="Calibri" panose="020F0502020204030204" pitchFamily="34" charset="0"/>
                <a:cs typeface="Calibri" panose="020F0502020204030204" pitchFamily="34" charset="0"/>
              </a:rPr>
              <a:t>(Exhibit 1)</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Brent yang </a:t>
            </a:r>
            <a:r>
              <a:rPr lang="en-ID" sz="1100" dirty="0" err="1">
                <a:effectLst/>
                <a:latin typeface="Calibri" panose="020F0502020204030204" pitchFamily="34" charset="0"/>
                <a:cs typeface="Calibri" panose="020F0502020204030204" pitchFamily="34" charset="0"/>
              </a:rPr>
              <a:t>hanya</a:t>
            </a:r>
            <a:r>
              <a:rPr lang="en-ID" sz="1100" dirty="0">
                <a:effectLst/>
                <a:latin typeface="Calibri" panose="020F0502020204030204" pitchFamily="34" charset="0"/>
                <a:cs typeface="Calibri" panose="020F0502020204030204" pitchFamily="34" charset="0"/>
              </a:rPr>
              <a:t> naik 2,42%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USD 104,72.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disebabkan</a:t>
            </a:r>
            <a:r>
              <a:rPr lang="en-ID" sz="1100" dirty="0">
                <a:effectLst/>
                <a:latin typeface="Calibri" panose="020F0502020204030204" pitchFamily="34" charset="0"/>
                <a:cs typeface="Calibri" panose="020F0502020204030204" pitchFamily="34" charset="0"/>
              </a:rPr>
              <a:t> oleh </a:t>
            </a:r>
            <a:r>
              <a:rPr lang="en-ID" sz="1100" dirty="0" err="1">
                <a:effectLst/>
                <a:latin typeface="Calibri" panose="020F0502020204030204" pitchFamily="34" charset="0"/>
                <a:cs typeface="Calibri" panose="020F0502020204030204" pitchFamily="34" charset="0"/>
              </a:rPr>
              <a:t>penutupan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Selat</a:t>
            </a:r>
            <a:r>
              <a:rPr lang="en-ID" sz="1100" dirty="0">
                <a:effectLst/>
                <a:latin typeface="Calibri" panose="020F0502020204030204" pitchFamily="34" charset="0"/>
                <a:cs typeface="Calibri" panose="020F0502020204030204" pitchFamily="34" charset="0"/>
              </a:rPr>
              <a:t> Hormuz yang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importir</a:t>
            </a:r>
            <a:r>
              <a:rPr lang="en-ID" sz="1100" dirty="0">
                <a:effectLst/>
                <a:latin typeface="Calibri" panose="020F0502020204030204" pitchFamily="34" charset="0"/>
                <a:cs typeface="Calibri" panose="020F0502020204030204" pitchFamily="34" charset="0"/>
              </a:rPr>
              <a:t> Asia </a:t>
            </a:r>
            <a:r>
              <a:rPr lang="en-ID" sz="1100" dirty="0" err="1">
                <a:effectLst/>
                <a:latin typeface="Calibri" panose="020F0502020204030204" pitchFamily="34" charset="0"/>
                <a:cs typeface="Calibri" panose="020F0502020204030204" pitchFamily="34" charset="0"/>
              </a:rPr>
              <a:t>mulai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beralih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minyak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Atlantik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rute</a:t>
            </a:r>
            <a:r>
              <a:rPr lang="en-ID" sz="1100" dirty="0">
                <a:effectLst/>
                <a:latin typeface="Calibri" panose="020F0502020204030204" pitchFamily="34" charset="0"/>
                <a:cs typeface="Calibri" panose="020F0502020204030204" pitchFamily="34" charset="0"/>
              </a:rPr>
              <a:t> yang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jauh</a:t>
            </a:r>
            <a:r>
              <a:rPr lang="en-ID" sz="1100" dirty="0">
                <a:effectLst/>
                <a:latin typeface="Calibri" panose="020F0502020204030204" pitchFamily="34" charset="0"/>
                <a:cs typeface="Calibri" panose="020F0502020204030204" pitchFamily="34" charset="0"/>
              </a:rPr>
              <a:t> dan </a:t>
            </a:r>
            <a:r>
              <a:rPr lang="en-ID" sz="1100" i="1" dirty="0">
                <a:effectLst/>
                <a:latin typeface="Calibri" panose="020F0502020204030204" pitchFamily="34" charset="0"/>
                <a:cs typeface="Calibri" panose="020F0502020204030204" pitchFamily="34" charset="0"/>
              </a:rPr>
              <a:t>ship-to-ship transfer </a:t>
            </a:r>
            <a:r>
              <a:rPr lang="en-ID" sz="1100" dirty="0">
                <a:effectLst/>
                <a:latin typeface="Calibri" panose="020F0502020204030204" pitchFamily="34" charset="0"/>
                <a:cs typeface="Calibri" panose="020F0502020204030204" pitchFamily="34" charset="0"/>
              </a:rPr>
              <a:t>yang </a:t>
            </a:r>
            <a:r>
              <a:rPr lang="en-ID" sz="1100" dirty="0" err="1">
                <a:effectLst/>
                <a:latin typeface="Calibri" panose="020F0502020204030204" pitchFamily="34" charset="0"/>
                <a:cs typeface="Calibri" panose="020F0502020204030204" pitchFamily="34" charset="0"/>
              </a:rPr>
              <a:t>tidak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efisien</a:t>
            </a:r>
            <a:r>
              <a:rPr lang="en-ID" sz="1100" dirty="0">
                <a:effectLst/>
                <a:latin typeface="Calibri" panose="020F0502020204030204" pitchFamily="34" charset="0"/>
                <a:cs typeface="Calibri" panose="020F0502020204030204" pitchFamily="34" charset="0"/>
              </a:rPr>
              <a:t>.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menyebabkan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freight cost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memiliki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premium </a:t>
            </a:r>
            <a:r>
              <a:rPr lang="en-ID" sz="1100" dirty="0">
                <a:effectLst/>
                <a:latin typeface="Calibri" panose="020F0502020204030204" pitchFamily="34" charset="0"/>
                <a:cs typeface="Calibri" panose="020F0502020204030204" pitchFamily="34" charset="0"/>
              </a:rPr>
              <a:t>yang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tinggi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dibanding</a:t>
            </a:r>
            <a:r>
              <a:rPr lang="en-ID" sz="1100" dirty="0">
                <a:effectLst/>
                <a:latin typeface="Calibri" panose="020F0502020204030204" pitchFamily="34" charset="0"/>
                <a:cs typeface="Calibri" panose="020F0502020204030204" pitchFamily="34" charset="0"/>
              </a:rPr>
              <a:t> Brent, yang </a:t>
            </a:r>
            <a:r>
              <a:rPr lang="en-ID" sz="1100" dirty="0" err="1">
                <a:effectLst/>
                <a:latin typeface="Calibri" panose="020F0502020204030204" pitchFamily="34" charset="0"/>
                <a:cs typeface="Calibri" panose="020F0502020204030204" pitchFamily="34" charset="0"/>
              </a:rPr>
              <a:t>dimana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cost for energy</a:t>
            </a:r>
            <a:r>
              <a:rPr lang="en-ID" sz="1100" dirty="0">
                <a:effectLst/>
                <a:latin typeface="Calibri" panose="020F0502020204030204" pitchFamily="34" charset="0"/>
                <a:cs typeface="Calibri" panose="020F0502020204030204" pitchFamily="34" charset="0"/>
              </a:rPr>
              <a:t> negara Asia, </a:t>
            </a:r>
            <a:r>
              <a:rPr lang="en-ID" sz="1100" dirty="0" err="1">
                <a:effectLst/>
                <a:latin typeface="Calibri" panose="020F0502020204030204" pitchFamily="34" charset="0"/>
                <a:cs typeface="Calibri" panose="020F0502020204030204" pitchFamily="34" charset="0"/>
              </a:rPr>
              <a:t>termasuk</a:t>
            </a:r>
            <a:r>
              <a:rPr lang="en-ID" sz="1100" dirty="0">
                <a:effectLst/>
                <a:latin typeface="Calibri" panose="020F0502020204030204" pitchFamily="34" charset="0"/>
                <a:cs typeface="Calibri" panose="020F0502020204030204" pitchFamily="34" charset="0"/>
              </a:rPr>
              <a:t> Indonesia, </a:t>
            </a:r>
            <a:r>
              <a:rPr lang="en-ID" sz="1100" dirty="0" err="1">
                <a:effectLst/>
                <a:latin typeface="Calibri" panose="020F0502020204030204" pitchFamily="34" charset="0"/>
                <a:cs typeface="Calibri" panose="020F0502020204030204" pitchFamily="34" charset="0"/>
              </a:rPr>
              <a:t>menjadi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tinggi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selama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Selat</a:t>
            </a:r>
            <a:r>
              <a:rPr lang="en-ID" sz="1100" dirty="0">
                <a:effectLst/>
                <a:latin typeface="Calibri" panose="020F0502020204030204" pitchFamily="34" charset="0"/>
                <a:cs typeface="Calibri" panose="020F0502020204030204" pitchFamily="34" charset="0"/>
              </a:rPr>
              <a:t> Hormuz </a:t>
            </a:r>
            <a:r>
              <a:rPr lang="en-ID" sz="1100" dirty="0" err="1">
                <a:effectLst/>
                <a:latin typeface="Calibri" panose="020F0502020204030204" pitchFamily="34" charset="0"/>
                <a:cs typeface="Calibri" panose="020F0502020204030204" pitchFamily="34" charset="0"/>
              </a:rPr>
              <a:t>tertutup</a:t>
            </a:r>
            <a:r>
              <a:rPr lang="en-ID" sz="1100" dirty="0">
                <a:effectLst/>
                <a:latin typeface="Calibri" panose="020F0502020204030204" pitchFamily="34" charset="0"/>
                <a:cs typeface="Calibri" panose="020F0502020204030204" pitchFamily="34" charset="0"/>
              </a:rPr>
              <a:t>.</a:t>
            </a:r>
            <a:r>
              <a:rPr lang="en-US" sz="1100" b="0" i="0" dirty="0">
                <a:effectLst/>
                <a:latin typeface="Calibri" panose="020F0502020204030204" pitchFamily="34" charset="0"/>
                <a:ea typeface="MS Mincho" panose="02020609040205080304" pitchFamily="49" charset="-128"/>
                <a:cs typeface="Calibri" panose="020F0502020204030204" pitchFamily="34" charset="0"/>
              </a:rPr>
              <a:t>.</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ID" sz="1100" dirty="0">
                <a:latin typeface="Calibri" panose="020F0502020204030204" pitchFamily="34" charset="0"/>
                <a:cs typeface="Calibri" panose="020F0502020204030204" pitchFamily="34" charset="0"/>
              </a:rPr>
              <a:t>, Karena </a:t>
            </a:r>
            <a:r>
              <a:rPr lang="en-ID" sz="1100" i="1" dirty="0">
                <a:latin typeface="Calibri" panose="020F0502020204030204" pitchFamily="34" charset="0"/>
                <a:cs typeface="Calibri" panose="020F0502020204030204" pitchFamily="34" charset="0"/>
              </a:rPr>
              <a:t>cost for energy</a:t>
            </a:r>
            <a:r>
              <a:rPr lang="en-ID" sz="1100" dirty="0">
                <a:latin typeface="Calibri" panose="020F0502020204030204" pitchFamily="34" charset="0"/>
                <a:cs typeface="Calibri" panose="020F0502020204030204" pitchFamily="34" charset="0"/>
              </a:rPr>
              <a:t> yang </a:t>
            </a:r>
            <a:r>
              <a:rPr lang="en-ID" sz="1100" dirty="0" err="1">
                <a:latin typeface="Calibri" panose="020F0502020204030204" pitchFamily="34" charset="0"/>
                <a:cs typeface="Calibri" panose="020F0502020204030204" pitchFamily="34" charset="0"/>
              </a:rPr>
              <a:t>tinggi</a:t>
            </a:r>
            <a:r>
              <a:rPr lang="en-ID" sz="1100" dirty="0">
                <a:latin typeface="Calibri" panose="020F0502020204030204" pitchFamily="34" charset="0"/>
                <a:cs typeface="Calibri" panose="020F0502020204030204" pitchFamily="34" charset="0"/>
              </a:rPr>
              <a:t>, </a:t>
            </a:r>
            <a:r>
              <a:rPr lang="en-ID" sz="1100" dirty="0">
                <a:effectLst/>
                <a:latin typeface="Calibri" panose="020F0502020204030204" pitchFamily="34" charset="0"/>
                <a:cs typeface="Calibri" panose="020F0502020204030204" pitchFamily="34" charset="0"/>
              </a:rPr>
              <a:t>The Fed </a:t>
            </a:r>
            <a:r>
              <a:rPr lang="en-ID" sz="1100" dirty="0" err="1">
                <a:effectLst/>
                <a:latin typeface="Calibri" panose="020F0502020204030204" pitchFamily="34" charset="0"/>
                <a:cs typeface="Calibri" panose="020F0502020204030204" pitchFamily="34" charset="0"/>
              </a:rPr>
              <a:t>belum</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mengubah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rencana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awal</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mereka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Fed fund futures </a:t>
            </a:r>
            <a:r>
              <a:rPr lang="en-ID" sz="1100" dirty="0" err="1">
                <a:effectLst/>
                <a:latin typeface="Calibri" panose="020F0502020204030204" pitchFamily="34" charset="0"/>
                <a:cs typeface="Calibri" panose="020F0502020204030204" pitchFamily="34" charset="0"/>
              </a:rPr>
              <a:t>masih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memperkirakan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suku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bunga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tetap</a:t>
            </a:r>
            <a:r>
              <a:rPr lang="en-ID" sz="1100" dirty="0">
                <a:effectLst/>
                <a:latin typeface="Calibri" panose="020F0502020204030204" pitchFamily="34" charset="0"/>
                <a:cs typeface="Calibri" panose="020F0502020204030204" pitchFamily="34" charset="0"/>
              </a:rPr>
              <a:t> naik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4,25% pada </a:t>
            </a:r>
            <a:r>
              <a:rPr lang="en-ID" sz="1100" dirty="0" err="1">
                <a:effectLst/>
                <a:latin typeface="Calibri" panose="020F0502020204030204" pitchFamily="34" charset="0"/>
                <a:cs typeface="Calibri" panose="020F0502020204030204" pitchFamily="34" charset="0"/>
              </a:rPr>
              <a:t>akhir</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walaupun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peluang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di </a:t>
            </a:r>
            <a:r>
              <a:rPr lang="en-ID" sz="1100" dirty="0" err="1">
                <a:effectLst/>
                <a:latin typeface="Calibri" panose="020F0502020204030204" pitchFamily="34" charset="0"/>
                <a:cs typeface="Calibri" panose="020F0502020204030204" pitchFamily="34" charset="0"/>
              </a:rPr>
              <a:t>Oktober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22%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19%. FOMC </a:t>
            </a:r>
            <a:r>
              <a:rPr lang="en-ID" sz="1100" i="1" dirty="0">
                <a:effectLst/>
                <a:latin typeface="Calibri" panose="020F0502020204030204" pitchFamily="34" charset="0"/>
                <a:cs typeface="Calibri" panose="020F0502020204030204" pitchFamily="34" charset="0"/>
              </a:rPr>
              <a:t>minutes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menilai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adanya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satu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lagi</a:t>
            </a:r>
            <a:r>
              <a:rPr lang="en-ID" sz="1100" dirty="0">
                <a:effectLst/>
                <a:latin typeface="Calibri" panose="020F0502020204030204" pitchFamily="34" charset="0"/>
                <a:cs typeface="Calibri" panose="020F0502020204030204" pitchFamily="34" charset="0"/>
              </a:rPr>
              <a:t> pada </a:t>
            </a:r>
            <a:r>
              <a:rPr lang="en-ID" sz="1100" dirty="0" err="1">
                <a:effectLst/>
                <a:latin typeface="Calibri" panose="020F0502020204030204" pitchFamily="34" charset="0"/>
                <a:cs typeface="Calibri" panose="020F0502020204030204" pitchFamily="34" charset="0"/>
              </a:rPr>
              <a:t>akhir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tahun</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ekspektasi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bergeser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Desember</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Tapi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cost for energy</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tidak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ekspektasi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inflasi</a:t>
            </a:r>
            <a:r>
              <a:rPr lang="en-ID" sz="1100" dirty="0">
                <a:effectLst/>
                <a:latin typeface="Calibri" panose="020F0502020204030204" pitchFamily="34" charset="0"/>
                <a:cs typeface="Calibri" panose="020F0502020204030204" pitchFamily="34" charset="0"/>
              </a:rPr>
              <a:t> US naik. 10Y </a:t>
            </a:r>
            <a:r>
              <a:rPr lang="en-ID" sz="1100" i="1" dirty="0">
                <a:effectLst/>
                <a:latin typeface="Calibri" panose="020F0502020204030204" pitchFamily="34" charset="0"/>
                <a:cs typeface="Calibri" panose="020F0502020204030204" pitchFamily="34" charset="0"/>
              </a:rPr>
              <a:t>Breakeven </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justru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penurunan</a:t>
            </a:r>
            <a:r>
              <a:rPr lang="en-ID" sz="1100" dirty="0">
                <a:effectLst/>
                <a:latin typeface="Calibri" panose="020F0502020204030204" pitchFamily="34" charset="0"/>
                <a:cs typeface="Calibri" panose="020F0502020204030204" pitchFamily="34" charset="0"/>
              </a:rPr>
              <a:t> 3 bps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2,33%, </a:t>
            </a:r>
            <a:r>
              <a:rPr lang="en-ID" sz="1100" i="1" dirty="0">
                <a:effectLst/>
                <a:latin typeface="Calibri" panose="020F0502020204030204" pitchFamily="34" charset="0"/>
                <a:cs typeface="Calibri" panose="020F0502020204030204" pitchFamily="34" charset="0"/>
              </a:rPr>
              <a:t>yield </a:t>
            </a:r>
            <a:r>
              <a:rPr lang="en-ID" sz="1100" dirty="0">
                <a:effectLst/>
                <a:latin typeface="Calibri" panose="020F0502020204030204" pitchFamily="34" charset="0"/>
                <a:cs typeface="Calibri" panose="020F0502020204030204" pitchFamily="34" charset="0"/>
              </a:rPr>
              <a:t>UST 10Y juga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 4 bps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5,24%, </a:t>
            </a:r>
            <a:r>
              <a:rPr lang="en-ID" sz="1100" dirty="0" err="1">
                <a:effectLst/>
                <a:latin typeface="Calibri" panose="020F0502020204030204" pitchFamily="34" charset="0"/>
                <a:cs typeface="Calibri" panose="020F0502020204030204" pitchFamily="34" charset="0"/>
              </a:rPr>
              <a:t>diikuti</a:t>
            </a:r>
            <a:r>
              <a:rPr lang="en-ID" sz="1100" dirty="0">
                <a:effectLst/>
                <a:latin typeface="Calibri" panose="020F0502020204030204" pitchFamily="34" charset="0"/>
                <a:cs typeface="Calibri" panose="020F0502020204030204" pitchFamily="34" charset="0"/>
              </a:rPr>
              <a:t> DXY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penguatan</a:t>
            </a:r>
            <a:r>
              <a:rPr lang="en-ID" sz="1100" dirty="0">
                <a:effectLst/>
                <a:latin typeface="Calibri" panose="020F0502020204030204" pitchFamily="34" charset="0"/>
                <a:cs typeface="Calibri" panose="020F0502020204030204" pitchFamily="34" charset="0"/>
              </a:rPr>
              <a:t> 0,27%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102,21.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menunjukkan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bahwa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a:t>
            </a:r>
            <a:r>
              <a:rPr lang="en-ID" sz="1100" dirty="0" err="1">
                <a:effectLst/>
                <a:latin typeface="Calibri" panose="020F0502020204030204" pitchFamily="34" charset="0"/>
                <a:cs typeface="Calibri" panose="020F0502020204030204" pitchFamily="34" charset="0"/>
              </a:rPr>
              <a:t>menilai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sifat</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hawkish </a:t>
            </a:r>
            <a:r>
              <a:rPr lang="en-ID" sz="1100" dirty="0">
                <a:effectLst/>
                <a:latin typeface="Calibri" panose="020F0502020204030204" pitchFamily="34" charset="0"/>
                <a:cs typeface="Calibri" panose="020F0502020204030204" pitchFamily="34" charset="0"/>
              </a:rPr>
              <a:t>The Fed </a:t>
            </a:r>
            <a:r>
              <a:rPr lang="en-ID" sz="1100" dirty="0" err="1">
                <a:effectLst/>
                <a:latin typeface="Calibri" panose="020F0502020204030204" pitchFamily="34" charset="0"/>
                <a:cs typeface="Calibri" panose="020F0502020204030204" pitchFamily="34" charset="0"/>
              </a:rPr>
              <a:t>sudah</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priced in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inflasi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sehingga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err="1">
                <a:effectLst/>
                <a:latin typeface="Calibri" panose="020F0502020204030204" pitchFamily="34" charset="0"/>
                <a:cs typeface="Calibri" panose="020F0502020204030204" pitchFamily="34" charset="0"/>
              </a:rPr>
              <a:t>tetap</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tertahan</a:t>
            </a:r>
            <a:r>
              <a:rPr lang="en-ID" sz="1100" dirty="0">
                <a:effectLst/>
                <a:latin typeface="Calibri" panose="020F0502020204030204" pitchFamily="34" charset="0"/>
                <a:cs typeface="Calibri" panose="020F0502020204030204" pitchFamily="34" charset="0"/>
              </a:rPr>
              <a:t> di 2,91% </a:t>
            </a:r>
            <a:r>
              <a:rPr lang="en-ID" sz="1100" b="1" dirty="0">
                <a:effectLst/>
                <a:latin typeface="Calibri" panose="020F0502020204030204" pitchFamily="34" charset="0"/>
                <a:cs typeface="Calibri" panose="020F0502020204030204" pitchFamily="34" charset="0"/>
              </a:rPr>
              <a:t>(Exhibit 2)</a:t>
            </a:r>
            <a:r>
              <a:rPr lang="en-ID" sz="1100" dirty="0">
                <a:latin typeface="Calibri" panose="020F0502020204030204" pitchFamily="34" charset="0"/>
                <a:cs typeface="Calibri" panose="020F0502020204030204" pitchFamily="34" charset="0"/>
              </a:rPr>
              <a:t>.</a:t>
            </a:r>
            <a:endParaRPr lang="en-US" sz="1100" b="1" i="0" dirty="0">
              <a:effectLst/>
              <a:latin typeface="Calibri" panose="020F0502020204030204" pitchFamily="34" charset="0"/>
              <a:ea typeface="MS Mincho" panose="02020609040205080304" pitchFamily="49" charset="-128"/>
              <a:cs typeface="Calibri" panose="020F0502020204030204" pitchFamily="34" charset="0"/>
            </a:endParaRP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ID" sz="1100" dirty="0" err="1">
                <a:effectLst/>
                <a:latin typeface="Calibri" panose="020F0502020204030204" pitchFamily="34" charset="0"/>
                <a:cs typeface="Calibri" panose="020F0502020204030204" pitchFamily="34" charset="0"/>
              </a:rPr>
              <a:t>Tingginya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secara</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teori</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akan</a:t>
            </a:r>
            <a:r>
              <a:rPr lang="en-ID" sz="1100" dirty="0">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menekan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harga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Namun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sebaliknya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justru</a:t>
            </a:r>
            <a:r>
              <a:rPr lang="en-ID" sz="1100" dirty="0">
                <a:effectLst/>
                <a:latin typeface="Calibri" panose="020F0502020204030204" pitchFamily="34" charset="0"/>
                <a:cs typeface="Calibri" panose="020F0502020204030204" pitchFamily="34" charset="0"/>
              </a:rPr>
              <a:t> naik 1,28% WoW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USD 4.194,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rebound</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penurunan</a:t>
            </a:r>
            <a:r>
              <a:rPr lang="en-ID" sz="1100" dirty="0">
                <a:effectLst/>
                <a:latin typeface="Calibri" panose="020F0502020204030204" pitchFamily="34" charset="0"/>
                <a:cs typeface="Calibri" panose="020F0502020204030204" pitchFamily="34" charset="0"/>
              </a:rPr>
              <a:t> 3,35% pada </a:t>
            </a:r>
            <a:r>
              <a:rPr lang="en-ID" sz="1100" dirty="0" err="1">
                <a:effectLst/>
                <a:latin typeface="Calibri" panose="020F0502020204030204" pitchFamily="34" charset="0"/>
                <a:cs typeface="Calibri" panose="020F0502020204030204" pitchFamily="34" charset="0"/>
              </a:rPr>
              <a:t>minggu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sebelumnya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minggu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lalu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didorong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bukan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kebijakan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moneter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melainkan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demand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participant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diharga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rendah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penambahan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cadangan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China, dan </a:t>
            </a:r>
            <a:r>
              <a:rPr lang="en-ID" sz="1100" i="1" dirty="0">
                <a:effectLst/>
                <a:latin typeface="Calibri" panose="020F0502020204030204" pitchFamily="34" charset="0"/>
                <a:cs typeface="Calibri" panose="020F0502020204030204" pitchFamily="34" charset="0"/>
              </a:rPr>
              <a:t>inflow </a:t>
            </a:r>
            <a:r>
              <a:rPr lang="en-ID" sz="1100" dirty="0">
                <a:effectLst/>
                <a:latin typeface="Calibri" panose="020F0502020204030204" pitchFamily="34" charset="0"/>
                <a:cs typeface="Calibri" panose="020F0502020204030204" pitchFamily="34" charset="0"/>
              </a:rPr>
              <a:t>ETF global </a:t>
            </a:r>
            <a:r>
              <a:rPr lang="en-ID" sz="1100" dirty="0" err="1">
                <a:effectLst/>
                <a:latin typeface="Calibri" panose="020F0502020204030204" pitchFamily="34" charset="0"/>
                <a:cs typeface="Calibri" panose="020F0502020204030204" pitchFamily="34" charset="0"/>
              </a:rPr>
              <a:t>sekitar</a:t>
            </a:r>
            <a:r>
              <a:rPr lang="en-ID" sz="1100" dirty="0">
                <a:effectLst/>
                <a:latin typeface="Calibri" panose="020F0502020204030204" pitchFamily="34" charset="0"/>
                <a:cs typeface="Calibri" panose="020F0502020204030204" pitchFamily="34" charset="0"/>
              </a:rPr>
              <a:t> USD 10 </a:t>
            </a:r>
            <a:r>
              <a:rPr lang="en-ID" sz="1100" dirty="0" err="1">
                <a:effectLst/>
                <a:latin typeface="Calibri" panose="020F0502020204030204" pitchFamily="34" charset="0"/>
                <a:cs typeface="Calibri" panose="020F0502020204030204" pitchFamily="34" charset="0"/>
              </a:rPr>
              <a:t>miliar</a:t>
            </a:r>
            <a:r>
              <a:rPr lang="en-ID" sz="1100" dirty="0">
                <a:effectLst/>
                <a:latin typeface="Calibri" panose="020F0502020204030204" pitchFamily="34" charset="0"/>
                <a:cs typeface="Calibri" panose="020F0502020204030204" pitchFamily="34" charset="0"/>
              </a:rPr>
              <a:t> di September 2026. </a:t>
            </a:r>
            <a:r>
              <a:rPr lang="en-ID" sz="1100" dirty="0" err="1">
                <a:effectLst/>
                <a:latin typeface="Calibri" panose="020F0502020204030204" pitchFamily="34" charset="0"/>
                <a:cs typeface="Calibri" panose="020F0502020204030204" pitchFamily="34" charset="0"/>
              </a:rPr>
              <a:t>Tapi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jika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kita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lihat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awal</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tahun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all time high</a:t>
            </a:r>
            <a:r>
              <a:rPr lang="en-ID" sz="1100" i="1" dirty="0">
                <a:latin typeface="Calibri" panose="020F0502020204030204" pitchFamily="34" charset="0"/>
                <a:cs typeface="Calibri" panose="020F0502020204030204" pitchFamily="34" charset="0"/>
              </a:rPr>
              <a:t>)</a:t>
            </a:r>
            <a:r>
              <a:rPr lang="en-ID" sz="1100" dirty="0">
                <a:effectLst/>
                <a:latin typeface="Calibri" panose="020F0502020204030204" pitchFamily="34" charset="0"/>
                <a:cs typeface="Calibri" panose="020F0502020204030204" pitchFamily="34" charset="0"/>
              </a:rPr>
              <a:t>, return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masih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negatif</a:t>
            </a:r>
            <a:r>
              <a:rPr lang="en-ID" sz="1100" dirty="0">
                <a:effectLst/>
                <a:latin typeface="Calibri" panose="020F0502020204030204" pitchFamily="34" charset="0"/>
                <a:cs typeface="Calibri" panose="020F0502020204030204" pitchFamily="34" charset="0"/>
              </a:rPr>
              <a:t> 22,58%, linear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a:effectLst/>
                <a:latin typeface="Calibri" panose="020F0502020204030204" pitchFamily="34" charset="0"/>
                <a:cs typeface="Calibri" panose="020F0502020204030204" pitchFamily="34" charset="0"/>
              </a:rPr>
              <a:t>101 bps.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tepat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kita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posisikan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sebagai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safe haven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geopolitical stress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ketimbang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mengejar</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rebound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price action </a:t>
            </a:r>
            <a:r>
              <a:rPr lang="en-ID" sz="1100" dirty="0">
                <a:effectLst/>
                <a:latin typeface="Calibri" panose="020F0502020204030204" pitchFamily="34" charset="0"/>
                <a:cs typeface="Calibri" panose="020F0502020204030204" pitchFamily="34" charset="0"/>
              </a:rPr>
              <a:t>dan </a:t>
            </a:r>
            <a:r>
              <a:rPr lang="en-ID" sz="1100" dirty="0" err="1">
                <a:effectLst/>
                <a:latin typeface="Calibri" panose="020F0502020204030204" pitchFamily="34" charset="0"/>
                <a:cs typeface="Calibri" panose="020F0502020204030204" pitchFamily="34" charset="0"/>
              </a:rPr>
              <a:t>melakukan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timing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setidaknya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sampai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60309"/>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Dalam sepekan terakhir,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cost for energy</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lebih banyak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datang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dari</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 cost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 cost LNG tanker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naik 20,92% WoW, jauh di atas Brent (+2,42%). Namun, ekspektasi inflasi justru turun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seiring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The Fed yang masih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hawkish</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sehingga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bertahan</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tinggi</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di 2,91% dan membatasi ruang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rebound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emas.</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2064928406"/>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45920"/>
            <a:ext cx="6321467" cy="4054956"/>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dirty="0"/>
              <a:t>SOX </a:t>
            </a:r>
            <a:r>
              <a:rPr lang="en-ID" sz="1100" dirty="0" err="1"/>
              <a:t>turun</a:t>
            </a:r>
            <a:r>
              <a:rPr lang="en-ID" sz="1100" dirty="0"/>
              <a:t> 4,30% WoW, </a:t>
            </a:r>
            <a:r>
              <a:rPr lang="en-ID" sz="1100" i="1" dirty="0"/>
              <a:t>reversal</a:t>
            </a:r>
            <a:r>
              <a:rPr lang="en-ID" sz="1100" dirty="0"/>
              <a:t> </a:t>
            </a:r>
            <a:r>
              <a:rPr lang="en-ID" sz="1100" dirty="0" err="1"/>
              <a:t>dari</a:t>
            </a:r>
            <a:r>
              <a:rPr lang="en-ID" sz="1100" dirty="0"/>
              <a:t> </a:t>
            </a:r>
            <a:r>
              <a:rPr lang="en-ID" sz="1100" dirty="0" err="1"/>
              <a:t>kenaikan</a:t>
            </a:r>
            <a:r>
              <a:rPr lang="en-ID" sz="1100" dirty="0"/>
              <a:t> 3,69% pada </a:t>
            </a:r>
            <a:r>
              <a:rPr lang="en-ID" sz="1100" dirty="0" err="1"/>
              <a:t>minggu</a:t>
            </a:r>
            <a:r>
              <a:rPr lang="en-ID" sz="1100" dirty="0"/>
              <a:t> </a:t>
            </a:r>
            <a:r>
              <a:rPr lang="en-ID" sz="1100" dirty="0" err="1"/>
              <a:t>sebelumnya</a:t>
            </a:r>
            <a:r>
              <a:rPr lang="en-ID" sz="1100" dirty="0"/>
              <a:t>, </a:t>
            </a:r>
            <a:r>
              <a:rPr lang="en-ID" sz="1100" dirty="0" err="1"/>
              <a:t>sementara</a:t>
            </a:r>
            <a:r>
              <a:rPr lang="en-ID" sz="1100" dirty="0"/>
              <a:t> S&amp;P 500 naik 1,15%. Pada 8 </a:t>
            </a:r>
            <a:r>
              <a:rPr lang="en-ID" sz="1100" dirty="0" err="1"/>
              <a:t>Oktober</a:t>
            </a:r>
            <a:r>
              <a:rPr lang="en-ID" sz="1100" dirty="0"/>
              <a:t> 2026, TSMC </a:t>
            </a:r>
            <a:r>
              <a:rPr lang="en-ID" sz="1100" dirty="0" err="1"/>
              <a:t>melaporkan</a:t>
            </a:r>
            <a:r>
              <a:rPr lang="en-ID" sz="1100" dirty="0"/>
              <a:t> </a:t>
            </a:r>
            <a:r>
              <a:rPr lang="en-ID" sz="1100" i="1" dirty="0"/>
              <a:t>revenue</a:t>
            </a:r>
            <a:r>
              <a:rPr lang="en-ID" sz="1100" dirty="0"/>
              <a:t> September 2026 naik 54,6% YoY, dan Samsung </a:t>
            </a:r>
            <a:r>
              <a:rPr lang="en-ID" sz="1100" dirty="0" err="1"/>
              <a:t>memperkirakan</a:t>
            </a:r>
            <a:r>
              <a:rPr lang="en-ID" sz="1100" dirty="0"/>
              <a:t> </a:t>
            </a:r>
            <a:r>
              <a:rPr lang="en-ID" sz="1100" i="1" dirty="0"/>
              <a:t>record operating profit</a:t>
            </a:r>
            <a:r>
              <a:rPr lang="en-ID" sz="1100" dirty="0"/>
              <a:t> </a:t>
            </a:r>
            <a:r>
              <a:rPr lang="en-ID" sz="1100" dirty="0" err="1"/>
              <a:t>untuk</a:t>
            </a:r>
            <a:r>
              <a:rPr lang="en-ID" sz="1100" dirty="0"/>
              <a:t> Q3-26. </a:t>
            </a:r>
            <a:r>
              <a:rPr lang="en-ID" sz="1100" dirty="0" err="1"/>
              <a:t>Namun</a:t>
            </a:r>
            <a:r>
              <a:rPr lang="en-ID" sz="1100" dirty="0"/>
              <a:t> </a:t>
            </a:r>
            <a:r>
              <a:rPr lang="en-ID" sz="1100" dirty="0" err="1"/>
              <a:t>sebaliknya</a:t>
            </a:r>
            <a:r>
              <a:rPr lang="en-ID" sz="1100" dirty="0"/>
              <a:t>, SOX </a:t>
            </a:r>
            <a:r>
              <a:rPr lang="en-ID" sz="1100" dirty="0" err="1"/>
              <a:t>justru</a:t>
            </a:r>
            <a:r>
              <a:rPr lang="en-ID" sz="1100" dirty="0"/>
              <a:t> </a:t>
            </a:r>
            <a:r>
              <a:rPr lang="en-ID" sz="1100" dirty="0" err="1"/>
              <a:t>turun</a:t>
            </a:r>
            <a:r>
              <a:rPr lang="en-ID" sz="1100" dirty="0"/>
              <a:t> 3,39% pada </a:t>
            </a:r>
            <a:r>
              <a:rPr lang="en-ID" sz="1100" dirty="0" err="1"/>
              <a:t>hari</a:t>
            </a:r>
            <a:r>
              <a:rPr lang="en-ID" sz="1100" dirty="0"/>
              <a:t> yang </a:t>
            </a:r>
            <a:r>
              <a:rPr lang="en-ID" sz="1100" dirty="0" err="1"/>
              <a:t>sama</a:t>
            </a:r>
            <a:r>
              <a:rPr lang="en-ID" sz="1100" dirty="0"/>
              <a:t>. Financial Times </a:t>
            </a:r>
            <a:r>
              <a:rPr lang="en-ID" sz="1100" dirty="0" err="1"/>
              <a:t>melaporkan</a:t>
            </a:r>
            <a:r>
              <a:rPr lang="en-ID" sz="1100" dirty="0"/>
              <a:t> </a:t>
            </a:r>
            <a:r>
              <a:rPr lang="en-ID" sz="1100" i="1" dirty="0"/>
              <a:t>annualized revenue</a:t>
            </a:r>
            <a:r>
              <a:rPr lang="en-ID" sz="1100" dirty="0"/>
              <a:t> </a:t>
            </a:r>
            <a:r>
              <a:rPr lang="en-ID" sz="1100" dirty="0" err="1"/>
              <a:t>OpenAI</a:t>
            </a:r>
            <a:r>
              <a:rPr lang="en-ID" sz="1100" dirty="0"/>
              <a:t> </a:t>
            </a:r>
            <a:r>
              <a:rPr lang="en-ID" sz="1100" dirty="0" err="1"/>
              <a:t>hampir</a:t>
            </a:r>
            <a:r>
              <a:rPr lang="en-ID" sz="1100" dirty="0"/>
              <a:t> USD 50 </a:t>
            </a:r>
            <a:r>
              <a:rPr lang="en-ID" sz="1100" dirty="0" err="1"/>
              <a:t>miliar</a:t>
            </a:r>
            <a:r>
              <a:rPr lang="en-ID" sz="1100" dirty="0"/>
              <a:t>, di </a:t>
            </a:r>
            <a:r>
              <a:rPr lang="en-ID" sz="1100" dirty="0" err="1"/>
              <a:t>bawah</a:t>
            </a:r>
            <a:r>
              <a:rPr lang="en-ID" sz="1100" dirty="0"/>
              <a:t> </a:t>
            </a:r>
            <a:r>
              <a:rPr lang="en-ID" sz="1100" dirty="0" err="1"/>
              <a:t>sinyal</a:t>
            </a:r>
            <a:r>
              <a:rPr lang="en-ID" sz="1100" dirty="0"/>
              <a:t> </a:t>
            </a:r>
            <a:r>
              <a:rPr lang="en-ID" sz="1100" dirty="0" err="1"/>
              <a:t>sebelumnya</a:t>
            </a:r>
            <a:r>
              <a:rPr lang="en-ID" sz="1100" dirty="0"/>
              <a:t> di </a:t>
            </a:r>
            <a:r>
              <a:rPr lang="en-ID" sz="1100" dirty="0" err="1"/>
              <a:t>kisaran</a:t>
            </a:r>
            <a:r>
              <a:rPr lang="en-ID" sz="1100" dirty="0"/>
              <a:t> USD 70 </a:t>
            </a:r>
            <a:r>
              <a:rPr lang="en-ID" sz="1100" dirty="0" err="1"/>
              <a:t>miliar</a:t>
            </a:r>
            <a:r>
              <a:rPr lang="en-ID" sz="1100" dirty="0"/>
              <a:t>. Hal </a:t>
            </a:r>
            <a:r>
              <a:rPr lang="en-ID" sz="1100" dirty="0" err="1"/>
              <a:t>ini</a:t>
            </a:r>
            <a:r>
              <a:rPr lang="en-ID" sz="1100" dirty="0"/>
              <a:t> </a:t>
            </a:r>
            <a:r>
              <a:rPr lang="en-ID" sz="1100" dirty="0" err="1"/>
              <a:t>mengindikasikan</a:t>
            </a:r>
            <a:r>
              <a:rPr lang="en-ID" sz="1100" dirty="0"/>
              <a:t> </a:t>
            </a:r>
            <a:r>
              <a:rPr lang="en-ID" sz="1100" dirty="0" err="1"/>
              <a:t>fokus</a:t>
            </a:r>
            <a:r>
              <a:rPr lang="en-ID" sz="1100" dirty="0"/>
              <a:t> </a:t>
            </a:r>
            <a:r>
              <a:rPr lang="en-ID" sz="1100" i="1" dirty="0"/>
              <a:t>market </a:t>
            </a:r>
            <a:r>
              <a:rPr lang="en-ID" sz="1100" dirty="0" err="1"/>
              <a:t>sekarang</a:t>
            </a:r>
            <a:r>
              <a:rPr lang="en-ID" sz="1100" dirty="0"/>
              <a:t> </a:t>
            </a:r>
            <a:r>
              <a:rPr lang="en-ID" sz="1100" dirty="0" err="1"/>
              <a:t>berganti</a:t>
            </a:r>
            <a:r>
              <a:rPr lang="en-ID" sz="1100" dirty="0"/>
              <a:t> </a:t>
            </a:r>
            <a:r>
              <a:rPr lang="en-ID" sz="1100" dirty="0" err="1"/>
              <a:t>dari</a:t>
            </a:r>
            <a:r>
              <a:rPr lang="en-ID" sz="1100" dirty="0"/>
              <a:t> </a:t>
            </a:r>
            <a:r>
              <a:rPr lang="en-ID" sz="1100" i="1" dirty="0"/>
              <a:t>order book</a:t>
            </a:r>
            <a:r>
              <a:rPr lang="en-ID" sz="1100" dirty="0"/>
              <a:t> </a:t>
            </a:r>
            <a:r>
              <a:rPr lang="en-ID" sz="1100" i="1" dirty="0"/>
              <a:t>supplier</a:t>
            </a:r>
            <a:r>
              <a:rPr lang="en-ID" sz="1100" dirty="0"/>
              <a:t> </a:t>
            </a:r>
            <a:r>
              <a:rPr lang="en-ID" sz="1100" dirty="0" err="1"/>
              <a:t>ke</a:t>
            </a:r>
            <a:r>
              <a:rPr lang="en-ID" sz="1100" dirty="0"/>
              <a:t> </a:t>
            </a:r>
            <a:r>
              <a:rPr lang="en-ID" sz="1100" i="1" dirty="0"/>
              <a:t>capability</a:t>
            </a:r>
            <a:r>
              <a:rPr lang="en-ID" sz="1100" dirty="0"/>
              <a:t> </a:t>
            </a:r>
            <a:r>
              <a:rPr lang="en-ID" sz="1100" i="1" dirty="0"/>
              <a:t>end-user</a:t>
            </a:r>
            <a:r>
              <a:rPr lang="en-ID" sz="1100" dirty="0"/>
              <a:t> </a:t>
            </a:r>
            <a:r>
              <a:rPr lang="en-ID" sz="1100" dirty="0" err="1"/>
              <a:t>dalam</a:t>
            </a:r>
            <a:r>
              <a:rPr lang="en-ID" sz="1100" dirty="0"/>
              <a:t> </a:t>
            </a:r>
            <a:r>
              <a:rPr lang="en-ID" sz="1100" dirty="0" err="1"/>
              <a:t>memonetisasi</a:t>
            </a:r>
            <a:r>
              <a:rPr lang="en-ID" sz="1100" dirty="0"/>
              <a:t> AI.</a:t>
            </a:r>
            <a:endParaRPr lang="en-ID" sz="1100" b="0" i="0" kern="100" dirty="0">
              <a:latin typeface="Calibri" panose="020F0502020204030204" pitchFamily="34" charset="0"/>
              <a:ea typeface="Calibri" panose="020F0502020204030204" pitchFamily="34" charset="0"/>
              <a:cs typeface="Times New Roman" panose="02020603050405020304" pitchFamily="18" charset="0"/>
            </a:endParaRP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Same Earnings, Lower Multiple.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Saham </a:t>
            </a:r>
            <a:r>
              <a:rPr lang="en-ID" sz="1100" dirty="0"/>
              <a:t>GPU dan </a:t>
            </a:r>
            <a:r>
              <a:rPr lang="en-ID" sz="1100" i="1" dirty="0"/>
              <a:t>memory </a:t>
            </a:r>
            <a:r>
              <a:rPr lang="en-ID" sz="1100" dirty="0" err="1"/>
              <a:t>turun</a:t>
            </a:r>
            <a:r>
              <a:rPr lang="en-ID" sz="1100" dirty="0"/>
              <a:t> rata-rata 5,99% dan 6,10% WoW </a:t>
            </a:r>
            <a:r>
              <a:rPr lang="en-ID" sz="1100" b="1" dirty="0"/>
              <a:t>(Exhibit 3)</a:t>
            </a:r>
            <a:r>
              <a:rPr lang="en-ID" sz="1100" dirty="0"/>
              <a:t>, </a:t>
            </a:r>
            <a:r>
              <a:rPr lang="en-ID" sz="1100" dirty="0" err="1"/>
              <a:t>padahal</a:t>
            </a:r>
            <a:r>
              <a:rPr lang="en-ID" sz="1100" dirty="0"/>
              <a:t> </a:t>
            </a:r>
            <a:r>
              <a:rPr lang="en-ID" sz="1100" i="1" dirty="0"/>
              <a:t>forward earnings estimate</a:t>
            </a:r>
            <a:r>
              <a:rPr lang="en-ID" sz="1100" dirty="0"/>
              <a:t> SOX </a:t>
            </a:r>
            <a:r>
              <a:rPr lang="en-ID" sz="1100" dirty="0" err="1"/>
              <a:t>tidak</a:t>
            </a:r>
            <a:r>
              <a:rPr lang="en-ID" sz="1100" dirty="0"/>
              <a:t> </a:t>
            </a:r>
            <a:r>
              <a:rPr lang="en-ID" sz="1100" dirty="0" err="1"/>
              <a:t>berubah</a:t>
            </a:r>
            <a:r>
              <a:rPr lang="en-ID" sz="1100" dirty="0"/>
              <a:t>, </a:t>
            </a:r>
            <a:r>
              <a:rPr lang="en-ID" sz="1100" dirty="0" err="1"/>
              <a:t>sehingga</a:t>
            </a:r>
            <a:r>
              <a:rPr lang="en-ID" sz="1100" dirty="0"/>
              <a:t> </a:t>
            </a:r>
            <a:r>
              <a:rPr lang="en-ID" sz="1100" dirty="0" err="1"/>
              <a:t>penurunan</a:t>
            </a:r>
            <a:r>
              <a:rPr lang="en-ID" sz="1100" dirty="0"/>
              <a:t> </a:t>
            </a:r>
            <a:r>
              <a:rPr lang="en-ID" sz="1100" dirty="0" err="1"/>
              <a:t>berasal</a:t>
            </a:r>
            <a:r>
              <a:rPr lang="en-ID" sz="1100" dirty="0"/>
              <a:t> </a:t>
            </a:r>
            <a:r>
              <a:rPr lang="en-ID" sz="1100" dirty="0" err="1"/>
              <a:t>dari</a:t>
            </a:r>
            <a:r>
              <a:rPr lang="en-ID" sz="1100" dirty="0"/>
              <a:t> </a:t>
            </a:r>
            <a:r>
              <a:rPr lang="en-ID" sz="1100" i="1" dirty="0"/>
              <a:t>valuation</a:t>
            </a:r>
            <a:r>
              <a:rPr lang="en-ID" sz="1100" dirty="0"/>
              <a:t> </a:t>
            </a:r>
            <a:r>
              <a:rPr lang="en-ID" sz="1100" i="1" dirty="0"/>
              <a:t>multiple compression</a:t>
            </a:r>
            <a:r>
              <a:rPr lang="en-ID" sz="1100" dirty="0"/>
              <a:t>. </a:t>
            </a:r>
            <a:r>
              <a:rPr lang="en-ID" sz="1100" i="1" dirty="0"/>
              <a:t>Forward</a:t>
            </a:r>
            <a:r>
              <a:rPr lang="en-ID" sz="1100" dirty="0"/>
              <a:t> P/E </a:t>
            </a:r>
            <a:r>
              <a:rPr lang="en-ID" sz="1100" dirty="0" err="1"/>
              <a:t>turun</a:t>
            </a:r>
            <a:r>
              <a:rPr lang="en-ID" sz="1100" dirty="0"/>
              <a:t> </a:t>
            </a:r>
            <a:r>
              <a:rPr lang="en-ID" sz="1100" dirty="0" err="1"/>
              <a:t>dari</a:t>
            </a:r>
            <a:r>
              <a:rPr lang="en-ID" sz="1100" dirty="0"/>
              <a:t> 30,1x </a:t>
            </a:r>
            <a:r>
              <a:rPr lang="en-ID" sz="1100" dirty="0" err="1"/>
              <a:t>ke</a:t>
            </a:r>
            <a:r>
              <a:rPr lang="en-ID" sz="1100" dirty="0"/>
              <a:t> 28,8x, </a:t>
            </a:r>
            <a:r>
              <a:rPr lang="en-ID" sz="1100" dirty="0" err="1"/>
              <a:t>sedikit</a:t>
            </a:r>
            <a:r>
              <a:rPr lang="en-ID" sz="1100" dirty="0"/>
              <a:t> di </a:t>
            </a:r>
            <a:r>
              <a:rPr lang="en-ID" sz="1100" dirty="0" err="1"/>
              <a:t>bawah</a:t>
            </a:r>
            <a:r>
              <a:rPr lang="en-ID" sz="1100" dirty="0"/>
              <a:t> rata-rata 5 </a:t>
            </a:r>
            <a:r>
              <a:rPr lang="en-ID" sz="1100" dirty="0" err="1"/>
              <a:t>tahun</a:t>
            </a:r>
            <a:r>
              <a:rPr lang="en-ID" sz="1100" dirty="0"/>
              <a:t> (29,2x), </a:t>
            </a:r>
            <a:r>
              <a:rPr lang="en-ID" sz="1100" dirty="0" err="1"/>
              <a:t>tetapi</a:t>
            </a:r>
            <a:r>
              <a:rPr lang="en-ID" sz="1100" dirty="0"/>
              <a:t> </a:t>
            </a:r>
            <a:r>
              <a:rPr lang="en-ID" sz="1100" dirty="0" err="1"/>
              <a:t>masih</a:t>
            </a:r>
            <a:r>
              <a:rPr lang="en-ID" sz="1100" dirty="0"/>
              <a:t> di </a:t>
            </a:r>
            <a:r>
              <a:rPr lang="en-ID" sz="1100" dirty="0" err="1"/>
              <a:t>atas</a:t>
            </a:r>
            <a:r>
              <a:rPr lang="en-ID" sz="1100" dirty="0"/>
              <a:t> rata-rata 10 </a:t>
            </a:r>
            <a:r>
              <a:rPr lang="en-ID" sz="1100" dirty="0" err="1"/>
              <a:t>tahun</a:t>
            </a:r>
            <a:r>
              <a:rPr lang="en-ID" sz="1100" dirty="0"/>
              <a:t> (24,7x) </a:t>
            </a:r>
            <a:r>
              <a:rPr lang="en-ID" sz="1100" b="1" dirty="0"/>
              <a:t>(Exhibit 4)</a:t>
            </a:r>
            <a:r>
              <a:rPr lang="en-ID" sz="1100" dirty="0"/>
              <a:t>. </a:t>
            </a:r>
            <a:r>
              <a:rPr lang="en-ID" sz="1100" i="1" dirty="0"/>
              <a:t>Derating</a:t>
            </a:r>
            <a:r>
              <a:rPr lang="en-ID" sz="1100" dirty="0"/>
              <a:t> </a:t>
            </a:r>
            <a:r>
              <a:rPr lang="en-ID" sz="1100" dirty="0" err="1"/>
              <a:t>ini</a:t>
            </a:r>
            <a:r>
              <a:rPr lang="en-ID" sz="1100" dirty="0"/>
              <a:t> </a:t>
            </a:r>
            <a:r>
              <a:rPr lang="en-ID" sz="1100" dirty="0" err="1"/>
              <a:t>terjadi</a:t>
            </a:r>
            <a:r>
              <a:rPr lang="en-ID" sz="1100" dirty="0"/>
              <a:t> </a:t>
            </a:r>
            <a:r>
              <a:rPr lang="en-ID" sz="1100" dirty="0" err="1"/>
              <a:t>meskipun</a:t>
            </a:r>
            <a:r>
              <a:rPr lang="en-ID" sz="1100" dirty="0"/>
              <a:t> </a:t>
            </a:r>
            <a:r>
              <a:rPr lang="en-ID" sz="1100" i="1" dirty="0"/>
              <a:t>gap</a:t>
            </a:r>
            <a:r>
              <a:rPr lang="en-ID" sz="1100" dirty="0"/>
              <a:t> </a:t>
            </a:r>
            <a:r>
              <a:rPr lang="en-ID" sz="1100" dirty="0" err="1"/>
              <a:t>pendapatan</a:t>
            </a:r>
            <a:r>
              <a:rPr lang="en-ID" sz="1100" dirty="0"/>
              <a:t> </a:t>
            </a:r>
            <a:r>
              <a:rPr lang="en-ID" sz="1100" dirty="0" err="1"/>
              <a:t>OpenAI</a:t>
            </a:r>
            <a:r>
              <a:rPr lang="en-ID" sz="1100" dirty="0"/>
              <a:t> </a:t>
            </a:r>
            <a:r>
              <a:rPr lang="en-ID" sz="1100" dirty="0" err="1"/>
              <a:t>tersebut</a:t>
            </a:r>
            <a:r>
              <a:rPr lang="en-ID" sz="1100" dirty="0"/>
              <a:t> </a:t>
            </a:r>
            <a:r>
              <a:rPr lang="en-ID" sz="1100" dirty="0" err="1"/>
              <a:t>disebabkan</a:t>
            </a:r>
            <a:r>
              <a:rPr lang="en-ID" sz="1100" dirty="0"/>
              <a:t> oleh </a:t>
            </a:r>
            <a:r>
              <a:rPr lang="en-ID" sz="1100" dirty="0" err="1"/>
              <a:t>perbedaan</a:t>
            </a:r>
            <a:r>
              <a:rPr lang="en-ID" sz="1100" dirty="0"/>
              <a:t> </a:t>
            </a:r>
            <a:r>
              <a:rPr lang="en-ID" sz="1100" dirty="0" err="1"/>
              <a:t>metode</a:t>
            </a:r>
            <a:r>
              <a:rPr lang="en-ID" sz="1100" dirty="0"/>
              <a:t> </a:t>
            </a:r>
            <a:r>
              <a:rPr lang="en-ID" sz="1100" dirty="0" err="1"/>
              <a:t>akuntansi</a:t>
            </a:r>
            <a:r>
              <a:rPr lang="en-ID" sz="1100" dirty="0"/>
              <a:t>. Hal </a:t>
            </a:r>
            <a:r>
              <a:rPr lang="en-ID" sz="1100" dirty="0" err="1"/>
              <a:t>ini</a:t>
            </a:r>
            <a:r>
              <a:rPr lang="en-ID" sz="1100" dirty="0"/>
              <a:t> </a:t>
            </a:r>
            <a:r>
              <a:rPr lang="en-ID" sz="1100" dirty="0" err="1"/>
              <a:t>membuat</a:t>
            </a:r>
            <a:r>
              <a:rPr lang="en-ID" sz="1100" dirty="0"/>
              <a:t> </a:t>
            </a:r>
            <a:r>
              <a:rPr lang="en-ID" sz="1100" i="1" dirty="0"/>
              <a:t>valuation premium</a:t>
            </a:r>
            <a:r>
              <a:rPr lang="en-ID" sz="1100" dirty="0"/>
              <a:t> </a:t>
            </a:r>
            <a:r>
              <a:rPr lang="en-ID" sz="1100" dirty="0" err="1"/>
              <a:t>semikonduktor</a:t>
            </a:r>
            <a:r>
              <a:rPr lang="en-ID" sz="1100" dirty="0"/>
              <a:t> </a:t>
            </a:r>
            <a:r>
              <a:rPr lang="en-ID" sz="1100" dirty="0" err="1"/>
              <a:t>sekarang</a:t>
            </a:r>
            <a:r>
              <a:rPr lang="en-ID" sz="1100" dirty="0"/>
              <a:t> </a:t>
            </a:r>
            <a:r>
              <a:rPr lang="en-ID" sz="1100" dirty="0" err="1"/>
              <a:t>lebih</a:t>
            </a:r>
            <a:r>
              <a:rPr lang="en-ID" sz="1100" dirty="0"/>
              <a:t> </a:t>
            </a:r>
            <a:r>
              <a:rPr lang="en-ID" sz="1100" dirty="0" err="1"/>
              <a:t>ditentukan</a:t>
            </a:r>
            <a:r>
              <a:rPr lang="en-ID" sz="1100" dirty="0"/>
              <a:t> oleh </a:t>
            </a:r>
            <a:r>
              <a:rPr lang="en-ID" sz="1100" i="1" dirty="0"/>
              <a:t>proof on</a:t>
            </a:r>
            <a:r>
              <a:rPr lang="en-ID" sz="1100" dirty="0"/>
              <a:t> </a:t>
            </a:r>
            <a:r>
              <a:rPr lang="en-ID" sz="1100" i="1" dirty="0"/>
              <a:t>AI monetization</a:t>
            </a:r>
            <a:r>
              <a:rPr lang="en-ID" sz="1100" dirty="0"/>
              <a:t>, </a:t>
            </a:r>
            <a:r>
              <a:rPr lang="en-ID" sz="1100" dirty="0" err="1"/>
              <a:t>bukan</a:t>
            </a:r>
            <a:r>
              <a:rPr lang="en-ID" sz="1100" dirty="0"/>
              <a:t> </a:t>
            </a:r>
            <a:r>
              <a:rPr lang="en-ID" sz="1100" dirty="0" err="1"/>
              <a:t>lagi</a:t>
            </a:r>
            <a:r>
              <a:rPr lang="en-ID" sz="1100" dirty="0"/>
              <a:t> </a:t>
            </a:r>
            <a:r>
              <a:rPr lang="en-ID" sz="1100" i="1" dirty="0"/>
              <a:t>order growth</a:t>
            </a:r>
            <a:r>
              <a:rPr lang="en-ID" sz="1100" dirty="0"/>
              <a:t>.</a:t>
            </a:r>
            <a:endParaRPr lang="en-ID" sz="1100" b="0" i="0" kern="100" dirty="0">
              <a:latin typeface="Calibri" panose="020F0502020204030204" pitchFamily="34" charset="0"/>
              <a:ea typeface="Calibri" panose="020F0502020204030204" pitchFamily="34" charset="0"/>
              <a:cs typeface="Times New Roman" panose="02020603050405020304" pitchFamily="18" charset="0"/>
            </a:endParaRPr>
          </a:p>
          <a:p>
            <a:pPr marL="228600" indent="-228600" algn="just">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i="1" dirty="0"/>
              <a:t>Market</a:t>
            </a:r>
            <a:r>
              <a:rPr lang="en-ID" sz="1100" dirty="0"/>
              <a:t> </a:t>
            </a:r>
            <a:r>
              <a:rPr lang="en-ID" sz="1100" i="1" dirty="0"/>
              <a:t>rotation</a:t>
            </a:r>
            <a:r>
              <a:rPr lang="en-ID" sz="1100" dirty="0"/>
              <a:t> </a:t>
            </a:r>
            <a:r>
              <a:rPr lang="en-ID" sz="1100" dirty="0" err="1"/>
              <a:t>mulai</a:t>
            </a:r>
            <a:r>
              <a:rPr lang="en-ID" sz="1100" dirty="0"/>
              <a:t> </a:t>
            </a:r>
            <a:r>
              <a:rPr lang="en-ID" sz="1100" dirty="0" err="1"/>
              <a:t>bergerak</a:t>
            </a:r>
            <a:r>
              <a:rPr lang="en-ID" sz="1100" dirty="0"/>
              <a:t> </a:t>
            </a:r>
            <a:r>
              <a:rPr lang="en-ID" sz="1100" dirty="0" err="1"/>
              <a:t>ke</a:t>
            </a:r>
            <a:r>
              <a:rPr lang="en-ID" sz="1100" dirty="0"/>
              <a:t> </a:t>
            </a:r>
            <a:r>
              <a:rPr lang="en-ID" sz="1100" i="1" dirty="0"/>
              <a:t>bottleneck</a:t>
            </a:r>
            <a:r>
              <a:rPr lang="en-ID" sz="1100" dirty="0"/>
              <a:t> AI yang </a:t>
            </a:r>
            <a:r>
              <a:rPr lang="en-ID" sz="1100" i="1" dirty="0"/>
              <a:t>supply-</a:t>
            </a:r>
            <a:r>
              <a:rPr lang="en-ID" sz="1100" dirty="0" err="1"/>
              <a:t>nya</a:t>
            </a:r>
            <a:r>
              <a:rPr lang="en-ID" sz="1100" dirty="0"/>
              <a:t> paling </a:t>
            </a:r>
            <a:r>
              <a:rPr lang="en-ID" sz="1100" dirty="0" err="1"/>
              <a:t>terbatas</a:t>
            </a:r>
            <a:r>
              <a:rPr lang="en-ID" sz="1100" dirty="0"/>
              <a:t>, </a:t>
            </a:r>
            <a:r>
              <a:rPr lang="en-ID" sz="1100" i="1" dirty="0"/>
              <a:t>from</a:t>
            </a:r>
            <a:r>
              <a:rPr lang="en-ID" sz="1100" dirty="0"/>
              <a:t> </a:t>
            </a:r>
            <a:r>
              <a:rPr lang="en-ID" sz="1100" i="1" dirty="0"/>
              <a:t>chip</a:t>
            </a:r>
            <a:r>
              <a:rPr lang="en-ID" sz="1100" dirty="0"/>
              <a:t> </a:t>
            </a:r>
            <a:r>
              <a:rPr lang="en-ID" sz="1100" i="1" dirty="0"/>
              <a:t>to</a:t>
            </a:r>
            <a:r>
              <a:rPr lang="en-ID" sz="1100" dirty="0"/>
              <a:t> </a:t>
            </a:r>
            <a:r>
              <a:rPr lang="en-ID" sz="1100" i="1" dirty="0"/>
              <a:t>power</a:t>
            </a:r>
            <a:r>
              <a:rPr lang="en-ID" sz="1100" dirty="0"/>
              <a:t>. Saham Constellation dan </a:t>
            </a:r>
            <a:r>
              <a:rPr lang="en-ID" sz="1100" dirty="0" err="1"/>
              <a:t>Vistra</a:t>
            </a:r>
            <a:r>
              <a:rPr lang="en-ID" sz="1100" dirty="0"/>
              <a:t> naik 15,76% dan 15,33% WoW. </a:t>
            </a:r>
            <a:r>
              <a:rPr lang="en-ID" sz="1100" dirty="0" err="1"/>
              <a:t>Katalisnya</a:t>
            </a:r>
            <a:r>
              <a:rPr lang="en-ID" sz="1100" dirty="0"/>
              <a:t> </a:t>
            </a:r>
            <a:r>
              <a:rPr lang="en-ID" sz="1100" dirty="0" err="1"/>
              <a:t>adalah</a:t>
            </a:r>
            <a:r>
              <a:rPr lang="en-ID" sz="1100" dirty="0"/>
              <a:t> </a:t>
            </a:r>
            <a:r>
              <a:rPr lang="en-ID" sz="1100" dirty="0" err="1"/>
              <a:t>kontrak</a:t>
            </a:r>
            <a:r>
              <a:rPr lang="en-ID" sz="1100" dirty="0"/>
              <a:t> 20 </a:t>
            </a:r>
            <a:r>
              <a:rPr lang="en-ID" sz="1100" dirty="0" err="1"/>
              <a:t>tahun</a:t>
            </a:r>
            <a:r>
              <a:rPr lang="en-ID" sz="1100" dirty="0"/>
              <a:t> </a:t>
            </a:r>
            <a:r>
              <a:rPr lang="en-ID" sz="1100" dirty="0" err="1"/>
              <a:t>antara</a:t>
            </a:r>
            <a:r>
              <a:rPr lang="en-ID" sz="1100" dirty="0"/>
              <a:t> Google dan Constellation </a:t>
            </a:r>
            <a:r>
              <a:rPr lang="en-ID" sz="1100" dirty="0" err="1"/>
              <a:t>untuk</a:t>
            </a:r>
            <a:r>
              <a:rPr lang="en-ID" sz="1100" dirty="0"/>
              <a:t> </a:t>
            </a:r>
            <a:r>
              <a:rPr lang="en-ID" sz="1100" dirty="0" err="1"/>
              <a:t>tambahan</a:t>
            </a:r>
            <a:r>
              <a:rPr lang="en-ID" sz="1100" dirty="0"/>
              <a:t> 890 MW </a:t>
            </a:r>
            <a:r>
              <a:rPr lang="en-ID" sz="1100" dirty="0" err="1"/>
              <a:t>kapasitas</a:t>
            </a:r>
            <a:r>
              <a:rPr lang="en-ID" sz="1100" dirty="0"/>
              <a:t> </a:t>
            </a:r>
            <a:r>
              <a:rPr lang="en-ID" sz="1100" dirty="0" err="1"/>
              <a:t>nuklir</a:t>
            </a:r>
            <a:r>
              <a:rPr lang="en-ID" sz="1100" dirty="0"/>
              <a:t> (6 </a:t>
            </a:r>
            <a:r>
              <a:rPr lang="en-ID" sz="1100" dirty="0" err="1"/>
              <a:t>Oktober</a:t>
            </a:r>
            <a:r>
              <a:rPr lang="en-ID" sz="1100" dirty="0"/>
              <a:t> 2026) dan </a:t>
            </a:r>
            <a:r>
              <a:rPr lang="en-ID" sz="1100" i="1" dirty="0"/>
              <a:t>conditional loan commitment</a:t>
            </a:r>
            <a:r>
              <a:rPr lang="en-ID" sz="1100" dirty="0"/>
              <a:t> </a:t>
            </a:r>
            <a:r>
              <a:rPr lang="en-ID" sz="1100" dirty="0" err="1"/>
              <a:t>dari</a:t>
            </a:r>
            <a:r>
              <a:rPr lang="en-ID" sz="1100" dirty="0"/>
              <a:t> </a:t>
            </a:r>
            <a:r>
              <a:rPr lang="en-ID" sz="1100" dirty="0" err="1"/>
              <a:t>Departemen</a:t>
            </a:r>
            <a:r>
              <a:rPr lang="en-ID" sz="1100" dirty="0"/>
              <a:t> </a:t>
            </a:r>
            <a:r>
              <a:rPr lang="en-ID" sz="1100" dirty="0" err="1"/>
              <a:t>Energi</a:t>
            </a:r>
            <a:r>
              <a:rPr lang="en-ID" sz="1100" dirty="0"/>
              <a:t> AS </a:t>
            </a:r>
            <a:r>
              <a:rPr lang="en-ID" sz="1100" dirty="0" err="1"/>
              <a:t>sebesar</a:t>
            </a:r>
            <a:r>
              <a:rPr lang="en-ID" sz="1100" dirty="0"/>
              <a:t> USD 4,2 </a:t>
            </a:r>
            <a:r>
              <a:rPr lang="en-ID" sz="1100" dirty="0" err="1"/>
              <a:t>miliar</a:t>
            </a:r>
            <a:r>
              <a:rPr lang="en-ID" sz="1100" dirty="0"/>
              <a:t> </a:t>
            </a:r>
            <a:r>
              <a:rPr lang="en-ID" sz="1100" dirty="0" err="1"/>
              <a:t>untuk</a:t>
            </a:r>
            <a:r>
              <a:rPr lang="en-ID" sz="1100" dirty="0"/>
              <a:t> </a:t>
            </a:r>
            <a:r>
              <a:rPr lang="en-ID" sz="1100" dirty="0" err="1"/>
              <a:t>reaktor</a:t>
            </a:r>
            <a:r>
              <a:rPr lang="en-ID" sz="1100" dirty="0"/>
              <a:t> </a:t>
            </a:r>
            <a:r>
              <a:rPr lang="en-ID" sz="1100" dirty="0" err="1"/>
              <a:t>Vistra</a:t>
            </a:r>
            <a:r>
              <a:rPr lang="en-ID" sz="1100" dirty="0"/>
              <a:t>. </a:t>
            </a:r>
            <a:r>
              <a:rPr lang="en-ID" sz="1100" i="1" dirty="0"/>
              <a:t>Market</a:t>
            </a:r>
            <a:r>
              <a:rPr lang="en-ID" sz="1100" dirty="0"/>
              <a:t> </a:t>
            </a:r>
            <a:r>
              <a:rPr lang="en-ID" sz="1100" dirty="0" err="1"/>
              <a:t>lebih</a:t>
            </a:r>
            <a:r>
              <a:rPr lang="en-ID" sz="1100" dirty="0"/>
              <a:t> </a:t>
            </a:r>
            <a:r>
              <a:rPr lang="en-ID" sz="1100" dirty="0" err="1"/>
              <a:t>menghargai</a:t>
            </a:r>
            <a:r>
              <a:rPr lang="en-ID" sz="1100" dirty="0"/>
              <a:t> </a:t>
            </a:r>
            <a:r>
              <a:rPr lang="en-ID" sz="1100" i="1" dirty="0"/>
              <a:t>cash flow certainty </a:t>
            </a:r>
            <a:r>
              <a:rPr lang="en-ID" sz="1100" dirty="0" err="1"/>
              <a:t>dibandingkan</a:t>
            </a:r>
            <a:r>
              <a:rPr lang="en-ID" sz="1100" dirty="0"/>
              <a:t> </a:t>
            </a:r>
            <a:r>
              <a:rPr lang="en-ID" sz="1100" dirty="0" err="1"/>
              <a:t>potensi</a:t>
            </a:r>
            <a:r>
              <a:rPr lang="en-ID" sz="1100" dirty="0"/>
              <a:t> </a:t>
            </a:r>
            <a:r>
              <a:rPr lang="en-ID" sz="1100" dirty="0" err="1"/>
              <a:t>pertumbuhan</a:t>
            </a:r>
            <a:r>
              <a:rPr lang="en-ID" sz="1100" dirty="0"/>
              <a:t> </a:t>
            </a:r>
            <a:r>
              <a:rPr lang="en-ID" sz="1100" dirty="0" err="1"/>
              <a:t>dalam</a:t>
            </a:r>
            <a:r>
              <a:rPr lang="en-ID" sz="1100" dirty="0"/>
              <a:t> </a:t>
            </a:r>
            <a:r>
              <a:rPr lang="en-ID" sz="1100" i="1" dirty="0"/>
              <a:t>supply </a:t>
            </a:r>
            <a:r>
              <a:rPr lang="en-ID" sz="1100" i="1" dirty="0" err="1"/>
              <a:t>chain</a:t>
            </a:r>
            <a:r>
              <a:rPr lang="en-ID" sz="1100" dirty="0" err="1"/>
              <a:t>AI</a:t>
            </a:r>
            <a:r>
              <a:rPr lang="en-ID" sz="1100" dirty="0"/>
              <a:t>. </a:t>
            </a:r>
            <a:r>
              <a:rPr lang="en-ID" sz="1100" dirty="0" err="1"/>
              <a:t>Selama</a:t>
            </a:r>
            <a:r>
              <a:rPr lang="en-ID" sz="1100" dirty="0"/>
              <a:t> </a:t>
            </a:r>
            <a:r>
              <a:rPr lang="en-ID" sz="1100" i="1" dirty="0"/>
              <a:t>earnings estimate</a:t>
            </a:r>
            <a:r>
              <a:rPr lang="en-ID" sz="1100" dirty="0"/>
              <a:t> SOX </a:t>
            </a:r>
            <a:r>
              <a:rPr lang="en-ID" sz="1100" dirty="0" err="1"/>
              <a:t>belum</a:t>
            </a:r>
            <a:r>
              <a:rPr lang="en-ID" sz="1100" dirty="0"/>
              <a:t> </a:t>
            </a:r>
            <a:r>
              <a:rPr lang="en-ID" sz="1100" dirty="0" err="1"/>
              <a:t>direvisi</a:t>
            </a:r>
            <a:r>
              <a:rPr lang="en-ID" sz="1100" dirty="0"/>
              <a:t> </a:t>
            </a:r>
            <a:r>
              <a:rPr lang="en-ID" sz="1100" dirty="0" err="1"/>
              <a:t>turun</a:t>
            </a:r>
            <a:r>
              <a:rPr lang="en-ID" sz="1100" dirty="0"/>
              <a:t> dan </a:t>
            </a:r>
            <a:r>
              <a:rPr lang="en-ID" sz="1100" i="1" dirty="0"/>
              <a:t>capex guidance </a:t>
            </a:r>
            <a:r>
              <a:rPr lang="en-ID" sz="1100" i="1" dirty="0" err="1"/>
              <a:t>hyperscaler</a:t>
            </a:r>
            <a:r>
              <a:rPr lang="en-ID" sz="1100" dirty="0"/>
              <a:t> </a:t>
            </a:r>
            <a:r>
              <a:rPr lang="en-ID" sz="1100" dirty="0" err="1"/>
              <a:t>masih</a:t>
            </a:r>
            <a:r>
              <a:rPr lang="en-ID" sz="1100" dirty="0"/>
              <a:t> naik, </a:t>
            </a:r>
            <a:r>
              <a:rPr lang="en-ID" sz="1100" dirty="0" err="1"/>
              <a:t>koreksi</a:t>
            </a:r>
            <a:r>
              <a:rPr lang="en-ID" sz="1100" dirty="0"/>
              <a:t> SOX </a:t>
            </a:r>
            <a:r>
              <a:rPr lang="en-ID" sz="1100" dirty="0" err="1"/>
              <a:t>masih</a:t>
            </a:r>
            <a:r>
              <a:rPr lang="en-ID" sz="1100" dirty="0"/>
              <a:t> </a:t>
            </a:r>
            <a:r>
              <a:rPr lang="en-ID" sz="1100" dirty="0" err="1"/>
              <a:t>bersifat</a:t>
            </a:r>
            <a:r>
              <a:rPr lang="en-ID" sz="1100" dirty="0"/>
              <a:t> </a:t>
            </a:r>
            <a:r>
              <a:rPr lang="en-ID" sz="1100" i="1" dirty="0"/>
              <a:t>derating</a:t>
            </a:r>
            <a:r>
              <a:rPr lang="en-ID" sz="1100" dirty="0"/>
              <a:t>, </a:t>
            </a:r>
            <a:r>
              <a:rPr lang="en-ID" sz="1100" dirty="0" err="1"/>
              <a:t>bukan</a:t>
            </a:r>
            <a:r>
              <a:rPr lang="en-ID" sz="1100" dirty="0"/>
              <a:t> </a:t>
            </a:r>
            <a:r>
              <a:rPr lang="en-ID" sz="1100" dirty="0" err="1"/>
              <a:t>menjadi</a:t>
            </a:r>
            <a:r>
              <a:rPr lang="en-ID" sz="1100" dirty="0"/>
              <a:t> </a:t>
            </a:r>
            <a:r>
              <a:rPr lang="en-ID" sz="1100" dirty="0" err="1"/>
              <a:t>pelemahan</a:t>
            </a:r>
            <a:r>
              <a:rPr lang="en-ID" sz="1100" dirty="0"/>
              <a:t> fundamental.</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ID" sz="1100" b="1" i="1" dirty="0"/>
              <a:t>Supplier chip</a:t>
            </a:r>
            <a:r>
              <a:rPr lang="en-ID" sz="1100" b="1" dirty="0"/>
              <a:t> </a:t>
            </a:r>
            <a:r>
              <a:rPr lang="en-ID" sz="1100" b="1" dirty="0" err="1"/>
              <a:t>boleh</a:t>
            </a:r>
            <a:r>
              <a:rPr lang="en-ID" sz="1100" b="1" dirty="0"/>
              <a:t> </a:t>
            </a:r>
            <a:r>
              <a:rPr lang="en-ID" sz="1100" b="1" dirty="0" err="1"/>
              <a:t>mencetak</a:t>
            </a:r>
            <a:r>
              <a:rPr lang="en-ID" sz="1100" b="1" dirty="0"/>
              <a:t> </a:t>
            </a:r>
            <a:r>
              <a:rPr lang="en-ID" sz="1100" b="1" dirty="0" err="1"/>
              <a:t>rekor</a:t>
            </a:r>
            <a:r>
              <a:rPr lang="en-ID" sz="1100" b="1" dirty="0"/>
              <a:t>, </a:t>
            </a:r>
            <a:r>
              <a:rPr lang="en-ID" sz="1100" b="1" dirty="0" err="1"/>
              <a:t>tapi</a:t>
            </a:r>
            <a:r>
              <a:rPr lang="en-ID" sz="1100" b="1" dirty="0"/>
              <a:t> SOX </a:t>
            </a:r>
            <a:r>
              <a:rPr lang="en-ID" sz="1100" b="1" dirty="0" err="1"/>
              <a:t>tetap</a:t>
            </a:r>
            <a:r>
              <a:rPr lang="en-ID" sz="1100" b="1" dirty="0"/>
              <a:t> </a:t>
            </a:r>
            <a:r>
              <a:rPr lang="en-ID" sz="1100" b="1" dirty="0" err="1"/>
              <a:t>turun</a:t>
            </a:r>
            <a:r>
              <a:rPr lang="en-ID" sz="1100" b="1" dirty="0"/>
              <a:t> 4,30% WoW. </a:t>
            </a:r>
            <a:r>
              <a:rPr lang="en-ID" sz="1100" b="1" i="1" dirty="0"/>
              <a:t>Market</a:t>
            </a:r>
            <a:r>
              <a:rPr lang="en-ID" sz="1100" b="1" dirty="0"/>
              <a:t> </a:t>
            </a:r>
            <a:r>
              <a:rPr lang="en-ID" sz="1100" b="1" dirty="0" err="1"/>
              <a:t>kini</a:t>
            </a:r>
            <a:r>
              <a:rPr lang="en-ID" sz="1100" b="1" dirty="0"/>
              <a:t> </a:t>
            </a:r>
            <a:r>
              <a:rPr lang="en-ID" sz="1100" b="1" i="1" dirty="0"/>
              <a:t>concern </a:t>
            </a:r>
            <a:r>
              <a:rPr lang="en-ID" sz="1100" b="1" dirty="0"/>
              <a:t>pada </a:t>
            </a:r>
            <a:r>
              <a:rPr lang="en-ID" sz="1100" b="1" dirty="0" err="1"/>
              <a:t>satu</a:t>
            </a:r>
            <a:r>
              <a:rPr lang="en-ID" sz="1100" b="1" dirty="0"/>
              <a:t> </a:t>
            </a:r>
            <a:r>
              <a:rPr lang="en-ID" sz="1100" b="1" dirty="0" err="1"/>
              <a:t>hal</a:t>
            </a:r>
            <a:r>
              <a:rPr lang="en-ID" sz="1100" b="1" dirty="0"/>
              <a:t>: </a:t>
            </a:r>
            <a:r>
              <a:rPr lang="en-ID" sz="1100" b="1" dirty="0" err="1"/>
              <a:t>siapa</a:t>
            </a:r>
            <a:r>
              <a:rPr lang="en-ID" sz="1100" b="1" dirty="0"/>
              <a:t> yang </a:t>
            </a:r>
            <a:r>
              <a:rPr lang="en-ID" sz="1100" b="1" dirty="0" err="1"/>
              <a:t>akan</a:t>
            </a:r>
            <a:r>
              <a:rPr lang="en-ID" sz="1100" b="1" dirty="0"/>
              <a:t> </a:t>
            </a:r>
            <a:r>
              <a:rPr lang="en-ID" sz="1100" b="1" dirty="0" err="1"/>
              <a:t>benar-benar</a:t>
            </a:r>
            <a:r>
              <a:rPr lang="en-ID" sz="1100" b="1" dirty="0"/>
              <a:t> </a:t>
            </a:r>
            <a:r>
              <a:rPr lang="en-ID" sz="1100" b="1" dirty="0" err="1"/>
              <a:t>untung</a:t>
            </a:r>
            <a:r>
              <a:rPr lang="en-ID" sz="1100" b="1" dirty="0"/>
              <a:t> </a:t>
            </a:r>
            <a:r>
              <a:rPr lang="en-ID" sz="1100" b="1" dirty="0" err="1"/>
              <a:t>dari</a:t>
            </a:r>
            <a:r>
              <a:rPr lang="en-ID" sz="1100" b="1" dirty="0"/>
              <a:t> AI? </a:t>
            </a:r>
            <a:r>
              <a:rPr lang="en-ID" sz="1100" b="1" dirty="0" err="1"/>
              <a:t>Sembari</a:t>
            </a:r>
            <a:r>
              <a:rPr lang="en-ID" sz="1100" b="1" dirty="0"/>
              <a:t> </a:t>
            </a:r>
            <a:r>
              <a:rPr lang="en-ID" sz="1100" b="1" dirty="0" err="1"/>
              <a:t>menunggu</a:t>
            </a:r>
            <a:r>
              <a:rPr lang="en-ID" sz="1100" b="1" dirty="0"/>
              <a:t>, investor </a:t>
            </a:r>
            <a:r>
              <a:rPr lang="en-ID" sz="1100" b="1" dirty="0" err="1"/>
              <a:t>tampak</a:t>
            </a:r>
            <a:r>
              <a:rPr lang="en-ID" sz="1100" b="1" dirty="0"/>
              <a:t> </a:t>
            </a:r>
            <a:r>
              <a:rPr lang="en-ID" sz="1100" b="1" dirty="0" err="1"/>
              <a:t>mengambil</a:t>
            </a:r>
            <a:r>
              <a:rPr lang="en-ID" sz="1100" b="1" dirty="0"/>
              <a:t> </a:t>
            </a:r>
            <a:r>
              <a:rPr lang="en-ID" sz="1100" b="1" i="1" dirty="0"/>
              <a:t>stance </a:t>
            </a:r>
            <a:r>
              <a:rPr lang="en-ID" sz="1100" b="1" dirty="0"/>
              <a:t>yang </a:t>
            </a:r>
            <a:r>
              <a:rPr lang="en-ID" sz="1100" b="1" dirty="0" err="1"/>
              <a:t>lebih</a:t>
            </a:r>
            <a:r>
              <a:rPr lang="en-ID" sz="1100" b="1" dirty="0"/>
              <a:t> </a:t>
            </a:r>
            <a:r>
              <a:rPr lang="en-ID" sz="1100" b="1" dirty="0" err="1"/>
              <a:t>memiliki</a:t>
            </a:r>
            <a:r>
              <a:rPr lang="en-ID" sz="1100" b="1" dirty="0"/>
              <a:t> </a:t>
            </a:r>
            <a:r>
              <a:rPr lang="en-ID" sz="1100" b="1" dirty="0" err="1"/>
              <a:t>kepastian</a:t>
            </a:r>
            <a:r>
              <a:rPr lang="en-ID" sz="1100" b="1" dirty="0"/>
              <a:t>, </a:t>
            </a:r>
            <a:r>
              <a:rPr lang="en-ID" sz="1100" b="1" dirty="0" err="1"/>
              <a:t>berpindah</a:t>
            </a:r>
            <a:r>
              <a:rPr lang="en-ID" sz="1100" b="1" dirty="0"/>
              <a:t> </a:t>
            </a:r>
            <a:r>
              <a:rPr lang="en-ID" sz="1100" b="1" dirty="0" err="1"/>
              <a:t>dari</a:t>
            </a:r>
            <a:r>
              <a:rPr lang="en-ID" sz="1100" b="1" dirty="0"/>
              <a:t> AI </a:t>
            </a:r>
            <a:r>
              <a:rPr lang="en-ID" sz="1100" b="1" dirty="0" err="1"/>
              <a:t>ke</a:t>
            </a:r>
            <a:r>
              <a:rPr lang="en-ID" sz="1100" b="1" dirty="0"/>
              <a:t> </a:t>
            </a:r>
            <a:r>
              <a:rPr lang="en-ID" sz="1100" b="1" i="1" dirty="0"/>
              <a:t>bottleneck AI, </a:t>
            </a:r>
            <a:r>
              <a:rPr lang="en-ID" sz="1100" b="1" dirty="0" err="1"/>
              <a:t>yaitu</a:t>
            </a:r>
            <a:r>
              <a:rPr lang="en-ID" sz="1100" b="1" dirty="0"/>
              <a:t> </a:t>
            </a:r>
            <a:r>
              <a:rPr lang="en-ID" sz="1100" b="1" i="1" dirty="0"/>
              <a:t>electrification.</a:t>
            </a:r>
            <a:endParaRPr lang="en-US" sz="1100" b="1" i="0" dirty="0">
              <a:latin typeface="Calibri" panose="020F0502020204030204" pitchFamily="34" charset="0"/>
              <a:ea typeface="MS Mincho" panose="02020609040205080304" pitchFamily="49" charset="-128"/>
              <a:cs typeface="Times New Roman" panose="02020603050405020304" pitchFamily="18" charset="0"/>
            </a:endParaRP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Lonjakan biaya energi kini membebani APBN: subsidi dan kompensasi energi per September 2026 sudah melampaui alokasi awalnya, sementara anggaran MBG dipangkas. Di tengah konsumsi yang melemah, IHSG masih turun 29,53% YTD meski valuasinya sudah murah.</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σ bands = Indonesia only</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(IDR Tn) vs. Retail Sales Growth (% YoY)</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vs. Peers 12M Forward P/E (x)</a:t>
            </a:r>
          </a:p>
        </p:txBody>
      </p:sp>
      <p:sp>
        <p:nvSpPr>
          <p:cNvPr id="22" name="Kotak Teks 18">
            <a:extLst>
              <a:ext uri="{FF2B5EF4-FFF2-40B4-BE49-F238E27FC236}">
                <a16:creationId xmlns:a16="http://schemas.microsoft.com/office/drawing/2014/main" id="{52C5CF14-D0F4-D748-D504-AD1E8F9E557D}"/>
              </a:ext>
            </a:extLst>
          </p:cNvPr>
          <p:cNvSpPr txBox="1"/>
          <p:nvPr/>
        </p:nvSpPr>
        <p:spPr>
          <a:xfrm>
            <a:off x="268267" y="2654270"/>
            <a:ext cx="6321467" cy="4134465"/>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Lonjakan biaya energi global kini membebani APBN: per September 2026, subsidi dan kompensasi energi mencapai Rp376,8 triliun, naik 54,1% YoY dan sudah melampaui alokasi awal APBN 2026 sebesar Rp338,0 triliun. Pasalnya, rata‑rata ICP semester I 2026 mencapai USD 91,87 per barel dan rupiah Rp17.197 per USD, jauh di atas asumsi APBN (USD 70 dan Rp16.500). Pemerintah pun memproyeksikan kebutuhan setahun penuh mencapai Rp525,9 triliun. Namun, defisit APBN masih terjaga di 1,24% PDB per September 2026. Hal ini mengindikasikan beban energi belum terlihat pada defisit, melainkan pada belanja lain yang harus menyesuaikan.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Room on the Plate.</a:t>
            </a:r>
            <a:r>
              <a:rPr lang="en-US" sz="1100" b="0" i="0" dirty="0">
                <a:ea typeface="MS Mincho" panose="02020609040205080304" pitchFamily="49" charset="-128"/>
                <a:cs typeface="Times New Roman" panose="02020603050405020304" pitchFamily="18" charset="0"/>
              </a:rPr>
              <a:t xml:space="preserve"> Salah satu pos yang terkena efisiensi adalah MBG: pagu efektif BGN turun ke Rp229,0 triliun dari Rp268,0 triliun, dan penerima turun dari 63,3 juta pada Juni 2026 ke 57,0 juta setelah 1.276 SPPG ditutup karena belum bersertifikat higiene. Belanja MBG September 2026 memang masih Rp19,0 triliun, namun belum diikuti pemulihan konsumsi: penjualan eceran September 2026 diperkirakan hanya tumbuh 1,4% YoY,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dan Indeks Kondisi Ekonomi Saat Ini turun ke 107,5, terendah sepanjang 2026. Dengan demikian, ruang fiskal untuk menopang konsumsi kian sempit saat daya beli rumah tangga melemah.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naik 0,94% WoW ke 6.093,76, namun masih turun 29,53% YTD. Pasalnya, MSCI membekukan perubahan indeks Indonesia sejak Januari 2026 dan memperpanjang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hingga November 2026 dengan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ke </a:t>
            </a:r>
            <a:r>
              <a:rPr lang="en-US" sz="1100" b="0" i="1" dirty="0">
                <a:ea typeface="MS Mincho" panose="02020609040205080304" pitchFamily="49" charset="-128"/>
                <a:cs typeface="Times New Roman" panose="02020603050405020304" pitchFamily="18" charset="0"/>
              </a:rPr>
              <a:t>frontier market</a:t>
            </a:r>
            <a:r>
              <a:rPr lang="en-US" sz="1100" b="0" i="0" dirty="0">
                <a:ea typeface="MS Mincho" panose="02020609040205080304" pitchFamily="49" charset="-128"/>
                <a:cs typeface="Times New Roman" panose="02020603050405020304" pitchFamily="18" charset="0"/>
              </a:rPr>
              <a:t xml:space="preserve">, seiring jual bersih asing sekitar Rp85,0 triliun sepanjang 2026. Valuasi pun tertekan: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turun dari 15,3x awal 2026 ke 9,2x, atau −2,36σ dari rata‑rata 10 tahun dan 38,89% di bawah MSCI ASEAN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Secara teori, diskon sedalam ini seharusnya menarik minat beli. Namun, dengan status MSCI yang belum pasti, APBN yang tertekan subsidi, dan konsumsi yang belum pulih, murah belum menjadi katalis: arah IHSG lebih ditentukan oleh hasil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MSCI dibandingkan valuasi.</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4</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selisih </a:t>
            </a:r>
            <a:r>
              <a:rPr lang="en-US" sz="1050" b="0" i="1" dirty="0"/>
              <a:t>yield</a:t>
            </a:r>
            <a:r>
              <a:rPr lang="en-US" sz="1050" b="0" i="0" dirty="0"/>
              <a:t>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Hawkish</a:t>
            </a:r>
            <a:r>
              <a:rPr lang="en-US" sz="1050" b="0" i="0" dirty="0"/>
              <a:t>: sikap bank sentral yang condong menaikkan suku bunga untuk meredam inflasi.</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penyedia </a:t>
            </a:r>
            <a:r>
              <a:rPr lang="en-US" sz="1050" b="0" i="1" dirty="0"/>
              <a:t>cloud</a:t>
            </a:r>
            <a:r>
              <a:rPr lang="en-US" sz="1050" b="0" i="0" dirty="0"/>
              <a:t>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a:t>
            </a:r>
            <a:r>
              <a:rPr lang="en-US" sz="1050" b="0" i="1" dirty="0"/>
              <a:t>yield</a:t>
            </a:r>
            <a:r>
              <a:rPr lang="en-US" sz="1050" b="0" i="0" dirty="0"/>
              <a:t>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Ship-to-ship transfer</a:t>
            </a:r>
            <a:r>
              <a:rPr lang="en-US" sz="1050" b="0" i="0" dirty="0"/>
              <a:t>: pemindahan muatan minyak antarkapal di tengah laut.</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The Fed, kini 3,75‑4,00%; WMO mengutip batas atasnya.</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6070</TotalTime>
  <Words>2071</Words>
  <Application>Microsoft Macintosh PowerPoint</Application>
  <PresentationFormat>On-screen Show (4:3)</PresentationFormat>
  <Paragraphs>78</Paragraphs>
  <Slides>4</Slides>
  <Notes>4</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4</vt:i4>
      </vt:variant>
    </vt:vector>
  </HeadingPairs>
  <TitlesOfParts>
    <vt:vector size="14"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2433</cp:revision>
  <dcterms:created xsi:type="dcterms:W3CDTF">2018-10-24T01:42:20Z</dcterms:created>
  <dcterms:modified xsi:type="dcterms:W3CDTF">2026-10-13T03:48:05Z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