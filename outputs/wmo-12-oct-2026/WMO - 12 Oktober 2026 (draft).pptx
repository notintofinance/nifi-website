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3.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4.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5.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6.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2.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3.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charts/chart7.xml" ContentType="application/vnd.openxmlformats-officedocument.drawingml.chart+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2"/>
    <p:sldMasterId id="2147483649" r:id="rId3"/>
    <p:sldMasterId id="2147483650" r:id="rId4"/>
    <p:sldMasterId id="2147483651" r:id="rId5"/>
    <p:sldMasterId id="2147483652" r:id="rId6"/>
    <p:sldMasterId id="2147483653" r:id="rId7"/>
    <p:sldMasterId id="2147483654" r:id="rId8"/>
  </p:sldMasterIdLst>
  <p:notesMasterIdLst>
    <p:notesMasterId r:id="rId15"/>
  </p:notesMasterIdLst>
  <p:handoutMasterIdLst>
    <p:handoutMasterId r:id="rId16"/>
  </p:handoutMasterIdLst>
  <p:sldIdLst>
    <p:sldId id="350" r:id="rId9"/>
    <p:sldId id="355" r:id="rId10"/>
    <p:sldId id="345" r:id="rId11"/>
    <p:sldId id="353" r:id="rId12"/>
    <p:sldId id="354" r:id="rId13"/>
    <p:sldId id="285" r:id="rId14"/>
  </p:sldIdLst>
  <p:sldSz cx="6858000" cy="9144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632" userDrawn="1">
          <p15:clr>
            <a:srgbClr val="A4A3A4"/>
          </p15:clr>
        </p15:guide>
        <p15:guide id="2" pos="4176" userDrawn="1">
          <p15:clr>
            <a:srgbClr val="A4A3A4"/>
          </p15:clr>
        </p15:guide>
        <p15:guide id="3" pos="192">
          <p15:clr>
            <a:srgbClr val="A4A3A4"/>
          </p15:clr>
        </p15:guide>
        <p15:guide id="4" pos="48">
          <p15:clr>
            <a:srgbClr val="A4A3A4"/>
          </p15:clr>
        </p15:guide>
        <p15:guide id="5" pos="2256">
          <p15:clr>
            <a:srgbClr val="A4A3A4"/>
          </p15:clr>
        </p15:guide>
        <p15:guide id="6" pos="2115"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eggy Widjaja" initials="PW" lastIdx="1" clrIdx="0"/>
  <p:cmAuthor id="2" name="Richie Norbert Tandias" initials="RNT" lastIdx="1" clrIdx="1"/>
  <p:cmAuthor id="3" name="ely.id@outlook.com" initials="e" lastIdx="20" clrIdx="2"/>
  <p:cmAuthor id="4" name="ANASTASIA GRACIA" initials="AG" lastIdx="23" clrIdx="3">
    <p:extLst>
      <p:ext uri="{19B8F6BF-5375-455C-9EA6-DF929625EA0E}">
        <p15:presenceInfo xmlns:p15="http://schemas.microsoft.com/office/powerpoint/2012/main" userId="S-1-5-21-862529981-594047787-1136263860-39669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7D31"/>
    <a:srgbClr val="0051A2"/>
    <a:srgbClr val="E7E6E6"/>
    <a:srgbClr val="FFFFFF"/>
    <a:srgbClr val="E8E8E7"/>
    <a:srgbClr val="FFCCCC"/>
    <a:srgbClr val="2F5597"/>
    <a:srgbClr val="A7A7A7"/>
    <a:srgbClr val="A5A5A5"/>
    <a:srgbClr val="E8EC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392" autoAdjust="0"/>
    <p:restoredTop sz="94660"/>
  </p:normalViewPr>
  <p:slideViewPr>
    <p:cSldViewPr snapToGrid="0">
      <p:cViewPr>
        <p:scale>
          <a:sx n="125" d="100"/>
          <a:sy n="125" d="100"/>
        </p:scale>
        <p:origin x="90" y="-2706"/>
      </p:cViewPr>
      <p:guideLst>
        <p:guide orient="horz" pos="4632"/>
        <p:guide pos="4176"/>
        <p:guide pos="192"/>
        <p:guide pos="48"/>
        <p:guide pos="2256"/>
        <p:guide pos="2115"/>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7.xml"/><Relationship Id="rId13" Type="http://schemas.openxmlformats.org/officeDocument/2006/relationships/slide" Target="slides/slide5.xml"/><Relationship Id="rId18" Type="http://schemas.openxmlformats.org/officeDocument/2006/relationships/presProps" Target="presProps.xml"/><Relationship Id="rId3" Type="http://schemas.openxmlformats.org/officeDocument/2006/relationships/slideMaster" Target="slideMasters/slideMaster2.xml"/><Relationship Id="rId21" Type="http://schemas.openxmlformats.org/officeDocument/2006/relationships/tableStyles" Target="tableStyles.xml"/><Relationship Id="rId7" Type="http://schemas.openxmlformats.org/officeDocument/2006/relationships/slideMaster" Target="slideMasters/slideMaster6.xml"/><Relationship Id="rId12" Type="http://schemas.openxmlformats.org/officeDocument/2006/relationships/slide" Target="slides/slide4.xml"/><Relationship Id="rId17" Type="http://schemas.openxmlformats.org/officeDocument/2006/relationships/commentAuthors" Target="commentAuthors.xml"/><Relationship Id="rId2" Type="http://schemas.openxmlformats.org/officeDocument/2006/relationships/slideMaster" Target="slideMasters/slideMaster1.xml"/><Relationship Id="rId16" Type="http://schemas.openxmlformats.org/officeDocument/2006/relationships/handoutMaster" Target="handoutMasters/handout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5.xml"/><Relationship Id="rId11" Type="http://schemas.openxmlformats.org/officeDocument/2006/relationships/slide" Target="slides/slide3.xml"/><Relationship Id="rId5" Type="http://schemas.openxmlformats.org/officeDocument/2006/relationships/slideMaster" Target="slideMasters/slideMaster4.xml"/><Relationship Id="rId15" Type="http://schemas.openxmlformats.org/officeDocument/2006/relationships/notesMaster" Target="notesMasters/notesMaster1.xml"/><Relationship Id="rId10" Type="http://schemas.openxmlformats.org/officeDocument/2006/relationships/slide" Target="slides/slide2.xml"/><Relationship Id="rId19" Type="http://schemas.openxmlformats.org/officeDocument/2006/relationships/viewProps" Target="viewProps.xml"/><Relationship Id="rId4" Type="http://schemas.openxmlformats.org/officeDocument/2006/relationships/slideMaster" Target="slideMasters/slideMaster3.xml"/><Relationship Id="rId9" Type="http://schemas.openxmlformats.org/officeDocument/2006/relationships/slide" Target="slides/slide1.xml"/><Relationship Id="rId14"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c:style val="2"/>
  <c:chart>
    <c:autoTitleDeleted val="1"/>
    <c:plotArea>
      <c:layout>
        <c:manualLayout>
          <c:layoutTarget val="inner"/>
          <c:xMode val="edge"/>
          <c:yMode val="edge"/>
          <c:x val="0.11"/>
          <c:y val="0.06"/>
          <c:w val="0.86"/>
          <c:h val="0.74"/>
        </c:manualLayout>
      </c:layout>
      <c:lineChart>
        <c:grouping val="standard"/>
        <c:varyColors val="0"/>
        <c:ser>
          <c:idx val="0"/>
          <c:order val="0"/>
          <c:tx>
            <c:strRef>
              <c:f>Sheet1!$B$1</c:f>
              <c:strCache>
                <c:ptCount val="1"/>
                <c:pt idx="0">
                  <c:v>BIDY</c:v>
                </c:pt>
              </c:strCache>
            </c:strRef>
          </c:tx>
          <c:spPr>
            <a:ln w="22225" cap="rnd">
              <a:solidFill>
                <a:srgbClr val="0051A2"/>
              </a:solidFill>
              <a:prstDash val="solid"/>
              <a:round/>
            </a:ln>
          </c:spPr>
          <c:marker>
            <c:symbol val="none"/>
          </c:marker>
          <c:dLbls>
            <c:dLbl>
              <c:idx val="93"/>
              <c:layout>
                <c:manualLayout>
                  <c:x val="-0.02"/>
                  <c:y val="-0.1"/>
                </c:manualLayout>
              </c:layout>
              <c:numFmt formatCode="#,##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dLbl>
            <c:dLbl>
              <c:idx val="248"/>
              <c:layout>
                <c:manualLayout>
                  <c:x val="-0.11"/>
                  <c:y val="0.02"/>
                </c:manualLayout>
              </c:layout>
              <c:numFmt formatCode="#,##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dLbl>
            <c:spPr>
              <a:noFill/>
              <a:ln>
                <a:noFill/>
              </a:ln>
            </c:spPr>
            <c:showLegendKey val="0"/>
            <c:showVal val="0"/>
            <c:showCatName val="0"/>
            <c:showSerName val="0"/>
            <c:showPercent val="0"/>
            <c:showBubbleSize val="0"/>
          </c:dLbls>
          <c:cat>
            <c:numRef>
              <c:f>Sheet1!$A$2:$A$250</c:f>
              <c:numCache>
                <c:formatCode>dd-mmm-yy</c:formatCode>
                <c:ptCount val="249"/>
                <c:pt idx="0">
                  <c:v>45943</c:v>
                </c:pt>
                <c:pt idx="1">
                  <c:v>45944</c:v>
                </c:pt>
                <c:pt idx="2">
                  <c:v>45945</c:v>
                </c:pt>
                <c:pt idx="3">
                  <c:v>45946</c:v>
                </c:pt>
                <c:pt idx="4">
                  <c:v>45947</c:v>
                </c:pt>
                <c:pt idx="5">
                  <c:v>45950</c:v>
                </c:pt>
                <c:pt idx="6">
                  <c:v>45951</c:v>
                </c:pt>
                <c:pt idx="7">
                  <c:v>45952</c:v>
                </c:pt>
                <c:pt idx="8">
                  <c:v>45953</c:v>
                </c:pt>
                <c:pt idx="9">
                  <c:v>45954</c:v>
                </c:pt>
                <c:pt idx="10">
                  <c:v>45957</c:v>
                </c:pt>
                <c:pt idx="11">
                  <c:v>45958</c:v>
                </c:pt>
                <c:pt idx="12">
                  <c:v>45959</c:v>
                </c:pt>
                <c:pt idx="13">
                  <c:v>45960</c:v>
                </c:pt>
                <c:pt idx="14">
                  <c:v>45961</c:v>
                </c:pt>
                <c:pt idx="15">
                  <c:v>45964</c:v>
                </c:pt>
                <c:pt idx="16">
                  <c:v>45965</c:v>
                </c:pt>
                <c:pt idx="17">
                  <c:v>45966</c:v>
                </c:pt>
                <c:pt idx="18">
                  <c:v>45967</c:v>
                </c:pt>
                <c:pt idx="19">
                  <c:v>45968</c:v>
                </c:pt>
                <c:pt idx="20">
                  <c:v>45971</c:v>
                </c:pt>
                <c:pt idx="21">
                  <c:v>45972</c:v>
                </c:pt>
                <c:pt idx="22">
                  <c:v>45973</c:v>
                </c:pt>
                <c:pt idx="23">
                  <c:v>45974</c:v>
                </c:pt>
                <c:pt idx="24">
                  <c:v>45975</c:v>
                </c:pt>
                <c:pt idx="25">
                  <c:v>45978</c:v>
                </c:pt>
                <c:pt idx="26">
                  <c:v>45979</c:v>
                </c:pt>
                <c:pt idx="27">
                  <c:v>45980</c:v>
                </c:pt>
                <c:pt idx="28">
                  <c:v>45981</c:v>
                </c:pt>
                <c:pt idx="29">
                  <c:v>45982</c:v>
                </c:pt>
                <c:pt idx="30">
                  <c:v>45985</c:v>
                </c:pt>
                <c:pt idx="31">
                  <c:v>45986</c:v>
                </c:pt>
                <c:pt idx="32">
                  <c:v>45987</c:v>
                </c:pt>
                <c:pt idx="33">
                  <c:v>45988</c:v>
                </c:pt>
                <c:pt idx="34">
                  <c:v>45989</c:v>
                </c:pt>
                <c:pt idx="35">
                  <c:v>45992</c:v>
                </c:pt>
                <c:pt idx="36">
                  <c:v>45993</c:v>
                </c:pt>
                <c:pt idx="37">
                  <c:v>45994</c:v>
                </c:pt>
                <c:pt idx="38">
                  <c:v>45995</c:v>
                </c:pt>
                <c:pt idx="39">
                  <c:v>45996</c:v>
                </c:pt>
                <c:pt idx="40">
                  <c:v>45999</c:v>
                </c:pt>
                <c:pt idx="41">
                  <c:v>46000</c:v>
                </c:pt>
                <c:pt idx="42">
                  <c:v>46001</c:v>
                </c:pt>
                <c:pt idx="43">
                  <c:v>46002</c:v>
                </c:pt>
                <c:pt idx="44">
                  <c:v>46003</c:v>
                </c:pt>
                <c:pt idx="45">
                  <c:v>46006</c:v>
                </c:pt>
                <c:pt idx="46">
                  <c:v>46007</c:v>
                </c:pt>
                <c:pt idx="47">
                  <c:v>46008</c:v>
                </c:pt>
                <c:pt idx="48">
                  <c:v>46009</c:v>
                </c:pt>
                <c:pt idx="49">
                  <c:v>46010</c:v>
                </c:pt>
                <c:pt idx="50">
                  <c:v>46013</c:v>
                </c:pt>
                <c:pt idx="51">
                  <c:v>46014</c:v>
                </c:pt>
                <c:pt idx="52">
                  <c:v>46015</c:v>
                </c:pt>
                <c:pt idx="53">
                  <c:v>46024</c:v>
                </c:pt>
                <c:pt idx="54">
                  <c:v>46027</c:v>
                </c:pt>
                <c:pt idx="55">
                  <c:v>46028</c:v>
                </c:pt>
                <c:pt idx="56">
                  <c:v>46029</c:v>
                </c:pt>
                <c:pt idx="57">
                  <c:v>46030</c:v>
                </c:pt>
                <c:pt idx="58">
                  <c:v>46031</c:v>
                </c:pt>
                <c:pt idx="59">
                  <c:v>46034</c:v>
                </c:pt>
                <c:pt idx="60">
                  <c:v>46035</c:v>
                </c:pt>
                <c:pt idx="61">
                  <c:v>46036</c:v>
                </c:pt>
                <c:pt idx="62">
                  <c:v>46037</c:v>
                </c:pt>
                <c:pt idx="63">
                  <c:v>46038</c:v>
                </c:pt>
                <c:pt idx="64">
                  <c:v>46041</c:v>
                </c:pt>
                <c:pt idx="65">
                  <c:v>46042</c:v>
                </c:pt>
                <c:pt idx="66">
                  <c:v>46043</c:v>
                </c:pt>
                <c:pt idx="67">
                  <c:v>46044</c:v>
                </c:pt>
                <c:pt idx="68">
                  <c:v>46045</c:v>
                </c:pt>
                <c:pt idx="69">
                  <c:v>46048</c:v>
                </c:pt>
                <c:pt idx="70">
                  <c:v>46049</c:v>
                </c:pt>
                <c:pt idx="71">
                  <c:v>46050</c:v>
                </c:pt>
                <c:pt idx="72">
                  <c:v>46051</c:v>
                </c:pt>
                <c:pt idx="73">
                  <c:v>46052</c:v>
                </c:pt>
                <c:pt idx="74">
                  <c:v>46055</c:v>
                </c:pt>
                <c:pt idx="75">
                  <c:v>46056</c:v>
                </c:pt>
                <c:pt idx="76">
                  <c:v>46057</c:v>
                </c:pt>
                <c:pt idx="77">
                  <c:v>46058</c:v>
                </c:pt>
                <c:pt idx="78">
                  <c:v>46059</c:v>
                </c:pt>
                <c:pt idx="79">
                  <c:v>46062</c:v>
                </c:pt>
                <c:pt idx="80">
                  <c:v>46063</c:v>
                </c:pt>
                <c:pt idx="81">
                  <c:v>46064</c:v>
                </c:pt>
                <c:pt idx="82">
                  <c:v>46065</c:v>
                </c:pt>
                <c:pt idx="83">
                  <c:v>46066</c:v>
                </c:pt>
                <c:pt idx="84">
                  <c:v>46069</c:v>
                </c:pt>
                <c:pt idx="85">
                  <c:v>46070</c:v>
                </c:pt>
                <c:pt idx="86">
                  <c:v>46071</c:v>
                </c:pt>
                <c:pt idx="87">
                  <c:v>46072</c:v>
                </c:pt>
                <c:pt idx="88">
                  <c:v>46073</c:v>
                </c:pt>
                <c:pt idx="89">
                  <c:v>46076</c:v>
                </c:pt>
                <c:pt idx="90">
                  <c:v>46077</c:v>
                </c:pt>
                <c:pt idx="91">
                  <c:v>46078</c:v>
                </c:pt>
                <c:pt idx="92">
                  <c:v>46079</c:v>
                </c:pt>
                <c:pt idx="93">
                  <c:v>46080</c:v>
                </c:pt>
                <c:pt idx="94">
                  <c:v>46083</c:v>
                </c:pt>
                <c:pt idx="95">
                  <c:v>46084</c:v>
                </c:pt>
                <c:pt idx="96">
                  <c:v>46085</c:v>
                </c:pt>
                <c:pt idx="97">
                  <c:v>46086</c:v>
                </c:pt>
                <c:pt idx="98">
                  <c:v>46087</c:v>
                </c:pt>
                <c:pt idx="99">
                  <c:v>46090</c:v>
                </c:pt>
                <c:pt idx="100">
                  <c:v>46091</c:v>
                </c:pt>
                <c:pt idx="101">
                  <c:v>46092</c:v>
                </c:pt>
                <c:pt idx="102">
                  <c:v>46093</c:v>
                </c:pt>
                <c:pt idx="103">
                  <c:v>46094</c:v>
                </c:pt>
                <c:pt idx="104">
                  <c:v>46097</c:v>
                </c:pt>
                <c:pt idx="105">
                  <c:v>46098</c:v>
                </c:pt>
                <c:pt idx="106">
                  <c:v>46099</c:v>
                </c:pt>
                <c:pt idx="107">
                  <c:v>46100</c:v>
                </c:pt>
                <c:pt idx="108">
                  <c:v>46101</c:v>
                </c:pt>
                <c:pt idx="109">
                  <c:v>46104</c:v>
                </c:pt>
                <c:pt idx="110">
                  <c:v>46105</c:v>
                </c:pt>
                <c:pt idx="111">
                  <c:v>46106</c:v>
                </c:pt>
                <c:pt idx="112">
                  <c:v>46107</c:v>
                </c:pt>
                <c:pt idx="113">
                  <c:v>46108</c:v>
                </c:pt>
                <c:pt idx="114">
                  <c:v>46111</c:v>
                </c:pt>
                <c:pt idx="115">
                  <c:v>46112</c:v>
                </c:pt>
                <c:pt idx="116">
                  <c:v>46113</c:v>
                </c:pt>
                <c:pt idx="117">
                  <c:v>46114</c:v>
                </c:pt>
                <c:pt idx="118">
                  <c:v>46119</c:v>
                </c:pt>
                <c:pt idx="119">
                  <c:v>46120</c:v>
                </c:pt>
                <c:pt idx="120">
                  <c:v>46121</c:v>
                </c:pt>
                <c:pt idx="121">
                  <c:v>46122</c:v>
                </c:pt>
                <c:pt idx="122">
                  <c:v>46125</c:v>
                </c:pt>
                <c:pt idx="123">
                  <c:v>46126</c:v>
                </c:pt>
                <c:pt idx="124">
                  <c:v>46127</c:v>
                </c:pt>
                <c:pt idx="125">
                  <c:v>46128</c:v>
                </c:pt>
                <c:pt idx="126">
                  <c:v>46129</c:v>
                </c:pt>
                <c:pt idx="127">
                  <c:v>46132</c:v>
                </c:pt>
                <c:pt idx="128">
                  <c:v>46133</c:v>
                </c:pt>
                <c:pt idx="129">
                  <c:v>46134</c:v>
                </c:pt>
                <c:pt idx="130">
                  <c:v>46135</c:v>
                </c:pt>
                <c:pt idx="131">
                  <c:v>46136</c:v>
                </c:pt>
                <c:pt idx="132">
                  <c:v>46139</c:v>
                </c:pt>
                <c:pt idx="133">
                  <c:v>46140</c:v>
                </c:pt>
                <c:pt idx="134">
                  <c:v>46141</c:v>
                </c:pt>
                <c:pt idx="135">
                  <c:v>46142</c:v>
                </c:pt>
                <c:pt idx="136">
                  <c:v>46143</c:v>
                </c:pt>
                <c:pt idx="137">
                  <c:v>46147</c:v>
                </c:pt>
                <c:pt idx="138">
                  <c:v>46148</c:v>
                </c:pt>
                <c:pt idx="139">
                  <c:v>46149</c:v>
                </c:pt>
                <c:pt idx="140">
                  <c:v>46150</c:v>
                </c:pt>
                <c:pt idx="141">
                  <c:v>46153</c:v>
                </c:pt>
                <c:pt idx="142">
                  <c:v>46154</c:v>
                </c:pt>
                <c:pt idx="143">
                  <c:v>46155</c:v>
                </c:pt>
                <c:pt idx="144">
                  <c:v>46156</c:v>
                </c:pt>
                <c:pt idx="145">
                  <c:v>46157</c:v>
                </c:pt>
                <c:pt idx="146">
                  <c:v>46160</c:v>
                </c:pt>
                <c:pt idx="147">
                  <c:v>46161</c:v>
                </c:pt>
                <c:pt idx="148">
                  <c:v>46162</c:v>
                </c:pt>
                <c:pt idx="149">
                  <c:v>46163</c:v>
                </c:pt>
                <c:pt idx="150">
                  <c:v>46164</c:v>
                </c:pt>
                <c:pt idx="151">
                  <c:v>46168</c:v>
                </c:pt>
                <c:pt idx="152">
                  <c:v>46169</c:v>
                </c:pt>
                <c:pt idx="153">
                  <c:v>46170</c:v>
                </c:pt>
                <c:pt idx="154">
                  <c:v>46171</c:v>
                </c:pt>
                <c:pt idx="155">
                  <c:v>46174</c:v>
                </c:pt>
                <c:pt idx="156">
                  <c:v>46175</c:v>
                </c:pt>
                <c:pt idx="157">
                  <c:v>46176</c:v>
                </c:pt>
                <c:pt idx="158">
                  <c:v>46177</c:v>
                </c:pt>
                <c:pt idx="159">
                  <c:v>46178</c:v>
                </c:pt>
                <c:pt idx="160">
                  <c:v>46181</c:v>
                </c:pt>
                <c:pt idx="161">
                  <c:v>46182</c:v>
                </c:pt>
                <c:pt idx="162">
                  <c:v>46183</c:v>
                </c:pt>
                <c:pt idx="163">
                  <c:v>46184</c:v>
                </c:pt>
                <c:pt idx="164">
                  <c:v>46185</c:v>
                </c:pt>
                <c:pt idx="165">
                  <c:v>46188</c:v>
                </c:pt>
                <c:pt idx="166">
                  <c:v>46189</c:v>
                </c:pt>
                <c:pt idx="167">
                  <c:v>46190</c:v>
                </c:pt>
                <c:pt idx="168">
                  <c:v>46191</c:v>
                </c:pt>
                <c:pt idx="169">
                  <c:v>46192</c:v>
                </c:pt>
                <c:pt idx="170">
                  <c:v>46195</c:v>
                </c:pt>
                <c:pt idx="171">
                  <c:v>46196</c:v>
                </c:pt>
                <c:pt idx="172">
                  <c:v>46197</c:v>
                </c:pt>
                <c:pt idx="173">
                  <c:v>46198</c:v>
                </c:pt>
                <c:pt idx="174">
                  <c:v>46199</c:v>
                </c:pt>
                <c:pt idx="175">
                  <c:v>46202</c:v>
                </c:pt>
                <c:pt idx="176">
                  <c:v>46203</c:v>
                </c:pt>
                <c:pt idx="177">
                  <c:v>46204</c:v>
                </c:pt>
                <c:pt idx="178">
                  <c:v>46205</c:v>
                </c:pt>
                <c:pt idx="179">
                  <c:v>46206</c:v>
                </c:pt>
                <c:pt idx="180">
                  <c:v>46209</c:v>
                </c:pt>
                <c:pt idx="181">
                  <c:v>46210</c:v>
                </c:pt>
                <c:pt idx="182">
                  <c:v>46211</c:v>
                </c:pt>
                <c:pt idx="183">
                  <c:v>46212</c:v>
                </c:pt>
                <c:pt idx="184">
                  <c:v>46213</c:v>
                </c:pt>
                <c:pt idx="185">
                  <c:v>46216</c:v>
                </c:pt>
                <c:pt idx="186">
                  <c:v>46217</c:v>
                </c:pt>
                <c:pt idx="187">
                  <c:v>46218</c:v>
                </c:pt>
                <c:pt idx="188">
                  <c:v>46219</c:v>
                </c:pt>
                <c:pt idx="189">
                  <c:v>46220</c:v>
                </c:pt>
                <c:pt idx="190">
                  <c:v>46223</c:v>
                </c:pt>
                <c:pt idx="191">
                  <c:v>46224</c:v>
                </c:pt>
                <c:pt idx="192">
                  <c:v>46225</c:v>
                </c:pt>
                <c:pt idx="193">
                  <c:v>46226</c:v>
                </c:pt>
                <c:pt idx="194">
                  <c:v>46227</c:v>
                </c:pt>
                <c:pt idx="195">
                  <c:v>46230</c:v>
                </c:pt>
                <c:pt idx="196">
                  <c:v>46231</c:v>
                </c:pt>
                <c:pt idx="197">
                  <c:v>46232</c:v>
                </c:pt>
                <c:pt idx="198">
                  <c:v>46233</c:v>
                </c:pt>
                <c:pt idx="199">
                  <c:v>46234</c:v>
                </c:pt>
                <c:pt idx="200">
                  <c:v>46237</c:v>
                </c:pt>
                <c:pt idx="201">
                  <c:v>46238</c:v>
                </c:pt>
                <c:pt idx="202">
                  <c:v>46239</c:v>
                </c:pt>
                <c:pt idx="203">
                  <c:v>46240</c:v>
                </c:pt>
                <c:pt idx="204">
                  <c:v>46241</c:v>
                </c:pt>
                <c:pt idx="205">
                  <c:v>46244</c:v>
                </c:pt>
                <c:pt idx="206">
                  <c:v>46245</c:v>
                </c:pt>
                <c:pt idx="207">
                  <c:v>46246</c:v>
                </c:pt>
                <c:pt idx="208">
                  <c:v>46247</c:v>
                </c:pt>
                <c:pt idx="209">
                  <c:v>46248</c:v>
                </c:pt>
                <c:pt idx="210">
                  <c:v>46251</c:v>
                </c:pt>
                <c:pt idx="211">
                  <c:v>46252</c:v>
                </c:pt>
                <c:pt idx="212">
                  <c:v>46253</c:v>
                </c:pt>
                <c:pt idx="213">
                  <c:v>46254</c:v>
                </c:pt>
                <c:pt idx="214">
                  <c:v>46255</c:v>
                </c:pt>
                <c:pt idx="215">
                  <c:v>46258</c:v>
                </c:pt>
                <c:pt idx="216">
                  <c:v>46259</c:v>
                </c:pt>
                <c:pt idx="217">
                  <c:v>46260</c:v>
                </c:pt>
                <c:pt idx="218">
                  <c:v>46261</c:v>
                </c:pt>
                <c:pt idx="219">
                  <c:v>46262</c:v>
                </c:pt>
                <c:pt idx="220">
                  <c:v>46266</c:v>
                </c:pt>
                <c:pt idx="221">
                  <c:v>46267</c:v>
                </c:pt>
                <c:pt idx="222">
                  <c:v>46268</c:v>
                </c:pt>
                <c:pt idx="223">
                  <c:v>46269</c:v>
                </c:pt>
                <c:pt idx="224">
                  <c:v>46272</c:v>
                </c:pt>
                <c:pt idx="225">
                  <c:v>46273</c:v>
                </c:pt>
                <c:pt idx="226">
                  <c:v>46274</c:v>
                </c:pt>
                <c:pt idx="227">
                  <c:v>46275</c:v>
                </c:pt>
                <c:pt idx="228">
                  <c:v>46276</c:v>
                </c:pt>
                <c:pt idx="229">
                  <c:v>46279</c:v>
                </c:pt>
                <c:pt idx="230">
                  <c:v>46280</c:v>
                </c:pt>
                <c:pt idx="231">
                  <c:v>46281</c:v>
                </c:pt>
                <c:pt idx="232">
                  <c:v>46282</c:v>
                </c:pt>
                <c:pt idx="233">
                  <c:v>46283</c:v>
                </c:pt>
                <c:pt idx="234">
                  <c:v>46286</c:v>
                </c:pt>
                <c:pt idx="235">
                  <c:v>46287</c:v>
                </c:pt>
                <c:pt idx="236">
                  <c:v>46288</c:v>
                </c:pt>
                <c:pt idx="237">
                  <c:v>46289</c:v>
                </c:pt>
                <c:pt idx="238">
                  <c:v>46290</c:v>
                </c:pt>
                <c:pt idx="239">
                  <c:v>46293</c:v>
                </c:pt>
                <c:pt idx="240">
                  <c:v>46294</c:v>
                </c:pt>
                <c:pt idx="241">
                  <c:v>46295</c:v>
                </c:pt>
                <c:pt idx="242">
                  <c:v>46296</c:v>
                </c:pt>
                <c:pt idx="243">
                  <c:v>46297</c:v>
                </c:pt>
                <c:pt idx="244">
                  <c:v>46300</c:v>
                </c:pt>
                <c:pt idx="245">
                  <c:v>46301</c:v>
                </c:pt>
                <c:pt idx="246">
                  <c:v>46302</c:v>
                </c:pt>
                <c:pt idx="247">
                  <c:v>46303</c:v>
                </c:pt>
                <c:pt idx="248">
                  <c:v>46304</c:v>
                </c:pt>
              </c:numCache>
            </c:numRef>
          </c:cat>
          <c:val>
            <c:numRef>
              <c:f>Sheet1!$B$2:$B$250</c:f>
              <c:numCache>
                <c:formatCode>General</c:formatCode>
                <c:ptCount val="249"/>
                <c:pt idx="0">
                  <c:v>1141.0</c:v>
                </c:pt>
                <c:pt idx="1">
                  <c:v>1152.0</c:v>
                </c:pt>
                <c:pt idx="2">
                  <c:v>1160.0</c:v>
                </c:pt>
                <c:pt idx="3">
                  <c:v>1181.0</c:v>
                </c:pt>
                <c:pt idx="4">
                  <c:v>1207.0</c:v>
                </c:pt>
                <c:pt idx="5">
                  <c:v>1218.0</c:v>
                </c:pt>
                <c:pt idx="6">
                  <c:v>1236.0</c:v>
                </c:pt>
                <c:pt idx="7">
                  <c:v>1226.0</c:v>
                </c:pt>
                <c:pt idx="8">
                  <c:v>1234.0</c:v>
                </c:pt>
                <c:pt idx="9">
                  <c:v>1256.0</c:v>
                </c:pt>
                <c:pt idx="10">
                  <c:v>1271.0</c:v>
                </c:pt>
                <c:pt idx="11">
                  <c:v>1288.0</c:v>
                </c:pt>
                <c:pt idx="12">
                  <c:v>1365.0</c:v>
                </c:pt>
                <c:pt idx="13">
                  <c:v>1430.0</c:v>
                </c:pt>
                <c:pt idx="14">
                  <c:v>1436.0</c:v>
                </c:pt>
                <c:pt idx="15">
                  <c:v>1436.0</c:v>
                </c:pt>
                <c:pt idx="16">
                  <c:v>1414.0</c:v>
                </c:pt>
                <c:pt idx="17">
                  <c:v>1403.0</c:v>
                </c:pt>
                <c:pt idx="18">
                  <c:v>1403.0</c:v>
                </c:pt>
                <c:pt idx="19">
                  <c:v>1401.0</c:v>
                </c:pt>
                <c:pt idx="20">
                  <c:v>1394.0</c:v>
                </c:pt>
                <c:pt idx="21">
                  <c:v>1395.0</c:v>
                </c:pt>
                <c:pt idx="22">
                  <c:v>1407.0</c:v>
                </c:pt>
                <c:pt idx="23">
                  <c:v>1440.0</c:v>
                </c:pt>
                <c:pt idx="24">
                  <c:v>1453.0</c:v>
                </c:pt>
                <c:pt idx="25">
                  <c:v>1456.0</c:v>
                </c:pt>
                <c:pt idx="26">
                  <c:v>1445.0</c:v>
                </c:pt>
                <c:pt idx="27">
                  <c:v>1426.0</c:v>
                </c:pt>
                <c:pt idx="28">
                  <c:v>1443.0</c:v>
                </c:pt>
                <c:pt idx="29">
                  <c:v>1457.0</c:v>
                </c:pt>
                <c:pt idx="30">
                  <c:v>1463.0</c:v>
                </c:pt>
                <c:pt idx="31">
                  <c:v>1468.0</c:v>
                </c:pt>
                <c:pt idx="32">
                  <c:v>1463.0</c:v>
                </c:pt>
                <c:pt idx="33">
                  <c:v>1458.0</c:v>
                </c:pt>
                <c:pt idx="34">
                  <c:v>1452.0</c:v>
                </c:pt>
                <c:pt idx="35">
                  <c:v>1432.0</c:v>
                </c:pt>
                <c:pt idx="36">
                  <c:v>1420.0</c:v>
                </c:pt>
                <c:pt idx="37">
                  <c:v>1407.0</c:v>
                </c:pt>
                <c:pt idx="38">
                  <c:v>1395.0</c:v>
                </c:pt>
                <c:pt idx="39">
                  <c:v>1384.0</c:v>
                </c:pt>
                <c:pt idx="40">
                  <c:v>1380.0</c:v>
                </c:pt>
                <c:pt idx="41">
                  <c:v>1371.0</c:v>
                </c:pt>
                <c:pt idx="42">
                  <c:v>1379.0</c:v>
                </c:pt>
                <c:pt idx="43">
                  <c:v>1392.0</c:v>
                </c:pt>
                <c:pt idx="44">
                  <c:v>1396.0</c:v>
                </c:pt>
                <c:pt idx="45">
                  <c:v>1392.0</c:v>
                </c:pt>
                <c:pt idx="46">
                  <c:v>1389.0</c:v>
                </c:pt>
                <c:pt idx="47">
                  <c:v>1414.0</c:v>
                </c:pt>
                <c:pt idx="48">
                  <c:v>1402.0</c:v>
                </c:pt>
                <c:pt idx="49">
                  <c:v>1401.0</c:v>
                </c:pt>
                <c:pt idx="50">
                  <c:v>1387.0</c:v>
                </c:pt>
                <c:pt idx="51">
                  <c:v>1343.0</c:v>
                </c:pt>
                <c:pt idx="52">
                  <c:v>1319.0</c:v>
                </c:pt>
                <c:pt idx="53">
                  <c:v>1207.0</c:v>
                </c:pt>
                <c:pt idx="54">
                  <c:v>1188.0</c:v>
                </c:pt>
                <c:pt idx="55">
                  <c:v>1181.0</c:v>
                </c:pt>
                <c:pt idx="56">
                  <c:v>1165.0</c:v>
                </c:pt>
                <c:pt idx="57">
                  <c:v>1211.0</c:v>
                </c:pt>
                <c:pt idx="58">
                  <c:v>1259.0</c:v>
                </c:pt>
                <c:pt idx="59">
                  <c:v>1296.0</c:v>
                </c:pt>
                <c:pt idx="60">
                  <c:v>1347.0</c:v>
                </c:pt>
                <c:pt idx="61">
                  <c:v>1410.0</c:v>
                </c:pt>
                <c:pt idx="62">
                  <c:v>1500.0</c:v>
                </c:pt>
                <c:pt idx="63">
                  <c:v>1562.0</c:v>
                </c:pt>
                <c:pt idx="64">
                  <c:v>1598.0</c:v>
                </c:pt>
                <c:pt idx="65">
                  <c:v>1572.0</c:v>
                </c:pt>
                <c:pt idx="66">
                  <c:v>1588.0</c:v>
                </c:pt>
                <c:pt idx="67">
                  <c:v>1619.0</c:v>
                </c:pt>
                <c:pt idx="68">
                  <c:v>1626.0</c:v>
                </c:pt>
                <c:pt idx="69">
                  <c:v>1631.0</c:v>
                </c:pt>
                <c:pt idx="70">
                  <c:v>1646.0</c:v>
                </c:pt>
                <c:pt idx="71">
                  <c:v>1646.0</c:v>
                </c:pt>
                <c:pt idx="72">
                  <c:v>1653.0</c:v>
                </c:pt>
                <c:pt idx="73">
                  <c:v>1702.0</c:v>
                </c:pt>
                <c:pt idx="74">
                  <c:v>1732.0</c:v>
                </c:pt>
                <c:pt idx="75">
                  <c:v>1672.0</c:v>
                </c:pt>
                <c:pt idx="76">
                  <c:v>1678.0</c:v>
                </c:pt>
                <c:pt idx="77">
                  <c:v>1679.0</c:v>
                </c:pt>
                <c:pt idx="78">
                  <c:v>1691.0</c:v>
                </c:pt>
                <c:pt idx="79">
                  <c:v>1710.0</c:v>
                </c:pt>
                <c:pt idx="80">
                  <c:v>1727.0</c:v>
                </c:pt>
                <c:pt idx="81">
                  <c:v>1721.0</c:v>
                </c:pt>
                <c:pt idx="82">
                  <c:v>1713.0</c:v>
                </c:pt>
                <c:pt idx="83">
                  <c:v>1719.0</c:v>
                </c:pt>
                <c:pt idx="84">
                  <c:v>1739.0</c:v>
                </c:pt>
                <c:pt idx="85">
                  <c:v>1747.0</c:v>
                </c:pt>
                <c:pt idx="86">
                  <c:v>1743.0</c:v>
                </c:pt>
                <c:pt idx="87">
                  <c:v>1766.0</c:v>
                </c:pt>
                <c:pt idx="88">
                  <c:v>1787.0</c:v>
                </c:pt>
                <c:pt idx="89">
                  <c:v>1809.0</c:v>
                </c:pt>
                <c:pt idx="90">
                  <c:v>1842.0</c:v>
                </c:pt>
                <c:pt idx="91">
                  <c:v>1885.0</c:v>
                </c:pt>
                <c:pt idx="92">
                  <c:v>1944.0</c:v>
                </c:pt>
                <c:pt idx="93">
                  <c:v>1991.0</c:v>
                </c:pt>
                <c:pt idx="94">
                  <c:v>2322.0</c:v>
                </c:pt>
                <c:pt idx="95">
                  <c:v>2866.0</c:v>
                </c:pt>
                <c:pt idx="96">
                  <c:v>3002.0</c:v>
                </c:pt>
                <c:pt idx="97">
                  <c:v>3083.0</c:v>
                </c:pt>
                <c:pt idx="98">
                  <c:v>3069.0</c:v>
                </c:pt>
                <c:pt idx="99">
                  <c:v>3040.0</c:v>
                </c:pt>
                <c:pt idx="100">
                  <c:v>2924.0</c:v>
                </c:pt>
                <c:pt idx="101">
                  <c:v>2835.0</c:v>
                </c:pt>
                <c:pt idx="102">
                  <c:v>2684.0</c:v>
                </c:pt>
                <c:pt idx="103">
                  <c:v>2586.0</c:v>
                </c:pt>
                <c:pt idx="104">
                  <c:v>2849.0</c:v>
                </c:pt>
                <c:pt idx="105">
                  <c:v>2850.0</c:v>
                </c:pt>
                <c:pt idx="106">
                  <c:v>2743.0</c:v>
                </c:pt>
                <c:pt idx="107">
                  <c:v>2842.0</c:v>
                </c:pt>
                <c:pt idx="108">
                  <c:v>2962.0</c:v>
                </c:pt>
                <c:pt idx="109">
                  <c:v>3120.0</c:v>
                </c:pt>
                <c:pt idx="110">
                  <c:v>3572.0</c:v>
                </c:pt>
                <c:pt idx="111">
                  <c:v>3618.0</c:v>
                </c:pt>
                <c:pt idx="112">
                  <c:v>3716.0</c:v>
                </c:pt>
                <c:pt idx="113">
                  <c:v>3737.0</c:v>
                </c:pt>
                <c:pt idx="114">
                  <c:v>3723.0</c:v>
                </c:pt>
                <c:pt idx="115">
                  <c:v>3705.0</c:v>
                </c:pt>
                <c:pt idx="116">
                  <c:v>3678.0</c:v>
                </c:pt>
                <c:pt idx="117">
                  <c:v>3639.0</c:v>
                </c:pt>
                <c:pt idx="118">
                  <c:v>3498.0</c:v>
                </c:pt>
                <c:pt idx="119">
                  <c:v>3593.0</c:v>
                </c:pt>
                <c:pt idx="120">
                  <c:v>3658.0</c:v>
                </c:pt>
                <c:pt idx="121">
                  <c:v>3561.0</c:v>
                </c:pt>
                <c:pt idx="122">
                  <c:v>3422.0</c:v>
                </c:pt>
                <c:pt idx="123">
                  <c:v>3275.0</c:v>
                </c:pt>
                <c:pt idx="124">
                  <c:v>3111.0</c:v>
                </c:pt>
                <c:pt idx="125">
                  <c:v>2975.0</c:v>
                </c:pt>
                <c:pt idx="126">
                  <c:v>2831.0</c:v>
                </c:pt>
                <c:pt idx="127">
                  <c:v>2907.0</c:v>
                </c:pt>
                <c:pt idx="128">
                  <c:v>2865.0</c:v>
                </c:pt>
                <c:pt idx="129">
                  <c:v>2854.0</c:v>
                </c:pt>
                <c:pt idx="130">
                  <c:v>2837.0</c:v>
                </c:pt>
                <c:pt idx="131">
                  <c:v>2812.0</c:v>
                </c:pt>
                <c:pt idx="132">
                  <c:v>2811.0</c:v>
                </c:pt>
                <c:pt idx="133">
                  <c:v>2834.0</c:v>
                </c:pt>
                <c:pt idx="134">
                  <c:v>2795.0</c:v>
                </c:pt>
                <c:pt idx="135">
                  <c:v>2767.0</c:v>
                </c:pt>
                <c:pt idx="136">
                  <c:v>2752.0</c:v>
                </c:pt>
                <c:pt idx="137">
                  <c:v>2841.0</c:v>
                </c:pt>
                <c:pt idx="138">
                  <c:v>2676.0</c:v>
                </c:pt>
                <c:pt idx="139">
                  <c:v>2629.0</c:v>
                </c:pt>
                <c:pt idx="140">
                  <c:v>2574.0</c:v>
                </c:pt>
                <c:pt idx="141">
                  <c:v>2528.0</c:v>
                </c:pt>
                <c:pt idx="142">
                  <c:v>2463.0</c:v>
                </c:pt>
                <c:pt idx="143">
                  <c:v>2429.0</c:v>
                </c:pt>
                <c:pt idx="144">
                  <c:v>2401.0</c:v>
                </c:pt>
                <c:pt idx="145">
                  <c:v>2375.0</c:v>
                </c:pt>
                <c:pt idx="146">
                  <c:v>2351.0</c:v>
                </c:pt>
                <c:pt idx="147">
                  <c:v>2307.0</c:v>
                </c:pt>
                <c:pt idx="148">
                  <c:v>2249.0</c:v>
                </c:pt>
                <c:pt idx="149">
                  <c:v>2215.0</c:v>
                </c:pt>
                <c:pt idx="150">
                  <c:v>2185.0</c:v>
                </c:pt>
                <c:pt idx="151">
                  <c:v>2157.0</c:v>
                </c:pt>
                <c:pt idx="152">
                  <c:v>2129.0</c:v>
                </c:pt>
                <c:pt idx="153">
                  <c:v>2088.0</c:v>
                </c:pt>
                <c:pt idx="154">
                  <c:v>2068.0</c:v>
                </c:pt>
                <c:pt idx="155">
                  <c:v>2053.0</c:v>
                </c:pt>
                <c:pt idx="156">
                  <c:v>2078.0</c:v>
                </c:pt>
                <c:pt idx="157">
                  <c:v>2086.0</c:v>
                </c:pt>
                <c:pt idx="158">
                  <c:v>2103.0</c:v>
                </c:pt>
                <c:pt idx="159">
                  <c:v>2110.0</c:v>
                </c:pt>
                <c:pt idx="160">
                  <c:v>2099.0</c:v>
                </c:pt>
                <c:pt idx="161">
                  <c:v>2075.0</c:v>
                </c:pt>
                <c:pt idx="162">
                  <c:v>2041.0</c:v>
                </c:pt>
                <c:pt idx="163">
                  <c:v>1994.0</c:v>
                </c:pt>
                <c:pt idx="164">
                  <c:v>1950.0</c:v>
                </c:pt>
                <c:pt idx="165">
                  <c:v>1939.0</c:v>
                </c:pt>
                <c:pt idx="166">
                  <c:v>1927.0</c:v>
                </c:pt>
                <c:pt idx="167">
                  <c:v>1953.0</c:v>
                </c:pt>
                <c:pt idx="168">
                  <c:v>2023.0</c:v>
                </c:pt>
                <c:pt idx="169">
                  <c:v>2092.0</c:v>
                </c:pt>
                <c:pt idx="170">
                  <c:v>2176.0</c:v>
                </c:pt>
                <c:pt idx="171">
                  <c:v>2227.0</c:v>
                </c:pt>
                <c:pt idx="172">
                  <c:v>2152.0</c:v>
                </c:pt>
                <c:pt idx="173">
                  <c:v>2014.0</c:v>
                </c:pt>
                <c:pt idx="174">
                  <c:v>1914.0</c:v>
                </c:pt>
                <c:pt idx="175">
                  <c:v>1935.0</c:v>
                </c:pt>
                <c:pt idx="176">
                  <c:v>1895.0</c:v>
                </c:pt>
                <c:pt idx="177">
                  <c:v>1864.0</c:v>
                </c:pt>
                <c:pt idx="178">
                  <c:v>1850.0</c:v>
                </c:pt>
                <c:pt idx="179">
                  <c:v>1856.0</c:v>
                </c:pt>
                <c:pt idx="180">
                  <c:v>1866.0</c:v>
                </c:pt>
                <c:pt idx="181">
                  <c:v>1885.0</c:v>
                </c:pt>
                <c:pt idx="182">
                  <c:v>1939.0</c:v>
                </c:pt>
                <c:pt idx="183">
                  <c:v>1988.0</c:v>
                </c:pt>
                <c:pt idx="184">
                  <c:v>2031.0</c:v>
                </c:pt>
                <c:pt idx="185">
                  <c:v>2060.0</c:v>
                </c:pt>
                <c:pt idx="186">
                  <c:v>2145.0</c:v>
                </c:pt>
                <c:pt idx="187">
                  <c:v>2209.0</c:v>
                </c:pt>
                <c:pt idx="188">
                  <c:v>2268.0</c:v>
                </c:pt>
                <c:pt idx="189">
                  <c:v>2283.0</c:v>
                </c:pt>
                <c:pt idx="190">
                  <c:v>2298.0</c:v>
                </c:pt>
                <c:pt idx="191">
                  <c:v>2356.0</c:v>
                </c:pt>
                <c:pt idx="192">
                  <c:v>2400.0</c:v>
                </c:pt>
                <c:pt idx="193">
                  <c:v>2502.0</c:v>
                </c:pt>
                <c:pt idx="194">
                  <c:v>2532.0</c:v>
                </c:pt>
                <c:pt idx="195">
                  <c:v>2582.0</c:v>
                </c:pt>
                <c:pt idx="196">
                  <c:v>2601.0</c:v>
                </c:pt>
                <c:pt idx="197">
                  <c:v>2607.0</c:v>
                </c:pt>
                <c:pt idx="198">
                  <c:v>2590.0</c:v>
                </c:pt>
                <c:pt idx="199">
                  <c:v>2582.0</c:v>
                </c:pt>
                <c:pt idx="200">
                  <c:v>2554.0</c:v>
                </c:pt>
                <c:pt idx="201">
                  <c:v>2534.0</c:v>
                </c:pt>
                <c:pt idx="202">
                  <c:v>2521.0</c:v>
                </c:pt>
                <c:pt idx="203">
                  <c:v>2575.0</c:v>
                </c:pt>
                <c:pt idx="204">
                  <c:v>2631.0</c:v>
                </c:pt>
                <c:pt idx="205">
                  <c:v>2644.0</c:v>
                </c:pt>
                <c:pt idx="206">
                  <c:v>2663.0</c:v>
                </c:pt>
                <c:pt idx="207">
                  <c:v>2671.0</c:v>
                </c:pt>
                <c:pt idx="208">
                  <c:v>2693.0</c:v>
                </c:pt>
                <c:pt idx="209">
                  <c:v>2742.0</c:v>
                </c:pt>
                <c:pt idx="210">
                  <c:v>2824.0</c:v>
                </c:pt>
                <c:pt idx="211">
                  <c:v>2894.0</c:v>
                </c:pt>
                <c:pt idx="212">
                  <c:v>2957.0</c:v>
                </c:pt>
                <c:pt idx="213">
                  <c:v>2966.0</c:v>
                </c:pt>
                <c:pt idx="214">
                  <c:v>3004.0</c:v>
                </c:pt>
                <c:pt idx="215">
                  <c:v>2961.0</c:v>
                </c:pt>
                <c:pt idx="216">
                  <c:v>2886.0</c:v>
                </c:pt>
                <c:pt idx="217">
                  <c:v>2851.0</c:v>
                </c:pt>
                <c:pt idx="218">
                  <c:v>2801.0</c:v>
                </c:pt>
                <c:pt idx="219">
                  <c:v>2777.0</c:v>
                </c:pt>
                <c:pt idx="220">
                  <c:v>2676.0</c:v>
                </c:pt>
                <c:pt idx="221">
                  <c:v>2699.0</c:v>
                </c:pt>
                <c:pt idx="222">
                  <c:v>2754.0</c:v>
                </c:pt>
                <c:pt idx="223">
                  <c:v>2805.0</c:v>
                </c:pt>
                <c:pt idx="224">
                  <c:v>2868.0</c:v>
                </c:pt>
                <c:pt idx="225">
                  <c:v>2938.0</c:v>
                </c:pt>
                <c:pt idx="226">
                  <c:v>3026.0</c:v>
                </c:pt>
                <c:pt idx="227">
                  <c:v>3385.0</c:v>
                </c:pt>
                <c:pt idx="228">
                  <c:v>4015.0</c:v>
                </c:pt>
                <c:pt idx="229">
                  <c:v>4325.0</c:v>
                </c:pt>
                <c:pt idx="230">
                  <c:v>4499.0</c:v>
                </c:pt>
                <c:pt idx="231">
                  <c:v>4614.0</c:v>
                </c:pt>
                <c:pt idx="232">
                  <c:v>4765.0</c:v>
                </c:pt>
                <c:pt idx="233">
                  <c:v>4899.0</c:v>
                </c:pt>
                <c:pt idx="234">
                  <c:v>5092.0</c:v>
                </c:pt>
                <c:pt idx="235">
                  <c:v>5157.0</c:v>
                </c:pt>
                <c:pt idx="236">
                  <c:v>5207.0</c:v>
                </c:pt>
                <c:pt idx="237">
                  <c:v>5250.0</c:v>
                </c:pt>
                <c:pt idx="238">
                  <c:v>5366.0</c:v>
                </c:pt>
                <c:pt idx="239">
                  <c:v>5432.0</c:v>
                </c:pt>
                <c:pt idx="240">
                  <c:v>5444.0</c:v>
                </c:pt>
                <c:pt idx="241">
                  <c:v>5499.0</c:v>
                </c:pt>
                <c:pt idx="242">
                  <c:v>5897.0</c:v>
                </c:pt>
                <c:pt idx="243">
                  <c:v>6586.0</c:v>
                </c:pt>
                <c:pt idx="244">
                  <c:v>7185.0</c:v>
                </c:pt>
                <c:pt idx="245">
                  <c:v>7444.0</c:v>
                </c:pt>
                <c:pt idx="246">
                  <c:v>7678.0</c:v>
                </c:pt>
                <c:pt idx="247">
                  <c:v>7852.0</c:v>
                </c:pt>
                <c:pt idx="248">
                  <c:v>7964.0</c:v>
                </c:pt>
              </c:numCache>
            </c:numRef>
          </c:val>
          <c:smooth val="0"/>
        </c:ser>
        <c:marker val="1"/>
        <c:axId val="111"/>
        <c:axId val="222"/>
      </c:lineChart>
      <c:dateAx>
        <c:axId val="111"/>
        <c:scaling>
          <c:orientation val="minMax"/>
          <c:max val="46304"/>
          <c:min val="45943"/>
        </c:scaling>
        <c:delete val="0"/>
        <c:axPos val="b"/>
        <c:numFmt formatCode="mmm-yy" sourceLinked="0"/>
        <c:majorTickMark val="out"/>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222"/>
        <c:crosses val="autoZero"/>
        <c:auto val="1"/>
        <c:lblOffset val="100"/>
        <c:baseTimeUnit val="days"/>
        <c:majorUnit val="2"/>
        <c:majorTimeUnit val="months"/>
      </c:dateAx>
      <c:valAx>
        <c:axId val="222"/>
        <c:scaling>
          <c:orientation val="minMax"/>
          <c:max val="9000"/>
          <c:min val="0"/>
        </c:scaling>
        <c:delete val="0"/>
        <c:axPos val="l"/>
        <c:numFmt formatCode="#,##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111"/>
        <c:crosses val="autoZero"/>
        <c:crossBetween val="between"/>
        <c:majorUnit val="2000"/>
      </c:valAx>
      <c:spPr>
        <a:noFill/>
        <a:ln>
          <a:noFill/>
        </a:ln>
      </c:spPr>
    </c:plotArea>
    <c:plotVisOnly val="1"/>
    <c:dispBlanksAs val="gap"/>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c:style val="2"/>
  <c:chart>
    <c:autoTitleDeleted val="1"/>
    <c:plotArea>
      <c:layout>
        <c:manualLayout>
          <c:layoutTarget val="inner"/>
          <c:xMode val="edge"/>
          <c:yMode val="edge"/>
          <c:x val="0.12"/>
          <c:y val="0.2"/>
          <c:w val="0.84"/>
          <c:h val="0.72"/>
        </c:manualLayout>
      </c:layout>
      <c:lineChart>
        <c:grouping val="standard"/>
        <c:varyColors val="0"/>
        <c:ser>
          <c:idx val="0"/>
          <c:order val="0"/>
          <c:tx>
            <c:strRef>
              <c:f>Sheet1!$B$1</c:f>
              <c:strCache>
                <c:ptCount val="1"/>
                <c:pt idx="0">
                  <c:v>Gold, USD/oz</c:v>
                </c:pt>
              </c:strCache>
            </c:strRef>
          </c:tx>
          <c:spPr>
            <a:ln w="22225" cap="rnd">
              <a:solidFill>
                <a:srgbClr val="ED7D31"/>
              </a:solidFill>
              <a:prstDash val="solid"/>
              <a:round/>
            </a:ln>
          </c:spPr>
          <c:marker>
            <c:symbol val="none"/>
          </c:marker>
          <c:dLbls>
            <c:dLbl>
              <c:idx val="200"/>
              <c:layout>
                <c:manualLayout>
                  <c:x val="-0.12"/>
                  <c:y val="0.0"/>
                </c:manualLayout>
              </c:layout>
              <c:numFmt formatCode="#,##0" sourceLinked="0"/>
              <c:spPr>
                <a:solidFill>
                  <a:srgbClr val="ED7D31"/>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dLbl>
            <c:spPr>
              <a:noFill/>
              <a:ln>
                <a:noFill/>
              </a:ln>
            </c:spPr>
            <c:showLegendKey val="0"/>
            <c:showVal val="0"/>
            <c:showCatName val="0"/>
            <c:showSerName val="0"/>
            <c:showPercent val="0"/>
            <c:showBubbleSize val="0"/>
          </c:dLbls>
          <c:cat>
            <c:numRef>
              <c:f>Sheet1!$A$2:$A$202</c:f>
              <c:numCache>
                <c:formatCode>dd-mmm-yy</c:formatCode>
                <c:ptCount val="201"/>
                <c:pt idx="0">
                  <c:v>46022</c:v>
                </c:pt>
                <c:pt idx="1">
                  <c:v>46024</c:v>
                </c:pt>
                <c:pt idx="2">
                  <c:v>46027</c:v>
                </c:pt>
                <c:pt idx="3">
                  <c:v>46028</c:v>
                </c:pt>
                <c:pt idx="4">
                  <c:v>46029</c:v>
                </c:pt>
                <c:pt idx="5">
                  <c:v>46030</c:v>
                </c:pt>
                <c:pt idx="6">
                  <c:v>46031</c:v>
                </c:pt>
                <c:pt idx="7">
                  <c:v>46034</c:v>
                </c:pt>
                <c:pt idx="8">
                  <c:v>46035</c:v>
                </c:pt>
                <c:pt idx="9">
                  <c:v>46036</c:v>
                </c:pt>
                <c:pt idx="10">
                  <c:v>46037</c:v>
                </c:pt>
                <c:pt idx="11">
                  <c:v>46038</c:v>
                </c:pt>
                <c:pt idx="12">
                  <c:v>46041</c:v>
                </c:pt>
                <c:pt idx="13">
                  <c:v>46042</c:v>
                </c:pt>
                <c:pt idx="14">
                  <c:v>46043</c:v>
                </c:pt>
                <c:pt idx="15">
                  <c:v>46044</c:v>
                </c:pt>
                <c:pt idx="16">
                  <c:v>46045</c:v>
                </c:pt>
                <c:pt idx="17">
                  <c:v>46048</c:v>
                </c:pt>
                <c:pt idx="18">
                  <c:v>46049</c:v>
                </c:pt>
                <c:pt idx="19">
                  <c:v>46050</c:v>
                </c:pt>
                <c:pt idx="20">
                  <c:v>46051</c:v>
                </c:pt>
                <c:pt idx="21">
                  <c:v>46052</c:v>
                </c:pt>
                <c:pt idx="22">
                  <c:v>46055</c:v>
                </c:pt>
                <c:pt idx="23">
                  <c:v>46056</c:v>
                </c:pt>
                <c:pt idx="24">
                  <c:v>46057</c:v>
                </c:pt>
                <c:pt idx="25">
                  <c:v>46058</c:v>
                </c:pt>
                <c:pt idx="26">
                  <c:v>46059</c:v>
                </c:pt>
                <c:pt idx="27">
                  <c:v>46062</c:v>
                </c:pt>
                <c:pt idx="28">
                  <c:v>46063</c:v>
                </c:pt>
                <c:pt idx="29">
                  <c:v>46064</c:v>
                </c:pt>
                <c:pt idx="30">
                  <c:v>46065</c:v>
                </c:pt>
                <c:pt idx="31">
                  <c:v>46066</c:v>
                </c:pt>
                <c:pt idx="32">
                  <c:v>46069</c:v>
                </c:pt>
                <c:pt idx="33">
                  <c:v>46070</c:v>
                </c:pt>
                <c:pt idx="34">
                  <c:v>46071</c:v>
                </c:pt>
                <c:pt idx="35">
                  <c:v>46072</c:v>
                </c:pt>
                <c:pt idx="36">
                  <c:v>46073</c:v>
                </c:pt>
                <c:pt idx="37">
                  <c:v>46076</c:v>
                </c:pt>
                <c:pt idx="38">
                  <c:v>46077</c:v>
                </c:pt>
                <c:pt idx="39">
                  <c:v>46078</c:v>
                </c:pt>
                <c:pt idx="40">
                  <c:v>46079</c:v>
                </c:pt>
                <c:pt idx="41">
                  <c:v>46080</c:v>
                </c:pt>
                <c:pt idx="42">
                  <c:v>46083</c:v>
                </c:pt>
                <c:pt idx="43">
                  <c:v>46084</c:v>
                </c:pt>
                <c:pt idx="44">
                  <c:v>46085</c:v>
                </c:pt>
                <c:pt idx="45">
                  <c:v>46086</c:v>
                </c:pt>
                <c:pt idx="46">
                  <c:v>46087</c:v>
                </c:pt>
                <c:pt idx="47">
                  <c:v>46090</c:v>
                </c:pt>
                <c:pt idx="48">
                  <c:v>46091</c:v>
                </c:pt>
                <c:pt idx="49">
                  <c:v>46092</c:v>
                </c:pt>
                <c:pt idx="50">
                  <c:v>46093</c:v>
                </c:pt>
                <c:pt idx="51">
                  <c:v>46094</c:v>
                </c:pt>
                <c:pt idx="52">
                  <c:v>46097</c:v>
                </c:pt>
                <c:pt idx="53">
                  <c:v>46098</c:v>
                </c:pt>
                <c:pt idx="54">
                  <c:v>46099</c:v>
                </c:pt>
                <c:pt idx="55">
                  <c:v>46100</c:v>
                </c:pt>
                <c:pt idx="56">
                  <c:v>46101</c:v>
                </c:pt>
                <c:pt idx="57">
                  <c:v>46104</c:v>
                </c:pt>
                <c:pt idx="58">
                  <c:v>46105</c:v>
                </c:pt>
                <c:pt idx="59">
                  <c:v>46106</c:v>
                </c:pt>
                <c:pt idx="60">
                  <c:v>46107</c:v>
                </c:pt>
                <c:pt idx="61">
                  <c:v>46108</c:v>
                </c:pt>
                <c:pt idx="62">
                  <c:v>46111</c:v>
                </c:pt>
                <c:pt idx="63">
                  <c:v>46112</c:v>
                </c:pt>
                <c:pt idx="64">
                  <c:v>46113</c:v>
                </c:pt>
                <c:pt idx="65">
                  <c:v>46114</c:v>
                </c:pt>
                <c:pt idx="66">
                  <c:v>46118</c:v>
                </c:pt>
                <c:pt idx="67">
                  <c:v>46119</c:v>
                </c:pt>
                <c:pt idx="68">
                  <c:v>46120</c:v>
                </c:pt>
                <c:pt idx="69">
                  <c:v>46121</c:v>
                </c:pt>
                <c:pt idx="70">
                  <c:v>46122</c:v>
                </c:pt>
                <c:pt idx="71">
                  <c:v>46125</c:v>
                </c:pt>
                <c:pt idx="72">
                  <c:v>46126</c:v>
                </c:pt>
                <c:pt idx="73">
                  <c:v>46127</c:v>
                </c:pt>
                <c:pt idx="74">
                  <c:v>46128</c:v>
                </c:pt>
                <c:pt idx="75">
                  <c:v>46129</c:v>
                </c:pt>
                <c:pt idx="76">
                  <c:v>46132</c:v>
                </c:pt>
                <c:pt idx="77">
                  <c:v>46133</c:v>
                </c:pt>
                <c:pt idx="78">
                  <c:v>46134</c:v>
                </c:pt>
                <c:pt idx="79">
                  <c:v>46135</c:v>
                </c:pt>
                <c:pt idx="80">
                  <c:v>46136</c:v>
                </c:pt>
                <c:pt idx="81">
                  <c:v>46139</c:v>
                </c:pt>
                <c:pt idx="82">
                  <c:v>46140</c:v>
                </c:pt>
                <c:pt idx="83">
                  <c:v>46141</c:v>
                </c:pt>
                <c:pt idx="84">
                  <c:v>46142</c:v>
                </c:pt>
                <c:pt idx="85">
                  <c:v>46143</c:v>
                </c:pt>
                <c:pt idx="86">
                  <c:v>46146</c:v>
                </c:pt>
                <c:pt idx="87">
                  <c:v>46147</c:v>
                </c:pt>
                <c:pt idx="88">
                  <c:v>46148</c:v>
                </c:pt>
                <c:pt idx="89">
                  <c:v>46149</c:v>
                </c:pt>
                <c:pt idx="90">
                  <c:v>46150</c:v>
                </c:pt>
                <c:pt idx="91">
                  <c:v>46153</c:v>
                </c:pt>
                <c:pt idx="92">
                  <c:v>46154</c:v>
                </c:pt>
                <c:pt idx="93">
                  <c:v>46155</c:v>
                </c:pt>
                <c:pt idx="94">
                  <c:v>46156</c:v>
                </c:pt>
                <c:pt idx="95">
                  <c:v>46157</c:v>
                </c:pt>
                <c:pt idx="96">
                  <c:v>46160</c:v>
                </c:pt>
                <c:pt idx="97">
                  <c:v>46161</c:v>
                </c:pt>
                <c:pt idx="98">
                  <c:v>46162</c:v>
                </c:pt>
                <c:pt idx="99">
                  <c:v>46163</c:v>
                </c:pt>
                <c:pt idx="100">
                  <c:v>46164</c:v>
                </c:pt>
                <c:pt idx="101">
                  <c:v>46167</c:v>
                </c:pt>
                <c:pt idx="102">
                  <c:v>46168</c:v>
                </c:pt>
                <c:pt idx="103">
                  <c:v>46169</c:v>
                </c:pt>
                <c:pt idx="104">
                  <c:v>46170</c:v>
                </c:pt>
                <c:pt idx="105">
                  <c:v>46171</c:v>
                </c:pt>
                <c:pt idx="106">
                  <c:v>46174</c:v>
                </c:pt>
                <c:pt idx="107">
                  <c:v>46175</c:v>
                </c:pt>
                <c:pt idx="108">
                  <c:v>46176</c:v>
                </c:pt>
                <c:pt idx="109">
                  <c:v>46177</c:v>
                </c:pt>
                <c:pt idx="110">
                  <c:v>46178</c:v>
                </c:pt>
                <c:pt idx="111">
                  <c:v>46181</c:v>
                </c:pt>
                <c:pt idx="112">
                  <c:v>46182</c:v>
                </c:pt>
                <c:pt idx="113">
                  <c:v>46183</c:v>
                </c:pt>
                <c:pt idx="114">
                  <c:v>46184</c:v>
                </c:pt>
                <c:pt idx="115">
                  <c:v>46185</c:v>
                </c:pt>
                <c:pt idx="116">
                  <c:v>46188</c:v>
                </c:pt>
                <c:pt idx="117">
                  <c:v>46189</c:v>
                </c:pt>
                <c:pt idx="118">
                  <c:v>46190</c:v>
                </c:pt>
                <c:pt idx="119">
                  <c:v>46191</c:v>
                </c:pt>
                <c:pt idx="120">
                  <c:v>46192</c:v>
                </c:pt>
                <c:pt idx="121">
                  <c:v>46195</c:v>
                </c:pt>
                <c:pt idx="122">
                  <c:v>46196</c:v>
                </c:pt>
                <c:pt idx="123">
                  <c:v>46197</c:v>
                </c:pt>
                <c:pt idx="124">
                  <c:v>46198</c:v>
                </c:pt>
                <c:pt idx="125">
                  <c:v>46199</c:v>
                </c:pt>
                <c:pt idx="126">
                  <c:v>46202</c:v>
                </c:pt>
                <c:pt idx="127">
                  <c:v>46203</c:v>
                </c:pt>
                <c:pt idx="128">
                  <c:v>46204</c:v>
                </c:pt>
                <c:pt idx="129">
                  <c:v>46205</c:v>
                </c:pt>
                <c:pt idx="130">
                  <c:v>46206</c:v>
                </c:pt>
                <c:pt idx="131">
                  <c:v>46209</c:v>
                </c:pt>
                <c:pt idx="132">
                  <c:v>46210</c:v>
                </c:pt>
                <c:pt idx="133">
                  <c:v>46211</c:v>
                </c:pt>
                <c:pt idx="134">
                  <c:v>46212</c:v>
                </c:pt>
                <c:pt idx="135">
                  <c:v>46213</c:v>
                </c:pt>
                <c:pt idx="136">
                  <c:v>46216</c:v>
                </c:pt>
                <c:pt idx="137">
                  <c:v>46217</c:v>
                </c:pt>
                <c:pt idx="138">
                  <c:v>46218</c:v>
                </c:pt>
                <c:pt idx="139">
                  <c:v>46219</c:v>
                </c:pt>
                <c:pt idx="140">
                  <c:v>46220</c:v>
                </c:pt>
                <c:pt idx="141">
                  <c:v>46223</c:v>
                </c:pt>
                <c:pt idx="142">
                  <c:v>46224</c:v>
                </c:pt>
                <c:pt idx="143">
                  <c:v>46225</c:v>
                </c:pt>
                <c:pt idx="144">
                  <c:v>46226</c:v>
                </c:pt>
                <c:pt idx="145">
                  <c:v>46227</c:v>
                </c:pt>
                <c:pt idx="146">
                  <c:v>46230</c:v>
                </c:pt>
                <c:pt idx="147">
                  <c:v>46231</c:v>
                </c:pt>
                <c:pt idx="148">
                  <c:v>46232</c:v>
                </c:pt>
                <c:pt idx="149">
                  <c:v>46233</c:v>
                </c:pt>
                <c:pt idx="150">
                  <c:v>46234</c:v>
                </c:pt>
                <c:pt idx="151">
                  <c:v>46237</c:v>
                </c:pt>
                <c:pt idx="152">
                  <c:v>46238</c:v>
                </c:pt>
                <c:pt idx="153">
                  <c:v>46239</c:v>
                </c:pt>
                <c:pt idx="154">
                  <c:v>46240</c:v>
                </c:pt>
                <c:pt idx="155">
                  <c:v>46241</c:v>
                </c:pt>
                <c:pt idx="156">
                  <c:v>46244</c:v>
                </c:pt>
                <c:pt idx="157">
                  <c:v>46245</c:v>
                </c:pt>
                <c:pt idx="158">
                  <c:v>46246</c:v>
                </c:pt>
                <c:pt idx="159">
                  <c:v>46247</c:v>
                </c:pt>
                <c:pt idx="160">
                  <c:v>46248</c:v>
                </c:pt>
                <c:pt idx="161">
                  <c:v>46251</c:v>
                </c:pt>
                <c:pt idx="162">
                  <c:v>46252</c:v>
                </c:pt>
                <c:pt idx="163">
                  <c:v>46253</c:v>
                </c:pt>
                <c:pt idx="164">
                  <c:v>46254</c:v>
                </c:pt>
                <c:pt idx="165">
                  <c:v>46255</c:v>
                </c:pt>
                <c:pt idx="166">
                  <c:v>46258</c:v>
                </c:pt>
                <c:pt idx="167">
                  <c:v>46259</c:v>
                </c:pt>
                <c:pt idx="168">
                  <c:v>46260</c:v>
                </c:pt>
                <c:pt idx="169">
                  <c:v>46261</c:v>
                </c:pt>
                <c:pt idx="170">
                  <c:v>46262</c:v>
                </c:pt>
                <c:pt idx="171">
                  <c:v>46265</c:v>
                </c:pt>
                <c:pt idx="172">
                  <c:v>46266</c:v>
                </c:pt>
                <c:pt idx="173">
                  <c:v>46267</c:v>
                </c:pt>
                <c:pt idx="174">
                  <c:v>46268</c:v>
                </c:pt>
                <c:pt idx="175">
                  <c:v>46269</c:v>
                </c:pt>
                <c:pt idx="176">
                  <c:v>46272</c:v>
                </c:pt>
                <c:pt idx="177">
                  <c:v>46273</c:v>
                </c:pt>
                <c:pt idx="178">
                  <c:v>46274</c:v>
                </c:pt>
                <c:pt idx="179">
                  <c:v>46275</c:v>
                </c:pt>
                <c:pt idx="180">
                  <c:v>46276</c:v>
                </c:pt>
                <c:pt idx="181">
                  <c:v>46279</c:v>
                </c:pt>
                <c:pt idx="182">
                  <c:v>46280</c:v>
                </c:pt>
                <c:pt idx="183">
                  <c:v>46281</c:v>
                </c:pt>
                <c:pt idx="184">
                  <c:v>46282</c:v>
                </c:pt>
                <c:pt idx="185">
                  <c:v>46283</c:v>
                </c:pt>
                <c:pt idx="186">
                  <c:v>46286</c:v>
                </c:pt>
                <c:pt idx="187">
                  <c:v>46287</c:v>
                </c:pt>
                <c:pt idx="188">
                  <c:v>46288</c:v>
                </c:pt>
                <c:pt idx="189">
                  <c:v>46289</c:v>
                </c:pt>
                <c:pt idx="190">
                  <c:v>46290</c:v>
                </c:pt>
                <c:pt idx="191">
                  <c:v>46293</c:v>
                </c:pt>
                <c:pt idx="192">
                  <c:v>46294</c:v>
                </c:pt>
                <c:pt idx="193">
                  <c:v>46295</c:v>
                </c:pt>
                <c:pt idx="194">
                  <c:v>46296</c:v>
                </c:pt>
                <c:pt idx="195">
                  <c:v>46297</c:v>
                </c:pt>
                <c:pt idx="196">
                  <c:v>46300</c:v>
                </c:pt>
                <c:pt idx="197">
                  <c:v>46301</c:v>
                </c:pt>
                <c:pt idx="198">
                  <c:v>46302</c:v>
                </c:pt>
                <c:pt idx="199">
                  <c:v>46303</c:v>
                </c:pt>
                <c:pt idx="200">
                  <c:v>46304</c:v>
                </c:pt>
              </c:numCache>
            </c:numRef>
          </c:cat>
          <c:val>
            <c:numRef>
              <c:f>Sheet1!$B$2:$B$202</c:f>
              <c:numCache>
                <c:formatCode>General</c:formatCode>
                <c:ptCount val="201"/>
                <c:pt idx="0">
                  <c:v>4319.37</c:v>
                </c:pt>
                <c:pt idx="1">
                  <c:v>4332.29</c:v>
                </c:pt>
                <c:pt idx="2">
                  <c:v>4449.15</c:v>
                </c:pt>
                <c:pt idx="3">
                  <c:v>4494.83</c:v>
                </c:pt>
                <c:pt idx="4">
                  <c:v>4456.47</c:v>
                </c:pt>
                <c:pt idx="5">
                  <c:v>4477.65</c:v>
                </c:pt>
                <c:pt idx="6">
                  <c:v>4509.5</c:v>
                </c:pt>
                <c:pt idx="7">
                  <c:v>4597.51</c:v>
                </c:pt>
                <c:pt idx="8">
                  <c:v>4586.52</c:v>
                </c:pt>
                <c:pt idx="9">
                  <c:v>4626.58</c:v>
                </c:pt>
                <c:pt idx="10">
                  <c:v>4616.15</c:v>
                </c:pt>
                <c:pt idx="11">
                  <c:v>4596.09</c:v>
                </c:pt>
                <c:pt idx="12">
                  <c:v>4670.89</c:v>
                </c:pt>
                <c:pt idx="13">
                  <c:v>4763.43</c:v>
                </c:pt>
                <c:pt idx="14">
                  <c:v>4831.73</c:v>
                </c:pt>
                <c:pt idx="15">
                  <c:v>4936.02</c:v>
                </c:pt>
                <c:pt idx="16">
                  <c:v>4987.49</c:v>
                </c:pt>
                <c:pt idx="17">
                  <c:v>5008.7</c:v>
                </c:pt>
                <c:pt idx="18">
                  <c:v>5180.16</c:v>
                </c:pt>
                <c:pt idx="19">
                  <c:v>5417.21</c:v>
                </c:pt>
                <c:pt idx="20">
                  <c:v>5375.24</c:v>
                </c:pt>
                <c:pt idx="21">
                  <c:v>4894.23</c:v>
                </c:pt>
                <c:pt idx="22">
                  <c:v>4661.38</c:v>
                </c:pt>
                <c:pt idx="23">
                  <c:v>4946.76</c:v>
                </c:pt>
                <c:pt idx="24">
                  <c:v>4964.93</c:v>
                </c:pt>
                <c:pt idx="25">
                  <c:v>4779.05</c:v>
                </c:pt>
                <c:pt idx="26">
                  <c:v>4964.36</c:v>
                </c:pt>
                <c:pt idx="27">
                  <c:v>5057.8</c:v>
                </c:pt>
                <c:pt idx="28">
                  <c:v>5025.45</c:v>
                </c:pt>
                <c:pt idx="29">
                  <c:v>5084.39</c:v>
                </c:pt>
                <c:pt idx="30">
                  <c:v>4922.19</c:v>
                </c:pt>
                <c:pt idx="31">
                  <c:v>5042.04</c:v>
                </c:pt>
                <c:pt idx="32">
                  <c:v>4992.08</c:v>
                </c:pt>
                <c:pt idx="33">
                  <c:v>4877.89</c:v>
                </c:pt>
                <c:pt idx="34">
                  <c:v>4977.56</c:v>
                </c:pt>
                <c:pt idx="35">
                  <c:v>4996.1</c:v>
                </c:pt>
                <c:pt idx="36">
                  <c:v>5107.45</c:v>
                </c:pt>
                <c:pt idx="37">
                  <c:v>5227.42</c:v>
                </c:pt>
                <c:pt idx="38">
                  <c:v>5143.85</c:v>
                </c:pt>
                <c:pt idx="39">
                  <c:v>5164.78</c:v>
                </c:pt>
                <c:pt idx="40">
                  <c:v>5184.97</c:v>
                </c:pt>
                <c:pt idx="41">
                  <c:v>5278.93</c:v>
                </c:pt>
                <c:pt idx="42">
                  <c:v>5322.12</c:v>
                </c:pt>
                <c:pt idx="43">
                  <c:v>5088.83</c:v>
                </c:pt>
                <c:pt idx="44">
                  <c:v>5140.36</c:v>
                </c:pt>
                <c:pt idx="45">
                  <c:v>5082.3</c:v>
                </c:pt>
                <c:pt idx="46">
                  <c:v>5171.74</c:v>
                </c:pt>
                <c:pt idx="47">
                  <c:v>5138.53</c:v>
                </c:pt>
                <c:pt idx="48">
                  <c:v>5191.98</c:v>
                </c:pt>
                <c:pt idx="49">
                  <c:v>5176.46</c:v>
                </c:pt>
                <c:pt idx="50">
                  <c:v>5079.21</c:v>
                </c:pt>
                <c:pt idx="51">
                  <c:v>5019.49</c:v>
                </c:pt>
                <c:pt idx="52">
                  <c:v>5006.41</c:v>
                </c:pt>
                <c:pt idx="53">
                  <c:v>5005.61</c:v>
                </c:pt>
                <c:pt idx="54">
                  <c:v>4818.5</c:v>
                </c:pt>
                <c:pt idx="55">
                  <c:v>4650.02</c:v>
                </c:pt>
                <c:pt idx="56">
                  <c:v>4492.42</c:v>
                </c:pt>
                <c:pt idx="57">
                  <c:v>4407.18</c:v>
                </c:pt>
                <c:pt idx="58">
                  <c:v>4475.51</c:v>
                </c:pt>
                <c:pt idx="59">
                  <c:v>4506.0</c:v>
                </c:pt>
                <c:pt idx="60">
                  <c:v>4376.11</c:v>
                </c:pt>
                <c:pt idx="61">
                  <c:v>4494.09</c:v>
                </c:pt>
                <c:pt idx="62">
                  <c:v>4510.92</c:v>
                </c:pt>
                <c:pt idx="63">
                  <c:v>4668.06</c:v>
                </c:pt>
                <c:pt idx="64">
                  <c:v>4758.57</c:v>
                </c:pt>
                <c:pt idx="65">
                  <c:v>4676.76</c:v>
                </c:pt>
                <c:pt idx="66">
                  <c:v>4649.85</c:v>
                </c:pt>
                <c:pt idx="67">
                  <c:v>4706.51</c:v>
                </c:pt>
                <c:pt idx="68">
                  <c:v>4719.15</c:v>
                </c:pt>
                <c:pt idx="69">
                  <c:v>4766.89</c:v>
                </c:pt>
                <c:pt idx="70">
                  <c:v>4749.75</c:v>
                </c:pt>
                <c:pt idx="71">
                  <c:v>4740.31</c:v>
                </c:pt>
                <c:pt idx="72">
                  <c:v>4841.75</c:v>
                </c:pt>
                <c:pt idx="73">
                  <c:v>4791.04</c:v>
                </c:pt>
                <c:pt idx="74">
                  <c:v>4790.06</c:v>
                </c:pt>
                <c:pt idx="75">
                  <c:v>4830.34</c:v>
                </c:pt>
                <c:pt idx="76">
                  <c:v>4820.66</c:v>
                </c:pt>
                <c:pt idx="77">
                  <c:v>4720.04</c:v>
                </c:pt>
                <c:pt idx="78">
                  <c:v>4739.9</c:v>
                </c:pt>
                <c:pt idx="79">
                  <c:v>4694.14</c:v>
                </c:pt>
                <c:pt idx="80">
                  <c:v>4709.5</c:v>
                </c:pt>
                <c:pt idx="81">
                  <c:v>4682.08</c:v>
                </c:pt>
                <c:pt idx="82">
                  <c:v>4596.75</c:v>
                </c:pt>
                <c:pt idx="83">
                  <c:v>4547.95</c:v>
                </c:pt>
                <c:pt idx="84">
                  <c:v>4617.85</c:v>
                </c:pt>
                <c:pt idx="85">
                  <c:v>4614.21</c:v>
                </c:pt>
                <c:pt idx="86">
                  <c:v>4521.91</c:v>
                </c:pt>
                <c:pt idx="87">
                  <c:v>4556.92</c:v>
                </c:pt>
                <c:pt idx="88">
                  <c:v>4691.36</c:v>
                </c:pt>
                <c:pt idx="89">
                  <c:v>4685.8</c:v>
                </c:pt>
                <c:pt idx="90">
                  <c:v>4715.25</c:v>
                </c:pt>
                <c:pt idx="91">
                  <c:v>4736.17</c:v>
                </c:pt>
                <c:pt idx="92">
                  <c:v>4715.13</c:v>
                </c:pt>
                <c:pt idx="93">
                  <c:v>4688.76</c:v>
                </c:pt>
                <c:pt idx="94">
                  <c:v>4651.98</c:v>
                </c:pt>
                <c:pt idx="95">
                  <c:v>4540.08</c:v>
                </c:pt>
                <c:pt idx="96">
                  <c:v>4566.67</c:v>
                </c:pt>
                <c:pt idx="97">
                  <c:v>4482.61</c:v>
                </c:pt>
                <c:pt idx="98">
                  <c:v>4544.19</c:v>
                </c:pt>
                <c:pt idx="99">
                  <c:v>4543.05</c:v>
                </c:pt>
                <c:pt idx="100">
                  <c:v>4509.4</c:v>
                </c:pt>
                <c:pt idx="101">
                  <c:v>4570.5</c:v>
                </c:pt>
                <c:pt idx="102">
                  <c:v>4507.88</c:v>
                </c:pt>
                <c:pt idx="103">
                  <c:v>4453.98</c:v>
                </c:pt>
                <c:pt idx="104">
                  <c:v>4495.29</c:v>
                </c:pt>
                <c:pt idx="105">
                  <c:v>4540.26</c:v>
                </c:pt>
                <c:pt idx="106">
                  <c:v>4484.98</c:v>
                </c:pt>
                <c:pt idx="107">
                  <c:v>4488.86</c:v>
                </c:pt>
                <c:pt idx="108">
                  <c:v>4434.81</c:v>
                </c:pt>
                <c:pt idx="109">
                  <c:v>4474.8</c:v>
                </c:pt>
                <c:pt idx="110">
                  <c:v>4328.45</c:v>
                </c:pt>
                <c:pt idx="111">
                  <c:v>4330.17</c:v>
                </c:pt>
                <c:pt idx="112">
                  <c:v>4260.85</c:v>
                </c:pt>
                <c:pt idx="113">
                  <c:v>4072.31</c:v>
                </c:pt>
                <c:pt idx="114">
                  <c:v>4212.26</c:v>
                </c:pt>
                <c:pt idx="115">
                  <c:v>4219.33</c:v>
                </c:pt>
                <c:pt idx="116">
                  <c:v>4311.69</c:v>
                </c:pt>
                <c:pt idx="117">
                  <c:v>4331.21</c:v>
                </c:pt>
                <c:pt idx="118">
                  <c:v>4256.93</c:v>
                </c:pt>
                <c:pt idx="119">
                  <c:v>4209.97</c:v>
                </c:pt>
                <c:pt idx="120">
                  <c:v>4155.71</c:v>
                </c:pt>
                <c:pt idx="121">
                  <c:v>4190.06</c:v>
                </c:pt>
                <c:pt idx="122">
                  <c:v>4117.19</c:v>
                </c:pt>
                <c:pt idx="123">
                  <c:v>3999.41</c:v>
                </c:pt>
                <c:pt idx="124">
                  <c:v>4026.73</c:v>
                </c:pt>
                <c:pt idx="125">
                  <c:v>4088.74</c:v>
                </c:pt>
                <c:pt idx="126">
                  <c:v>4015.91</c:v>
                </c:pt>
                <c:pt idx="127">
                  <c:v>4008.02</c:v>
                </c:pt>
                <c:pt idx="128">
                  <c:v>4030.65</c:v>
                </c:pt>
                <c:pt idx="129">
                  <c:v>4122.35</c:v>
                </c:pt>
                <c:pt idx="130">
                  <c:v>4176.94</c:v>
                </c:pt>
                <c:pt idx="131">
                  <c:v>4165.23</c:v>
                </c:pt>
                <c:pt idx="132">
                  <c:v>4106.24</c:v>
                </c:pt>
                <c:pt idx="133">
                  <c:v>4077.43</c:v>
                </c:pt>
                <c:pt idx="134">
                  <c:v>4123.64</c:v>
                </c:pt>
                <c:pt idx="135">
                  <c:v>4119.93</c:v>
                </c:pt>
                <c:pt idx="136">
                  <c:v>4002.39</c:v>
                </c:pt>
                <c:pt idx="137">
                  <c:v>4052.85</c:v>
                </c:pt>
                <c:pt idx="138">
                  <c:v>4060.55</c:v>
                </c:pt>
                <c:pt idx="139">
                  <c:v>3976.5</c:v>
                </c:pt>
                <c:pt idx="140">
                  <c:v>4017.39</c:v>
                </c:pt>
                <c:pt idx="141">
                  <c:v>4008.03</c:v>
                </c:pt>
                <c:pt idx="142">
                  <c:v>4076.99</c:v>
                </c:pt>
                <c:pt idx="143">
                  <c:v>4130.25</c:v>
                </c:pt>
                <c:pt idx="144">
                  <c:v>4049.48</c:v>
                </c:pt>
                <c:pt idx="145">
                  <c:v>4052.79</c:v>
                </c:pt>
                <c:pt idx="146">
                  <c:v>4076.26</c:v>
                </c:pt>
                <c:pt idx="147">
                  <c:v>4029.61</c:v>
                </c:pt>
                <c:pt idx="148">
                  <c:v>4067.56</c:v>
                </c:pt>
                <c:pt idx="149">
                  <c:v>4103.41</c:v>
                </c:pt>
                <c:pt idx="150">
                  <c:v>4046.15</c:v>
                </c:pt>
                <c:pt idx="151">
                  <c:v>4054.33</c:v>
                </c:pt>
                <c:pt idx="152">
                  <c:v>4077.99</c:v>
                </c:pt>
                <c:pt idx="153">
                  <c:v>4246.82</c:v>
                </c:pt>
                <c:pt idx="154">
                  <c:v>4239.42</c:v>
                </c:pt>
                <c:pt idx="155">
                  <c:v>4341.56</c:v>
                </c:pt>
                <c:pt idx="156">
                  <c:v>4390.95</c:v>
                </c:pt>
                <c:pt idx="157">
                  <c:v>4370.11</c:v>
                </c:pt>
                <c:pt idx="158">
                  <c:v>4408.29</c:v>
                </c:pt>
                <c:pt idx="159">
                  <c:v>4350.39</c:v>
                </c:pt>
                <c:pt idx="160">
                  <c:v>4376.4</c:v>
                </c:pt>
                <c:pt idx="161">
                  <c:v>4415.99</c:v>
                </c:pt>
                <c:pt idx="162">
                  <c:v>4334.5</c:v>
                </c:pt>
                <c:pt idx="163">
                  <c:v>4515.58</c:v>
                </c:pt>
                <c:pt idx="164">
                  <c:v>4516.58</c:v>
                </c:pt>
                <c:pt idx="165">
                  <c:v>4603.07</c:v>
                </c:pt>
                <c:pt idx="166">
                  <c:v>4652.22</c:v>
                </c:pt>
                <c:pt idx="167">
                  <c:v>4657.17</c:v>
                </c:pt>
                <c:pt idx="168">
                  <c:v>4591.07</c:v>
                </c:pt>
                <c:pt idx="169">
                  <c:v>4599.15</c:v>
                </c:pt>
                <c:pt idx="170">
                  <c:v>4455.11</c:v>
                </c:pt>
                <c:pt idx="171">
                  <c:v>4437.38</c:v>
                </c:pt>
                <c:pt idx="172">
                  <c:v>4328.82</c:v>
                </c:pt>
                <c:pt idx="173">
                  <c:v>4381.68</c:v>
                </c:pt>
                <c:pt idx="174">
                  <c:v>4472.92</c:v>
                </c:pt>
                <c:pt idx="175">
                  <c:v>4429.98</c:v>
                </c:pt>
                <c:pt idx="176">
                  <c:v>4404.3</c:v>
                </c:pt>
                <c:pt idx="177">
                  <c:v>4355.99</c:v>
                </c:pt>
                <c:pt idx="178">
                  <c:v>4398.83</c:v>
                </c:pt>
                <c:pt idx="179">
                  <c:v>4318.19</c:v>
                </c:pt>
                <c:pt idx="180">
                  <c:v>4349.08</c:v>
                </c:pt>
                <c:pt idx="181">
                  <c:v>4299.64</c:v>
                </c:pt>
                <c:pt idx="182">
                  <c:v>4292.15</c:v>
                </c:pt>
                <c:pt idx="183">
                  <c:v>4263.65</c:v>
                </c:pt>
                <c:pt idx="184">
                  <c:v>4341.7</c:v>
                </c:pt>
                <c:pt idx="185">
                  <c:v>4378.63</c:v>
                </c:pt>
                <c:pt idx="186">
                  <c:v>4343.43</c:v>
                </c:pt>
                <c:pt idx="187">
                  <c:v>4360.72</c:v>
                </c:pt>
                <c:pt idx="188">
                  <c:v>4287.65</c:v>
                </c:pt>
                <c:pt idx="189">
                  <c:v>4275.03</c:v>
                </c:pt>
                <c:pt idx="190">
                  <c:v>4284.81</c:v>
                </c:pt>
                <c:pt idx="191">
                  <c:v>4115.71</c:v>
                </c:pt>
                <c:pt idx="192">
                  <c:v>4182.31</c:v>
                </c:pt>
                <c:pt idx="193">
                  <c:v>4157.41</c:v>
                </c:pt>
                <c:pt idx="194">
                  <c:v>4177.66</c:v>
                </c:pt>
                <c:pt idx="195">
                  <c:v>4141.19</c:v>
                </c:pt>
                <c:pt idx="196">
                  <c:v>4139.5</c:v>
                </c:pt>
                <c:pt idx="197">
                  <c:v>4164.18</c:v>
                </c:pt>
                <c:pt idx="198">
                  <c:v>4111.23</c:v>
                </c:pt>
                <c:pt idx="199">
                  <c:v>4132.5</c:v>
                </c:pt>
                <c:pt idx="200">
                  <c:v>4194.24</c:v>
                </c:pt>
              </c:numCache>
            </c:numRef>
          </c:val>
          <c:smooth val="0"/>
        </c:ser>
        <c:marker val="1"/>
        <c:axId val="111"/>
        <c:axId val="222"/>
      </c:lineChart>
      <c:dateAx>
        <c:axId val="111"/>
        <c:scaling>
          <c:orientation val="minMax"/>
          <c:max val="46304"/>
          <c:min val="46022"/>
        </c:scaling>
        <c:delete val="1"/>
        <c:axPos val="b"/>
        <c:numFmt formatCode="mmm-yy" sourceLinked="0"/>
        <c:majorTickMark val="out"/>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222"/>
        <c:crosses val="autoZero"/>
        <c:auto val="1"/>
        <c:lblOffset val="100"/>
        <c:baseTimeUnit val="days"/>
        <c:majorUnit val="2"/>
        <c:majorTimeUnit val="months"/>
      </c:dateAx>
      <c:valAx>
        <c:axId val="222"/>
        <c:scaling>
          <c:orientation val="minMax"/>
          <c:max val="5600"/>
          <c:min val="3800"/>
        </c:scaling>
        <c:delete val="0"/>
        <c:axPos val="l"/>
        <c:numFmt formatCode="#,##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111"/>
        <c:crosses val="autoZero"/>
        <c:crossBetween val="between"/>
        <c:majorUnit val="600"/>
      </c:valAx>
      <c:spPr>
        <a:noFill/>
        <a:ln>
          <a:noFill/>
        </a:ln>
      </c:spPr>
    </c:plotArea>
    <c:legend>
      <c:legendPos val="t"/>
      <c:layout>
        <c:manualLayout>
          <c:xMode val="edge"/>
          <c:yMode val="edge"/>
          <c:x val="0"/>
          <c:y val="0"/>
          <c:w val="1"/>
          <c:h val="0.18"/>
        </c:manualLayout>
      </c:layout>
      <c:overlay val="0"/>
      <c:txPr>
        <a:bodyPr/>
        <a:lstStyle/>
        <a:p>
          <a:pPr>
            <a:defRPr sz="800" b="1" i="0">
              <a:solidFill>
                <a:srgbClr val="000000"/>
              </a:solidFill>
              <a:latin typeface="Calibri"/>
            </a:defRPr>
          </a:pPr>
          <a:endParaRPr lang="en-US"/>
        </a:p>
      </c:txPr>
    </c:legend>
    <c:plotVisOnly val="1"/>
    <c:dispBlanksAs val="gap"/>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c:style val="2"/>
  <c:chart>
    <c:autoTitleDeleted val="1"/>
    <c:plotArea>
      <c:layout>
        <c:manualLayout>
          <c:layoutTarget val="inner"/>
          <c:xMode val="edge"/>
          <c:yMode val="edge"/>
          <c:x val="0.27"/>
          <c:y val="0.02"/>
          <c:w val="0.6"/>
          <c:h val="0.86"/>
        </c:manualLayout>
      </c:layout>
      <c:barChart>
        <c:barDir val="bar"/>
        <c:grouping val="clustered"/>
        <c:varyColors val="0"/>
        <c:ser>
          <c:idx val="0"/>
          <c:order val="0"/>
          <c:tx>
            <c:strRef>
              <c:f>Sheet1!$B$1</c:f>
              <c:strCache>
                <c:ptCount val="1"/>
                <c:pt idx="0">
                  <c:v>Return WoW (%)</c:v>
                </c:pt>
              </c:strCache>
            </c:strRef>
          </c:tx>
          <c:spPr>
            <a:solidFill>
              <a:srgbClr val="0051A2"/>
            </a:solidFill>
            <a:ln>
              <a:noFill/>
            </a:ln>
          </c:spPr>
          <c:invertIfNegative val="0"/>
          <c:dPt>
            <c:idx val="0"/>
            <c:invertIfNegative val="0"/>
            <c:bubble3D val="0"/>
            <c:spPr>
              <a:solidFill>
                <a:srgbClr val="0051A2"/>
              </a:solidFill>
              <a:ln>
                <a:noFill/>
              </a:ln>
            </c:spPr>
          </c:dPt>
          <c:dPt>
            <c:idx val="1"/>
            <c:invertIfNegative val="0"/>
            <c:bubble3D val="0"/>
            <c:spPr>
              <a:solidFill>
                <a:srgbClr val="0051A2"/>
              </a:solidFill>
              <a:ln>
                <a:noFill/>
              </a:ln>
            </c:spPr>
          </c:dPt>
          <c:dPt>
            <c:idx val="2"/>
            <c:invertIfNegative val="0"/>
            <c:bubble3D val="0"/>
            <c:spPr>
              <a:solidFill>
                <a:srgbClr val="0051A2"/>
              </a:solidFill>
              <a:ln>
                <a:noFill/>
              </a:ln>
            </c:spPr>
          </c:dPt>
          <c:dPt>
            <c:idx val="3"/>
            <c:invertIfNegative val="0"/>
            <c:bubble3D val="0"/>
            <c:spPr>
              <a:solidFill>
                <a:srgbClr val="0051A2"/>
              </a:solidFill>
              <a:ln>
                <a:noFill/>
              </a:ln>
            </c:spPr>
          </c:dPt>
          <c:dPt>
            <c:idx val="4"/>
            <c:invertIfNegative val="0"/>
            <c:bubble3D val="0"/>
            <c:spPr>
              <a:solidFill>
                <a:srgbClr val="A5A5A5"/>
              </a:solidFill>
              <a:ln>
                <a:noFill/>
              </a:ln>
            </c:spPr>
          </c:dPt>
          <c:dPt>
            <c:idx val="5"/>
            <c:invertIfNegative val="0"/>
            <c:bubble3D val="0"/>
            <c:spPr>
              <a:solidFill>
                <a:srgbClr val="A5A5A5"/>
              </a:solidFill>
              <a:ln>
                <a:noFill/>
              </a:ln>
            </c:spPr>
          </c:dPt>
          <c:dPt>
            <c:idx val="6"/>
            <c:invertIfNegative val="0"/>
            <c:bubble3D val="0"/>
            <c:spPr>
              <a:solidFill>
                <a:srgbClr val="ED7D31"/>
              </a:solidFill>
              <a:ln>
                <a:noFill/>
              </a:ln>
            </c:spPr>
          </c:dPt>
          <c:dPt>
            <c:idx val="7"/>
            <c:invertIfNegative val="0"/>
            <c:bubble3D val="0"/>
            <c:spPr>
              <a:solidFill>
                <a:srgbClr val="ED7D31"/>
              </a:solidFill>
              <a:ln>
                <a:noFill/>
              </a:ln>
            </c:spPr>
          </c:dPt>
          <c:dPt>
            <c:idx val="8"/>
            <c:invertIfNegative val="0"/>
            <c:bubble3D val="0"/>
            <c:spPr>
              <a:solidFill>
                <a:srgbClr val="ED7D31"/>
              </a:solidFill>
              <a:ln>
                <a:noFill/>
              </a:ln>
            </c:spPr>
          </c:dPt>
          <c:dLbls>
            <c:numFmt formatCode="0.00" sourceLinked="0"/>
            <c:spPr>
              <a:noFill/>
              <a:ln>
                <a:noFill/>
              </a:ln>
            </c:spPr>
            <c:txPr>
              <a:bodyPr/>
              <a:lstStyle/>
              <a:p>
                <a:pPr>
                  <a:defRPr sz="800" b="1" i="0">
                    <a:solidFill>
                      <a:srgbClr val="000000"/>
                    </a:solidFill>
                    <a:latin typeface="Calibri"/>
                  </a:defRPr>
                </a:pPr>
                <a:endParaRPr lang="en-US"/>
              </a:p>
            </c:txPr>
            <c:dLblPos val="outEnd"/>
            <c:showLegendKey val="0"/>
            <c:showVal val="1"/>
            <c:showCatName val="0"/>
            <c:showSerName val="0"/>
            <c:showPercent val="0"/>
            <c:showBubbleSize val="0"/>
          </c:dLbls>
          <c:cat>
            <c:strRef>
              <c:f>Sheet1!$A$2:$A$10</c:f>
              <c:strCache>
                <c:ptCount val="9"/>
                <c:pt idx="0">
                  <c:v>Listrik</c:v>
                </c:pt>
                <c:pt idx="1">
                  <c:v>Software</c:v>
                </c:pt>
                <c:pt idx="2">
                  <c:v>Jaringan/server</c:v>
                </c:pt>
                <c:pt idx="3">
                  <c:v>Hyperscaler</c:v>
                </c:pt>
                <c:pt idx="4">
                  <c:v>S&amp;P 500</c:v>
                </c:pt>
                <c:pt idx="5">
                  <c:v>SOX</c:v>
                </c:pt>
                <c:pt idx="6">
                  <c:v>Foundry/peralatan</c:v>
                </c:pt>
                <c:pt idx="7">
                  <c:v>GPU/logic</c:v>
                </c:pt>
                <c:pt idx="8">
                  <c:v>Memori/storage</c:v>
                </c:pt>
              </c:strCache>
            </c:strRef>
          </c:cat>
          <c:val>
            <c:numRef>
              <c:f>Sheet1!$B$2:$B$10</c:f>
              <c:numCache>
                <c:formatCode>0.00</c:formatCode>
                <c:ptCount val="9"/>
                <c:pt idx="0">
                  <c:v>15.54</c:v>
                </c:pt>
                <c:pt idx="1">
                  <c:v>7.33</c:v>
                </c:pt>
                <c:pt idx="2">
                  <c:v>3.27</c:v>
                </c:pt>
                <c:pt idx="3">
                  <c:v>1.64</c:v>
                </c:pt>
                <c:pt idx="4">
                  <c:v>1.15</c:v>
                </c:pt>
                <c:pt idx="5">
                  <c:v>-4.3</c:v>
                </c:pt>
                <c:pt idx="6">
                  <c:v>-5.41</c:v>
                </c:pt>
                <c:pt idx="7">
                  <c:v>-5.99</c:v>
                </c:pt>
                <c:pt idx="8">
                  <c:v>-6.1</c:v>
                </c:pt>
              </c:numCache>
            </c:numRef>
          </c:val>
        </c:ser>
        <c:gapWidth val="45"/>
        <c:axId val="333"/>
        <c:axId val="444"/>
      </c:barChart>
      <c:catAx>
        <c:axId val="333"/>
        <c:scaling>
          <c:orientation val="maxMin"/>
        </c:scaling>
        <c:delete val="0"/>
        <c:axPos val="l"/>
        <c:numFmt formatCode="General" sourceLinked="0"/>
        <c:majorTickMark val="none"/>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444"/>
        <c:crosses val="autoZero"/>
        <c:auto val="1"/>
        <c:lblAlgn val="ctr"/>
        <c:lblOffset val="100"/>
        <c:tickLblSkip val="1"/>
        <c:tickMarkSkip val="1"/>
        <c:noMultiLvlLbl val="0"/>
      </c:catAx>
      <c:valAx>
        <c:axId val="444"/>
        <c:scaling>
          <c:orientation val="minMax"/>
          <c:max val="20"/>
          <c:min val="-10"/>
        </c:scaling>
        <c:delete val="1"/>
        <c:axPos val="b"/>
        <c:numFmt formatCode="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333"/>
        <c:crosses val="autoZero"/>
        <c:crossBetween val="between"/>
        <c:majorUnit val="5"/>
      </c:valAx>
      <c:spPr>
        <a:noFill/>
        <a:ln>
          <a:noFill/>
        </a:ln>
      </c:spPr>
    </c:plotArea>
    <c:plotVisOnly val="1"/>
    <c:dispBlanksAs val="gap"/>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c:style val="2"/>
  <c:chart>
    <c:autoTitleDeleted val="1"/>
    <c:plotArea>
      <c:layout>
        <c:manualLayout>
          <c:layoutTarget val="inner"/>
          <c:xMode val="edge"/>
          <c:yMode val="edge"/>
          <c:x val="0.08"/>
          <c:y val="0.16"/>
          <c:w val="0.88"/>
          <c:h val="0.66"/>
        </c:manualLayout>
      </c:layout>
      <c:lineChart>
        <c:grouping val="standard"/>
        <c:varyColors val="0"/>
        <c:ser>
          <c:idx val="0"/>
          <c:order val="0"/>
          <c:tx>
            <c:strRef>
              <c:f>Sheet1!$B$1</c:f>
              <c:strCache>
                <c:ptCount val="1"/>
                <c:pt idx="0">
                  <c:v>Fwd P/E</c:v>
                </c:pt>
              </c:strCache>
            </c:strRef>
          </c:tx>
          <c:spPr>
            <a:ln w="19050" cap="rnd">
              <a:solidFill>
                <a:srgbClr val="0051A2"/>
              </a:solidFill>
              <a:prstDash val="solid"/>
              <a:round/>
            </a:ln>
          </c:spPr>
          <c:marker>
            <c:symbol val="none"/>
          </c:marker>
          <c:dLbls>
            <c:dLbl>
              <c:idx val="521"/>
              <c:layout>
                <c:manualLayout>
                  <c:x val="-0.08"/>
                  <c:y val="-0.12"/>
                </c:manualLayout>
              </c:layout>
              <c:numFmt formatCode="0.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dLbl>
            <c:spPr>
              <a:noFill/>
              <a:ln>
                <a:noFill/>
              </a:ln>
            </c:spPr>
            <c:showLegendKey val="0"/>
            <c:showVal val="0"/>
            <c:showCatName val="0"/>
            <c:showSerName val="0"/>
            <c:showPercent val="0"/>
            <c:showBubbleSize val="0"/>
          </c:dLbls>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Sheet1!$B$2:$B$523</c:f>
              <c:numCache>
                <c:formatCode>General</c:formatCode>
                <c:ptCount val="522"/>
                <c:pt idx="0">
                  <c:v>21.1008</c:v>
                </c:pt>
                <c:pt idx="1">
                  <c:v>21.1554</c:v>
                </c:pt>
                <c:pt idx="2">
                  <c:v>21.2111</c:v>
                </c:pt>
                <c:pt idx="3">
                  <c:v>21.0958</c:v>
                </c:pt>
                <c:pt idx="4">
                  <c:v>21.891</c:v>
                </c:pt>
                <c:pt idx="5">
                  <c:v>22.7264</c:v>
                </c:pt>
                <c:pt idx="6">
                  <c:v>23.159</c:v>
                </c:pt>
                <c:pt idx="7">
                  <c:v>21.918</c:v>
                </c:pt>
                <c:pt idx="8">
                  <c:v>23.7028</c:v>
                </c:pt>
                <c:pt idx="9">
                  <c:v>23.906</c:v>
                </c:pt>
                <c:pt idx="10">
                  <c:v>24.1784</c:v>
                </c:pt>
                <c:pt idx="11">
                  <c:v>23.6196</c:v>
                </c:pt>
                <c:pt idx="12">
                  <c:v>23.6963</c:v>
                </c:pt>
                <c:pt idx="13">
                  <c:v>24.0621</c:v>
                </c:pt>
                <c:pt idx="14">
                  <c:v>24.1899</c:v>
                </c:pt>
                <c:pt idx="15">
                  <c:v>25.1223</c:v>
                </c:pt>
                <c:pt idx="16">
                  <c:v>27.7299</c:v>
                </c:pt>
                <c:pt idx="17">
                  <c:v>27.9646</c:v>
                </c:pt>
                <c:pt idx="18">
                  <c:v>28.7149</c:v>
                </c:pt>
                <c:pt idx="19">
                  <c:v>28.6133</c:v>
                </c:pt>
                <c:pt idx="20">
                  <c:v>15.3307</c:v>
                </c:pt>
                <c:pt idx="21">
                  <c:v>15.5517</c:v>
                </c:pt>
                <c:pt idx="22">
                  <c:v>15.6351</c:v>
                </c:pt>
                <c:pt idx="23">
                  <c:v>15.1068</c:v>
                </c:pt>
                <c:pt idx="24">
                  <c:v>15.1703</c:v>
                </c:pt>
                <c:pt idx="25">
                  <c:v>15.0188</c:v>
                </c:pt>
                <c:pt idx="26">
                  <c:v>14.4335</c:v>
                </c:pt>
                <c:pt idx="27">
                  <c:v>14.8464</c:v>
                </c:pt>
                <c:pt idx="28">
                  <c:v>15.1634</c:v>
                </c:pt>
                <c:pt idx="29">
                  <c:v>15.3391</c:v>
                </c:pt>
                <c:pt idx="30">
                  <c:v>15.8002</c:v>
                </c:pt>
                <c:pt idx="31">
                  <c:v>15.8977</c:v>
                </c:pt>
                <c:pt idx="32">
                  <c:v>16.2259</c:v>
                </c:pt>
                <c:pt idx="33">
                  <c:v>16.6599</c:v>
                </c:pt>
                <c:pt idx="34">
                  <c:v>16.4259</c:v>
                </c:pt>
                <c:pt idx="35">
                  <c:v>16.0787</c:v>
                </c:pt>
                <c:pt idx="36">
                  <c:v>16.4988</c:v>
                </c:pt>
                <c:pt idx="37">
                  <c:v>15.4547</c:v>
                </c:pt>
                <c:pt idx="38">
                  <c:v>15.7575</c:v>
                </c:pt>
                <c:pt idx="39">
                  <c:v>16.4868</c:v>
                </c:pt>
                <c:pt idx="40">
                  <c:v>16.6446</c:v>
                </c:pt>
                <c:pt idx="41">
                  <c:v>15.8925</c:v>
                </c:pt>
                <c:pt idx="42">
                  <c:v>15.8626</c:v>
                </c:pt>
                <c:pt idx="43">
                  <c:v>15.5773</c:v>
                </c:pt>
                <c:pt idx="44">
                  <c:v>15.605</c:v>
                </c:pt>
                <c:pt idx="45">
                  <c:v>15.9864</c:v>
                </c:pt>
                <c:pt idx="46">
                  <c:v>16.5721</c:v>
                </c:pt>
                <c:pt idx="47">
                  <c:v>16.1847</c:v>
                </c:pt>
                <c:pt idx="48">
                  <c:v>16.9662</c:v>
                </c:pt>
                <c:pt idx="49">
                  <c:v>16.5179</c:v>
                </c:pt>
                <c:pt idx="50">
                  <c:v>16.629</c:v>
                </c:pt>
                <c:pt idx="51">
                  <c:v>16.9056</c:v>
                </c:pt>
                <c:pt idx="52">
                  <c:v>17.2838</c:v>
                </c:pt>
                <c:pt idx="53">
                  <c:v>17.383</c:v>
                </c:pt>
                <c:pt idx="54">
                  <c:v>17.7696</c:v>
                </c:pt>
                <c:pt idx="55">
                  <c:v>18.496</c:v>
                </c:pt>
                <c:pt idx="56">
                  <c:v>18.5465</c:v>
                </c:pt>
                <c:pt idx="57">
                  <c:v>18.579</c:v>
                </c:pt>
                <c:pt idx="58">
                  <c:v>19.0734</c:v>
                </c:pt>
                <c:pt idx="59">
                  <c:v>17.8881</c:v>
                </c:pt>
                <c:pt idx="60">
                  <c:v>17.8556</c:v>
                </c:pt>
                <c:pt idx="61">
                  <c:v>18.036</c:v>
                </c:pt>
                <c:pt idx="62">
                  <c:v>18.6402</c:v>
                </c:pt>
                <c:pt idx="63">
                  <c:v>18.3686</c:v>
                </c:pt>
                <c:pt idx="64">
                  <c:v>19.4267</c:v>
                </c:pt>
                <c:pt idx="65">
                  <c:v>19.3699</c:v>
                </c:pt>
                <c:pt idx="66">
                  <c:v>20.0599</c:v>
                </c:pt>
                <c:pt idx="67">
                  <c:v>20.2672</c:v>
                </c:pt>
                <c:pt idx="68">
                  <c:v>20.0502</c:v>
                </c:pt>
                <c:pt idx="69">
                  <c:v>19.2467</c:v>
                </c:pt>
                <c:pt idx="70">
                  <c:v>20.1684</c:v>
                </c:pt>
                <c:pt idx="71">
                  <c:v>20.6805</c:v>
                </c:pt>
                <c:pt idx="72">
                  <c:v>20.8635</c:v>
                </c:pt>
                <c:pt idx="73">
                  <c:v>21.9045</c:v>
                </c:pt>
                <c:pt idx="74">
                  <c:v>22.058</c:v>
                </c:pt>
                <c:pt idx="75">
                  <c:v>20.5449</c:v>
                </c:pt>
                <c:pt idx="76">
                  <c:v>20.6184</c:v>
                </c:pt>
                <c:pt idx="77">
                  <c:v>19.6308</c:v>
                </c:pt>
                <c:pt idx="78">
                  <c:v>20.6259</c:v>
                </c:pt>
                <c:pt idx="79">
                  <c:v>19.7012</c:v>
                </c:pt>
                <c:pt idx="80">
                  <c:v>13.5258</c:v>
                </c:pt>
                <c:pt idx="81">
                  <c:v>14.1531</c:v>
                </c:pt>
                <c:pt idx="82">
                  <c:v>14.7471</c:v>
                </c:pt>
                <c:pt idx="83">
                  <c:v>14.6762</c:v>
                </c:pt>
                <c:pt idx="84">
                  <c:v>14.9564</c:v>
                </c:pt>
                <c:pt idx="85">
                  <c:v>15.1072</c:v>
                </c:pt>
                <c:pt idx="86">
                  <c:v>15.2031</c:v>
                </c:pt>
                <c:pt idx="87">
                  <c:v>15.1551</c:v>
                </c:pt>
                <c:pt idx="88">
                  <c:v>14.8912</c:v>
                </c:pt>
                <c:pt idx="89">
                  <c:v>14.2628</c:v>
                </c:pt>
                <c:pt idx="90">
                  <c:v>14.6601</c:v>
                </c:pt>
                <c:pt idx="91">
                  <c:v>14.5685</c:v>
                </c:pt>
                <c:pt idx="92">
                  <c:v>14.761</c:v>
                </c:pt>
                <c:pt idx="93">
                  <c:v>14.9963</c:v>
                </c:pt>
                <c:pt idx="94">
                  <c:v>15.1381</c:v>
                </c:pt>
                <c:pt idx="95">
                  <c:v>14.853</c:v>
                </c:pt>
                <c:pt idx="96">
                  <c:v>14.5766</c:v>
                </c:pt>
                <c:pt idx="97">
                  <c:v>15.1509</c:v>
                </c:pt>
                <c:pt idx="98">
                  <c:v>15.4245</c:v>
                </c:pt>
                <c:pt idx="99">
                  <c:v>15.1411</c:v>
                </c:pt>
                <c:pt idx="100">
                  <c:v>15.3395</c:v>
                </c:pt>
                <c:pt idx="101">
                  <c:v>15.414</c:v>
                </c:pt>
                <c:pt idx="102">
                  <c:v>14.3256</c:v>
                </c:pt>
                <c:pt idx="103">
                  <c:v>13.8036</c:v>
                </c:pt>
                <c:pt idx="104">
                  <c:v>13.157</c:v>
                </c:pt>
                <c:pt idx="105">
                  <c:v>12.871</c:v>
                </c:pt>
                <c:pt idx="106">
                  <c:v>12.0663</c:v>
                </c:pt>
                <c:pt idx="107">
                  <c:v>12.9941</c:v>
                </c:pt>
                <c:pt idx="108">
                  <c:v>13.082</c:v>
                </c:pt>
                <c:pt idx="109">
                  <c:v>12.9838</c:v>
                </c:pt>
                <c:pt idx="110">
                  <c:v>12.5592</c:v>
                </c:pt>
                <c:pt idx="111">
                  <c:v>13.2042</c:v>
                </c:pt>
                <c:pt idx="112">
                  <c:v>12.5489</c:v>
                </c:pt>
                <c:pt idx="113">
                  <c:v>12.7653</c:v>
                </c:pt>
                <c:pt idx="114">
                  <c:v>11.9866</c:v>
                </c:pt>
                <c:pt idx="115">
                  <c:v>12.0697</c:v>
                </c:pt>
                <c:pt idx="116">
                  <c:v>12.0329</c:v>
                </c:pt>
                <c:pt idx="117">
                  <c:v>12.7684</c:v>
                </c:pt>
                <c:pt idx="118">
                  <c:v>12.9223</c:v>
                </c:pt>
                <c:pt idx="119">
                  <c:v>13.5044</c:v>
                </c:pt>
                <c:pt idx="120">
                  <c:v>14.112</c:v>
                </c:pt>
                <c:pt idx="121">
                  <c:v>15.011</c:v>
                </c:pt>
                <c:pt idx="122">
                  <c:v>15.6117</c:v>
                </c:pt>
                <c:pt idx="123">
                  <c:v>15.7896</c:v>
                </c:pt>
                <c:pt idx="124">
                  <c:v>15.7724</c:v>
                </c:pt>
                <c:pt idx="125">
                  <c:v>15.2787</c:v>
                </c:pt>
                <c:pt idx="126">
                  <c:v>16.2946</c:v>
                </c:pt>
                <c:pt idx="127">
                  <c:v>16.4118</c:v>
                </c:pt>
                <c:pt idx="128">
                  <c:v>16.3548</c:v>
                </c:pt>
                <c:pt idx="129">
                  <c:v>17.3174</c:v>
                </c:pt>
                <c:pt idx="130">
                  <c:v>17.5456</c:v>
                </c:pt>
                <c:pt idx="131">
                  <c:v>18.2607</c:v>
                </c:pt>
                <c:pt idx="132">
                  <c:v>18.1472</c:v>
                </c:pt>
                <c:pt idx="133">
                  <c:v>18.4982</c:v>
                </c:pt>
                <c:pt idx="134">
                  <c:v>17.5735</c:v>
                </c:pt>
                <c:pt idx="135">
                  <c:v>16.6803</c:v>
                </c:pt>
                <c:pt idx="136">
                  <c:v>15.7172</c:v>
                </c:pt>
                <c:pt idx="137">
                  <c:v>15.665</c:v>
                </c:pt>
                <c:pt idx="138">
                  <c:v>16.7903</c:v>
                </c:pt>
                <c:pt idx="139">
                  <c:v>17.0546</c:v>
                </c:pt>
                <c:pt idx="140">
                  <c:v>17.809</c:v>
                </c:pt>
                <c:pt idx="141">
                  <c:v>18.3126</c:v>
                </c:pt>
                <c:pt idx="142">
                  <c:v>18.3528</c:v>
                </c:pt>
                <c:pt idx="143">
                  <c:v>18.8922</c:v>
                </c:pt>
                <c:pt idx="144">
                  <c:v>19.2152</c:v>
                </c:pt>
                <c:pt idx="145">
                  <c:v>20.1856</c:v>
                </c:pt>
                <c:pt idx="146">
                  <c:v>18.0095</c:v>
                </c:pt>
                <c:pt idx="147">
                  <c:v>17.964</c:v>
                </c:pt>
                <c:pt idx="148">
                  <c:v>18.2338</c:v>
                </c:pt>
                <c:pt idx="149">
                  <c:v>17.8732</c:v>
                </c:pt>
                <c:pt idx="150">
                  <c:v>18.6238</c:v>
                </c:pt>
                <c:pt idx="151">
                  <c:v>19.4097</c:v>
                </c:pt>
                <c:pt idx="152">
                  <c:v>20.2682</c:v>
                </c:pt>
                <c:pt idx="153">
                  <c:v>19.7301</c:v>
                </c:pt>
                <c:pt idx="154">
                  <c:v>19.2194</c:v>
                </c:pt>
                <c:pt idx="155">
                  <c:v>19.6046</c:v>
                </c:pt>
                <c:pt idx="156">
                  <c:v>19.8062</c:v>
                </c:pt>
                <c:pt idx="157">
                  <c:v>19.7758</c:v>
                </c:pt>
                <c:pt idx="158">
                  <c:v>20.4628</c:v>
                </c:pt>
                <c:pt idx="159">
                  <c:v>20.9731</c:v>
                </c:pt>
                <c:pt idx="160">
                  <c:v>21.7631</c:v>
                </c:pt>
                <c:pt idx="161">
                  <c:v>21.8256</c:v>
                </c:pt>
                <c:pt idx="162">
                  <c:v>21.172</c:v>
                </c:pt>
                <c:pt idx="163">
                  <c:v>21.5188</c:v>
                </c:pt>
                <c:pt idx="164">
                  <c:v>21.7226</c:v>
                </c:pt>
                <c:pt idx="165">
                  <c:v>23.0863</c:v>
                </c:pt>
                <c:pt idx="166">
                  <c:v>23.8573</c:v>
                </c:pt>
                <c:pt idx="167">
                  <c:v>23.4201</c:v>
                </c:pt>
                <c:pt idx="168">
                  <c:v>23.3563</c:v>
                </c:pt>
                <c:pt idx="169">
                  <c:v>23.5047</c:v>
                </c:pt>
                <c:pt idx="170">
                  <c:v>24.1257</c:v>
                </c:pt>
                <c:pt idx="171">
                  <c:v>24.3452</c:v>
                </c:pt>
                <c:pt idx="172">
                  <c:v>22.8191</c:v>
                </c:pt>
                <c:pt idx="173">
                  <c:v>25.4954</c:v>
                </c:pt>
                <c:pt idx="174">
                  <c:v>26.7584</c:v>
                </c:pt>
                <c:pt idx="175">
                  <c:v>25.8745</c:v>
                </c:pt>
                <c:pt idx="176">
                  <c:v>23.3374</c:v>
                </c:pt>
                <c:pt idx="177">
                  <c:v>23.3411</c:v>
                </c:pt>
                <c:pt idx="178">
                  <c:v>21.6017</c:v>
                </c:pt>
                <c:pt idx="179">
                  <c:v>18.1657</c:v>
                </c:pt>
                <c:pt idx="180">
                  <c:v>20.8577</c:v>
                </c:pt>
                <c:pt idx="181">
                  <c:v>20.2177</c:v>
                </c:pt>
                <c:pt idx="182">
                  <c:v>22.4416</c:v>
                </c:pt>
                <c:pt idx="183">
                  <c:v>23.8983</c:v>
                </c:pt>
                <c:pt idx="184">
                  <c:v>19.8409</c:v>
                </c:pt>
                <c:pt idx="185">
                  <c:v>19.098</c:v>
                </c:pt>
                <c:pt idx="186">
                  <c:v>20.9079</c:v>
                </c:pt>
                <c:pt idx="187">
                  <c:v>20.1346</c:v>
                </c:pt>
                <c:pt idx="188">
                  <c:v>21.3408</c:v>
                </c:pt>
                <c:pt idx="189">
                  <c:v>21.9059</c:v>
                </c:pt>
                <c:pt idx="190">
                  <c:v>24.2194</c:v>
                </c:pt>
                <c:pt idx="191">
                  <c:v>23.0516</c:v>
                </c:pt>
                <c:pt idx="192">
                  <c:v>23.8055</c:v>
                </c:pt>
                <c:pt idx="193">
                  <c:v>22.8511</c:v>
                </c:pt>
                <c:pt idx="194">
                  <c:v>23.5636</c:v>
                </c:pt>
                <c:pt idx="195">
                  <c:v>24.4502</c:v>
                </c:pt>
                <c:pt idx="196">
                  <c:v>24.1331</c:v>
                </c:pt>
                <c:pt idx="197">
                  <c:v>23.2687</c:v>
                </c:pt>
                <c:pt idx="198">
                  <c:v>23.8917</c:v>
                </c:pt>
                <c:pt idx="199">
                  <c:v>24.3972</c:v>
                </c:pt>
                <c:pt idx="200">
                  <c:v>24.5466</c:v>
                </c:pt>
                <c:pt idx="201">
                  <c:v>24.4692</c:v>
                </c:pt>
                <c:pt idx="202">
                  <c:v>25.3122</c:v>
                </c:pt>
                <c:pt idx="203">
                  <c:v>25.1836</c:v>
                </c:pt>
                <c:pt idx="204">
                  <c:v>24.2921</c:v>
                </c:pt>
                <c:pt idx="205">
                  <c:v>24.5496</c:v>
                </c:pt>
                <c:pt idx="206">
                  <c:v>23.4778</c:v>
                </c:pt>
                <c:pt idx="207">
                  <c:v>24.1225</c:v>
                </c:pt>
                <c:pt idx="208">
                  <c:v>25.9444</c:v>
                </c:pt>
                <c:pt idx="209">
                  <c:v>25.8812</c:v>
                </c:pt>
                <c:pt idx="210">
                  <c:v>25.2745</c:v>
                </c:pt>
                <c:pt idx="211">
                  <c:v>23.8763</c:v>
                </c:pt>
                <c:pt idx="212">
                  <c:v>26.7788</c:v>
                </c:pt>
                <c:pt idx="213">
                  <c:v>26.5176</c:v>
                </c:pt>
                <c:pt idx="214">
                  <c:v>27.004</c:v>
                </c:pt>
                <c:pt idx="215">
                  <c:v>27.7663</c:v>
                </c:pt>
                <c:pt idx="216">
                  <c:v>29.4642</c:v>
                </c:pt>
                <c:pt idx="217">
                  <c:v>29.0606</c:v>
                </c:pt>
                <c:pt idx="218">
                  <c:v>29.6932</c:v>
                </c:pt>
                <c:pt idx="219">
                  <c:v>28.8872</c:v>
                </c:pt>
                <c:pt idx="220">
                  <c:v>29.3618</c:v>
                </c:pt>
                <c:pt idx="221">
                  <c:v>30.7504</c:v>
                </c:pt>
                <c:pt idx="222">
                  <c:v>31.3181</c:v>
                </c:pt>
                <c:pt idx="223">
                  <c:v>32.0996</c:v>
                </c:pt>
                <c:pt idx="224">
                  <c:v>29.9819</c:v>
                </c:pt>
                <c:pt idx="225">
                  <c:v>31.9756</c:v>
                </c:pt>
                <c:pt idx="226">
                  <c:v>34.4906</c:v>
                </c:pt>
                <c:pt idx="227">
                  <c:v>34.4781</c:v>
                </c:pt>
                <c:pt idx="228">
                  <c:v>32.8618</c:v>
                </c:pt>
                <c:pt idx="229">
                  <c:v>31.7907</c:v>
                </c:pt>
                <c:pt idx="230">
                  <c:v>32.2714</c:v>
                </c:pt>
                <c:pt idx="231">
                  <c:v>32.7733</c:v>
                </c:pt>
                <c:pt idx="232">
                  <c:v>33.8042</c:v>
                </c:pt>
                <c:pt idx="233">
                  <c:v>23.3409</c:v>
                </c:pt>
                <c:pt idx="234">
                  <c:v>23.7159</c:v>
                </c:pt>
                <c:pt idx="235">
                  <c:v>23.2471</c:v>
                </c:pt>
                <c:pt idx="236">
                  <c:v>22.6486</c:v>
                </c:pt>
                <c:pt idx="237">
                  <c:v>21.5362</c:v>
                </c:pt>
                <c:pt idx="238">
                  <c:v>21.5504</c:v>
                </c:pt>
                <c:pt idx="239">
                  <c:v>20.6264</c:v>
                </c:pt>
                <c:pt idx="240">
                  <c:v>20.9845</c:v>
                </c:pt>
                <c:pt idx="241">
                  <c:v>21.7969</c:v>
                </c:pt>
                <c:pt idx="242">
                  <c:v>22.2002</c:v>
                </c:pt>
                <c:pt idx="243">
                  <c:v>22.1936</c:v>
                </c:pt>
                <c:pt idx="244">
                  <c:v>21.8019</c:v>
                </c:pt>
                <c:pt idx="245">
                  <c:v>22.1009</c:v>
                </c:pt>
                <c:pt idx="246">
                  <c:v>22.4903</c:v>
                </c:pt>
                <c:pt idx="247">
                  <c:v>22.2153</c:v>
                </c:pt>
                <c:pt idx="248">
                  <c:v>21.3238</c:v>
                </c:pt>
                <c:pt idx="249">
                  <c:v>22.0758</c:v>
                </c:pt>
                <c:pt idx="250">
                  <c:v>22.2821</c:v>
                </c:pt>
                <c:pt idx="251">
                  <c:v>22.5781</c:v>
                </c:pt>
                <c:pt idx="252">
                  <c:v>22.0864</c:v>
                </c:pt>
                <c:pt idx="253">
                  <c:v>21.5245</c:v>
                </c:pt>
                <c:pt idx="254">
                  <c:v>22.864</c:v>
                </c:pt>
                <c:pt idx="255">
                  <c:v>23.0376</c:v>
                </c:pt>
                <c:pt idx="256">
                  <c:v>22.8633</c:v>
                </c:pt>
                <c:pt idx="257">
                  <c:v>22.8992</c:v>
                </c:pt>
                <c:pt idx="258">
                  <c:v>22.4566</c:v>
                </c:pt>
                <c:pt idx="259">
                  <c:v>21.3953</c:v>
                </c:pt>
                <c:pt idx="260">
                  <c:v>21.294</c:v>
                </c:pt>
                <c:pt idx="261">
                  <c:v>21.7302</c:v>
                </c:pt>
                <c:pt idx="262">
                  <c:v>22.0556</c:v>
                </c:pt>
                <c:pt idx="263">
                  <c:v>22.5506</c:v>
                </c:pt>
                <c:pt idx="264">
                  <c:v>24.5082</c:v>
                </c:pt>
                <c:pt idx="265">
                  <c:v>24.8154</c:v>
                </c:pt>
                <c:pt idx="266">
                  <c:v>25.6303</c:v>
                </c:pt>
                <c:pt idx="267">
                  <c:v>24.5942</c:v>
                </c:pt>
                <c:pt idx="268">
                  <c:v>25.0131</c:v>
                </c:pt>
                <c:pt idx="269">
                  <c:v>26.0424</c:v>
                </c:pt>
                <c:pt idx="270">
                  <c:v>25.0249</c:v>
                </c:pt>
                <c:pt idx="271">
                  <c:v>25.8147</c:v>
                </c:pt>
                <c:pt idx="272">
                  <c:v>25.8961</c:v>
                </c:pt>
                <c:pt idx="273">
                  <c:v>24.9094</c:v>
                </c:pt>
                <c:pt idx="274">
                  <c:v>25.5812</c:v>
                </c:pt>
                <c:pt idx="275">
                  <c:v>22.5157</c:v>
                </c:pt>
                <c:pt idx="276">
                  <c:v>21.6239</c:v>
                </c:pt>
                <c:pt idx="277">
                  <c:v>23.0191</c:v>
                </c:pt>
                <c:pt idx="278">
                  <c:v>22.4833</c:v>
                </c:pt>
                <c:pt idx="279">
                  <c:v>22.6014</c:v>
                </c:pt>
                <c:pt idx="280">
                  <c:v>23.0488</c:v>
                </c:pt>
                <c:pt idx="281">
                  <c:v>21.999</c:v>
                </c:pt>
                <c:pt idx="282">
                  <c:v>21.224</c:v>
                </c:pt>
                <c:pt idx="283">
                  <c:v>23.1689</c:v>
                </c:pt>
                <c:pt idx="284">
                  <c:v>23.7969</c:v>
                </c:pt>
                <c:pt idx="285">
                  <c:v>22.7283</c:v>
                </c:pt>
                <c:pt idx="286">
                  <c:v>21.0643</c:v>
                </c:pt>
                <c:pt idx="287">
                  <c:v>20.4438</c:v>
                </c:pt>
                <c:pt idx="288">
                  <c:v>15.7232</c:v>
                </c:pt>
                <c:pt idx="289">
                  <c:v>15.343</c:v>
                </c:pt>
                <c:pt idx="290">
                  <c:v>15.5647</c:v>
                </c:pt>
                <c:pt idx="291">
                  <c:v>15.5417</c:v>
                </c:pt>
                <c:pt idx="292">
                  <c:v>15.0641</c:v>
                </c:pt>
                <c:pt idx="293">
                  <c:v>16.4484</c:v>
                </c:pt>
                <c:pt idx="294">
                  <c:v>16.1629</c:v>
                </c:pt>
                <c:pt idx="295">
                  <c:v>14.967</c:v>
                </c:pt>
                <c:pt idx="296">
                  <c:v>13.647</c:v>
                </c:pt>
                <c:pt idx="297">
                  <c:v>14.8068</c:v>
                </c:pt>
                <c:pt idx="298">
                  <c:v>13.7663</c:v>
                </c:pt>
                <c:pt idx="299">
                  <c:v>14.7011</c:v>
                </c:pt>
                <c:pt idx="300">
                  <c:v>15.1509</c:v>
                </c:pt>
                <c:pt idx="301">
                  <c:v>16.0536</c:v>
                </c:pt>
                <c:pt idx="302">
                  <c:v>17.4873</c:v>
                </c:pt>
                <c:pt idx="303">
                  <c:v>18.2641</c:v>
                </c:pt>
                <c:pt idx="304">
                  <c:v>18.7188</c:v>
                </c:pt>
                <c:pt idx="305">
                  <c:v>18.0302</c:v>
                </c:pt>
                <c:pt idx="306">
                  <c:v>17.2754</c:v>
                </c:pt>
                <c:pt idx="307">
                  <c:v>16.1749</c:v>
                </c:pt>
                <c:pt idx="308">
                  <c:v>16.9639</c:v>
                </c:pt>
                <c:pt idx="309">
                  <c:v>16.014</c:v>
                </c:pt>
                <c:pt idx="310">
                  <c:v>14.777</c:v>
                </c:pt>
                <c:pt idx="311">
                  <c:v>14.3561</c:v>
                </c:pt>
                <c:pt idx="312">
                  <c:v>14.7774</c:v>
                </c:pt>
                <c:pt idx="313">
                  <c:v>13.6189</c:v>
                </c:pt>
                <c:pt idx="314">
                  <c:v>14.7217</c:v>
                </c:pt>
                <c:pt idx="315">
                  <c:v>15.4485</c:v>
                </c:pt>
                <c:pt idx="316">
                  <c:v>15.668</c:v>
                </c:pt>
                <c:pt idx="317">
                  <c:v>17.9753</c:v>
                </c:pt>
                <c:pt idx="318">
                  <c:v>17.8071</c:v>
                </c:pt>
                <c:pt idx="319">
                  <c:v>17.9461</c:v>
                </c:pt>
                <c:pt idx="320">
                  <c:v>18.1877</c:v>
                </c:pt>
                <c:pt idx="321">
                  <c:v>17.9931</c:v>
                </c:pt>
                <c:pt idx="322">
                  <c:v>17.4332</c:v>
                </c:pt>
                <c:pt idx="323">
                  <c:v>16.6923</c:v>
                </c:pt>
                <c:pt idx="324">
                  <c:v>16.6736</c:v>
                </c:pt>
                <c:pt idx="325">
                  <c:v>17.3528</c:v>
                </c:pt>
                <c:pt idx="326">
                  <c:v>18.4208</c:v>
                </c:pt>
                <c:pt idx="327">
                  <c:v>18.3811</c:v>
                </c:pt>
                <c:pt idx="328">
                  <c:v>19.46</c:v>
                </c:pt>
                <c:pt idx="329">
                  <c:v>21.0039</c:v>
                </c:pt>
                <c:pt idx="330">
                  <c:v>20.6805</c:v>
                </c:pt>
                <c:pt idx="331">
                  <c:v>20.8879</c:v>
                </c:pt>
                <c:pt idx="332">
                  <c:v>20.4481</c:v>
                </c:pt>
                <c:pt idx="333">
                  <c:v>22.4022</c:v>
                </c:pt>
                <c:pt idx="334">
                  <c:v>21.6504</c:v>
                </c:pt>
                <c:pt idx="335">
                  <c:v>22.8913</c:v>
                </c:pt>
                <c:pt idx="336">
                  <c:v>22.9691</c:v>
                </c:pt>
                <c:pt idx="337">
                  <c:v>24.6432</c:v>
                </c:pt>
                <c:pt idx="338">
                  <c:v>23.4525</c:v>
                </c:pt>
                <c:pt idx="339">
                  <c:v>23.5129</c:v>
                </c:pt>
                <c:pt idx="340">
                  <c:v>23.1846</c:v>
                </c:pt>
                <c:pt idx="341">
                  <c:v>23.7196</c:v>
                </c:pt>
                <c:pt idx="342">
                  <c:v>25.1304</c:v>
                </c:pt>
                <c:pt idx="343">
                  <c:v>25.2821</c:v>
                </c:pt>
                <c:pt idx="344">
                  <c:v>27.1665</c:v>
                </c:pt>
                <c:pt idx="345">
                  <c:v>29.7246</c:v>
                </c:pt>
                <c:pt idx="346">
                  <c:v>29.4518</c:v>
                </c:pt>
                <c:pt idx="347">
                  <c:v>29.667</c:v>
                </c:pt>
                <c:pt idx="348">
                  <c:v>30.8986</c:v>
                </c:pt>
                <c:pt idx="349">
                  <c:v>30.2408</c:v>
                </c:pt>
                <c:pt idx="350">
                  <c:v>32.0046</c:v>
                </c:pt>
                <c:pt idx="351">
                  <c:v>31.2141</c:v>
                </c:pt>
                <c:pt idx="352">
                  <c:v>32.6555</c:v>
                </c:pt>
                <c:pt idx="353">
                  <c:v>32.2698</c:v>
                </c:pt>
                <c:pt idx="354">
                  <c:v>32.3193</c:v>
                </c:pt>
                <c:pt idx="355">
                  <c:v>31.798</c:v>
                </c:pt>
                <c:pt idx="356">
                  <c:v>30.2703</c:v>
                </c:pt>
                <c:pt idx="357">
                  <c:v>29.9343</c:v>
                </c:pt>
                <c:pt idx="358">
                  <c:v>30.2467</c:v>
                </c:pt>
                <c:pt idx="359">
                  <c:v>32.0467</c:v>
                </c:pt>
                <c:pt idx="360">
                  <c:v>31.0774</c:v>
                </c:pt>
                <c:pt idx="361">
                  <c:v>30.2572</c:v>
                </c:pt>
                <c:pt idx="362">
                  <c:v>29.3145</c:v>
                </c:pt>
                <c:pt idx="363">
                  <c:v>30.064</c:v>
                </c:pt>
                <c:pt idx="364">
                  <c:v>30.3261</c:v>
                </c:pt>
                <c:pt idx="365">
                  <c:v>30.1566</c:v>
                </c:pt>
                <c:pt idx="366">
                  <c:v>28.8286</c:v>
                </c:pt>
                <c:pt idx="367">
                  <c:v>27.5711</c:v>
                </c:pt>
                <c:pt idx="368">
                  <c:v>30.3256</c:v>
                </c:pt>
                <c:pt idx="369">
                  <c:v>31.6637</c:v>
                </c:pt>
                <c:pt idx="370">
                  <c:v>32.9448</c:v>
                </c:pt>
                <c:pt idx="371">
                  <c:v>32.7588</c:v>
                </c:pt>
                <c:pt idx="372">
                  <c:v>33.0015</c:v>
                </c:pt>
                <c:pt idx="373">
                  <c:v>33.5662</c:v>
                </c:pt>
                <c:pt idx="374">
                  <c:v>36.5826</c:v>
                </c:pt>
                <c:pt idx="375">
                  <c:v>35.2863</c:v>
                </c:pt>
                <c:pt idx="376">
                  <c:v>35.626</c:v>
                </c:pt>
                <c:pt idx="377">
                  <c:v>33.5289</c:v>
                </c:pt>
                <c:pt idx="378">
                  <c:v>34.5581</c:v>
                </c:pt>
                <c:pt idx="379">
                  <c:v>37.2585</c:v>
                </c:pt>
                <c:pt idx="380">
                  <c:v>37.4897</c:v>
                </c:pt>
                <c:pt idx="381">
                  <c:v>38.0776</c:v>
                </c:pt>
                <c:pt idx="382">
                  <c:v>40.3487</c:v>
                </c:pt>
                <c:pt idx="383">
                  <c:v>40.2372</c:v>
                </c:pt>
                <c:pt idx="384">
                  <c:v>40.945</c:v>
                </c:pt>
                <c:pt idx="385">
                  <c:v>43.7427</c:v>
                </c:pt>
                <c:pt idx="386">
                  <c:v>44.8807</c:v>
                </c:pt>
                <c:pt idx="387">
                  <c:v>43.0621</c:v>
                </c:pt>
                <c:pt idx="388">
                  <c:v>44.2937</c:v>
                </c:pt>
                <c:pt idx="389">
                  <c:v>44.2661</c:v>
                </c:pt>
                <c:pt idx="390">
                  <c:v>43.4893</c:v>
                </c:pt>
                <c:pt idx="391">
                  <c:v>42.82</c:v>
                </c:pt>
                <c:pt idx="392">
                  <c:v>38.8659</c:v>
                </c:pt>
                <c:pt idx="393">
                  <c:v>29.4066</c:v>
                </c:pt>
                <c:pt idx="394">
                  <c:v>30.009</c:v>
                </c:pt>
                <c:pt idx="395">
                  <c:v>31.0082</c:v>
                </c:pt>
                <c:pt idx="396">
                  <c:v>32.0242</c:v>
                </c:pt>
                <c:pt idx="397">
                  <c:v>33.257</c:v>
                </c:pt>
                <c:pt idx="398">
                  <c:v>32.8508</c:v>
                </c:pt>
                <c:pt idx="399">
                  <c:v>33.8484</c:v>
                </c:pt>
                <c:pt idx="400">
                  <c:v>36.1209</c:v>
                </c:pt>
                <c:pt idx="401">
                  <c:v>35.6023</c:v>
                </c:pt>
                <c:pt idx="402">
                  <c:v>35.2527</c:v>
                </c:pt>
                <c:pt idx="403">
                  <c:v>36.4276</c:v>
                </c:pt>
                <c:pt idx="404">
                  <c:v>37.1714</c:v>
                </c:pt>
                <c:pt idx="405">
                  <c:v>33.8506</c:v>
                </c:pt>
                <c:pt idx="406">
                  <c:v>32.7601</c:v>
                </c:pt>
                <c:pt idx="407">
                  <c:v>31.6456</c:v>
                </c:pt>
                <c:pt idx="408">
                  <c:v>32.2982</c:v>
                </c:pt>
                <c:pt idx="409">
                  <c:v>35.5738</c:v>
                </c:pt>
                <c:pt idx="410">
                  <c:v>36.0272</c:v>
                </c:pt>
                <c:pt idx="411">
                  <c:v>35.7198</c:v>
                </c:pt>
                <c:pt idx="412">
                  <c:v>31.8527</c:v>
                </c:pt>
                <c:pt idx="413">
                  <c:v>35.0529</c:v>
                </c:pt>
                <c:pt idx="414">
                  <c:v>35.247</c:v>
                </c:pt>
                <c:pt idx="415">
                  <c:v>36.3362</c:v>
                </c:pt>
                <c:pt idx="416">
                  <c:v>36.2842</c:v>
                </c:pt>
                <c:pt idx="417">
                  <c:v>37.175</c:v>
                </c:pt>
                <c:pt idx="418">
                  <c:v>36.1819</c:v>
                </c:pt>
                <c:pt idx="419">
                  <c:v>36.1623</c:v>
                </c:pt>
                <c:pt idx="420">
                  <c:v>42.4161</c:v>
                </c:pt>
                <c:pt idx="421">
                  <c:v>45.7039</c:v>
                </c:pt>
                <c:pt idx="422">
                  <c:v>41.74</c:v>
                </c:pt>
                <c:pt idx="423">
                  <c:v>42.7317</c:v>
                </c:pt>
                <c:pt idx="424">
                  <c:v>42.4455</c:v>
                </c:pt>
                <c:pt idx="425">
                  <c:v>43.916</c:v>
                </c:pt>
                <c:pt idx="426">
                  <c:v>45.2901</c:v>
                </c:pt>
                <c:pt idx="427">
                  <c:v>43.9464</c:v>
                </c:pt>
                <c:pt idx="428">
                  <c:v>42.1845</c:v>
                </c:pt>
                <c:pt idx="429">
                  <c:v>42.5357</c:v>
                </c:pt>
                <c:pt idx="430">
                  <c:v>41.5012</c:v>
                </c:pt>
                <c:pt idx="431">
                  <c:v>43.7075</c:v>
                </c:pt>
                <c:pt idx="432">
                  <c:v>44.0388</c:v>
                </c:pt>
                <c:pt idx="433">
                  <c:v>41.6679</c:v>
                </c:pt>
                <c:pt idx="434">
                  <c:v>43.9104</c:v>
                </c:pt>
                <c:pt idx="435">
                  <c:v>45.5737</c:v>
                </c:pt>
                <c:pt idx="436">
                  <c:v>45.3328</c:v>
                </c:pt>
                <c:pt idx="437">
                  <c:v>42.0155</c:v>
                </c:pt>
                <c:pt idx="438">
                  <c:v>41.2836</c:v>
                </c:pt>
                <c:pt idx="439">
                  <c:v>41.0104</c:v>
                </c:pt>
                <c:pt idx="440">
                  <c:v>22.7946</c:v>
                </c:pt>
                <c:pt idx="441">
                  <c:v>21.1553</c:v>
                </c:pt>
                <c:pt idx="442">
                  <c:v>17.7574</c:v>
                </c:pt>
                <c:pt idx="443">
                  <c:v>19.6721</c:v>
                </c:pt>
                <c:pt idx="444">
                  <c:v>18.9798</c:v>
                </c:pt>
                <c:pt idx="445">
                  <c:v>21.3797</c:v>
                </c:pt>
                <c:pt idx="446">
                  <c:v>22.2441</c:v>
                </c:pt>
                <c:pt idx="447">
                  <c:v>22.9087</c:v>
                </c:pt>
                <c:pt idx="448">
                  <c:v>25.2811</c:v>
                </c:pt>
                <c:pt idx="449">
                  <c:v>24.1143</c:v>
                </c:pt>
                <c:pt idx="450">
                  <c:v>24.5011</c:v>
                </c:pt>
                <c:pt idx="451">
                  <c:v>26.1142</c:v>
                </c:pt>
                <c:pt idx="452">
                  <c:v>26.4566</c:v>
                </c:pt>
                <c:pt idx="453">
                  <c:v>26.9791</c:v>
                </c:pt>
                <c:pt idx="454">
                  <c:v>28.2616</c:v>
                </c:pt>
                <c:pt idx="455">
                  <c:v>28.7401</c:v>
                </c:pt>
                <c:pt idx="456">
                  <c:v>29.0146</c:v>
                </c:pt>
                <c:pt idx="457">
                  <c:v>29.2</c:v>
                </c:pt>
                <c:pt idx="458">
                  <c:v>29.067</c:v>
                </c:pt>
                <c:pt idx="459">
                  <c:v>28.4263</c:v>
                </c:pt>
                <c:pt idx="460">
                  <c:v>29.3966</c:v>
                </c:pt>
                <c:pt idx="461">
                  <c:v>29.8471</c:v>
                </c:pt>
                <c:pt idx="462">
                  <c:v>29.8356</c:v>
                </c:pt>
                <c:pt idx="463">
                  <c:v>29.5576</c:v>
                </c:pt>
                <c:pt idx="464">
                  <c:v>30.2578</c:v>
                </c:pt>
                <c:pt idx="465">
                  <c:v>31.4279</c:v>
                </c:pt>
                <c:pt idx="466">
                  <c:v>32.5876</c:v>
                </c:pt>
                <c:pt idx="467">
                  <c:v>34.1536</c:v>
                </c:pt>
                <c:pt idx="468">
                  <c:v>35.6203</c:v>
                </c:pt>
                <c:pt idx="469">
                  <c:v>34.6809</c:v>
                </c:pt>
                <c:pt idx="470">
                  <c:v>36.4813</c:v>
                </c:pt>
                <c:pt idx="471">
                  <c:v>37.9396</c:v>
                </c:pt>
                <c:pt idx="472">
                  <c:v>39.1285</c:v>
                </c:pt>
                <c:pt idx="473">
                  <c:v>37.5265</c:v>
                </c:pt>
                <c:pt idx="474">
                  <c:v>36.7041</c:v>
                </c:pt>
                <c:pt idx="475">
                  <c:v>34.4262</c:v>
                </c:pt>
                <c:pt idx="476">
                  <c:v>37.7204</c:v>
                </c:pt>
                <c:pt idx="477">
                  <c:v>39.3607</c:v>
                </c:pt>
                <c:pt idx="478">
                  <c:v>37.7186</c:v>
                </c:pt>
                <c:pt idx="479">
                  <c:v>37.1847</c:v>
                </c:pt>
                <c:pt idx="480">
                  <c:v>37.6088</c:v>
                </c:pt>
                <c:pt idx="481">
                  <c:v>38.4215</c:v>
                </c:pt>
                <c:pt idx="482">
                  <c:v>39.8169</c:v>
                </c:pt>
                <c:pt idx="483">
                  <c:v>41.2337</c:v>
                </c:pt>
                <c:pt idx="484">
                  <c:v>41.3795</c:v>
                </c:pt>
                <c:pt idx="485">
                  <c:v>41.6056</c:v>
                </c:pt>
                <c:pt idx="486">
                  <c:v>43.6938</c:v>
                </c:pt>
                <c:pt idx="487">
                  <c:v>44.125</c:v>
                </c:pt>
                <c:pt idx="488">
                  <c:v>44.7057</c:v>
                </c:pt>
                <c:pt idx="489">
                  <c:v>43.7983</c:v>
                </c:pt>
                <c:pt idx="490">
                  <c:v>41.0028</c:v>
                </c:pt>
                <c:pt idx="491">
                  <c:v>41.6901</c:v>
                </c:pt>
                <c:pt idx="492">
                  <c:v>21.0672</c:v>
                </c:pt>
                <c:pt idx="493">
                  <c:v>18.8568</c:v>
                </c:pt>
                <c:pt idx="494">
                  <c:v>19.8094</c:v>
                </c:pt>
                <c:pt idx="495">
                  <c:v>22.2936</c:v>
                </c:pt>
                <c:pt idx="496">
                  <c:v>23.824</c:v>
                </c:pt>
                <c:pt idx="497">
                  <c:v>25.7653</c:v>
                </c:pt>
                <c:pt idx="498">
                  <c:v>25.9398</c:v>
                </c:pt>
                <c:pt idx="499">
                  <c:v>28.7176</c:v>
                </c:pt>
                <c:pt idx="500">
                  <c:v>28.0935</c:v>
                </c:pt>
                <c:pt idx="501">
                  <c:v>29.3193</c:v>
                </c:pt>
                <c:pt idx="502">
                  <c:v>30.7264</c:v>
                </c:pt>
                <c:pt idx="503">
                  <c:v>29.1972</c:v>
                </c:pt>
                <c:pt idx="504">
                  <c:v>31.8167</c:v>
                </c:pt>
                <c:pt idx="505">
                  <c:v>33.775</c:v>
                </c:pt>
                <c:pt idx="506">
                  <c:v>30.3762</c:v>
                </c:pt>
                <c:pt idx="507">
                  <c:v>28.9233</c:v>
                </c:pt>
                <c:pt idx="508">
                  <c:v>29.739</c:v>
                </c:pt>
                <c:pt idx="509">
                  <c:v>26.5728</c:v>
                </c:pt>
                <c:pt idx="510">
                  <c:v>26.6768</c:v>
                </c:pt>
                <c:pt idx="511">
                  <c:v>25.5117</c:v>
                </c:pt>
                <c:pt idx="512">
                  <c:v>27.7799</c:v>
                </c:pt>
                <c:pt idx="513">
                  <c:v>27.8738</c:v>
                </c:pt>
                <c:pt idx="514">
                  <c:v>26.2379</c:v>
                </c:pt>
                <c:pt idx="515">
                  <c:v>25.5724</c:v>
                </c:pt>
                <c:pt idx="516">
                  <c:v>26.2726</c:v>
                </c:pt>
                <c:pt idx="517">
                  <c:v>26.4455</c:v>
                </c:pt>
                <c:pt idx="518">
                  <c:v>26.6627</c:v>
                </c:pt>
                <c:pt idx="519">
                  <c:v>29.3213</c:v>
                </c:pt>
                <c:pt idx="520">
                  <c:v>30.0854</c:v>
                </c:pt>
                <c:pt idx="521">
                  <c:v>28.776</c:v>
                </c:pt>
              </c:numCache>
            </c:numRef>
          </c:val>
          <c:smooth val="0"/>
        </c:ser>
        <c:ser>
          <c:idx val="1"/>
          <c:order val="1"/>
          <c:tx>
            <c:strRef>
              <c:f>Sheet1!$C$1</c:f>
              <c:strCache>
                <c:ptCount val="1"/>
                <c:pt idx="0">
                  <c:v>Rata-rata 10Y</c:v>
                </c:pt>
              </c:strCache>
            </c:strRef>
          </c:tx>
          <c:spPr>
            <a:ln w="12700" cap="rnd">
              <a:solidFill>
                <a:srgbClr val="002060"/>
              </a:solidFill>
              <a:prstDash val="dash"/>
              <a:round/>
            </a:ln>
          </c:spPr>
          <c:marker>
            <c:symbol val="none"/>
          </c:marker>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Sheet1!$C$2:$C$523</c:f>
              <c:numCache>
                <c:formatCode>General</c:formatCode>
                <c:ptCount val="522"/>
                <c:pt idx="0">
                  <c:v>24.68</c:v>
                </c:pt>
                <c:pt idx="1">
                  <c:v>24.68</c:v>
                </c:pt>
                <c:pt idx="2">
                  <c:v>24.68</c:v>
                </c:pt>
                <c:pt idx="3">
                  <c:v>24.68</c:v>
                </c:pt>
                <c:pt idx="4">
                  <c:v>24.68</c:v>
                </c:pt>
                <c:pt idx="5">
                  <c:v>24.68</c:v>
                </c:pt>
                <c:pt idx="6">
                  <c:v>24.68</c:v>
                </c:pt>
                <c:pt idx="7">
                  <c:v>24.68</c:v>
                </c:pt>
                <c:pt idx="8">
                  <c:v>24.68</c:v>
                </c:pt>
                <c:pt idx="9">
                  <c:v>24.68</c:v>
                </c:pt>
                <c:pt idx="10">
                  <c:v>24.68</c:v>
                </c:pt>
                <c:pt idx="11">
                  <c:v>24.68</c:v>
                </c:pt>
                <c:pt idx="12">
                  <c:v>24.68</c:v>
                </c:pt>
                <c:pt idx="13">
                  <c:v>24.68</c:v>
                </c:pt>
                <c:pt idx="14">
                  <c:v>24.68</c:v>
                </c:pt>
                <c:pt idx="15">
                  <c:v>24.68</c:v>
                </c:pt>
                <c:pt idx="16">
                  <c:v>24.68</c:v>
                </c:pt>
                <c:pt idx="17">
                  <c:v>24.68</c:v>
                </c:pt>
                <c:pt idx="18">
                  <c:v>24.68</c:v>
                </c:pt>
                <c:pt idx="19">
                  <c:v>24.68</c:v>
                </c:pt>
                <c:pt idx="20">
                  <c:v>24.68</c:v>
                </c:pt>
                <c:pt idx="21">
                  <c:v>24.68</c:v>
                </c:pt>
                <c:pt idx="22">
                  <c:v>24.68</c:v>
                </c:pt>
                <c:pt idx="23">
                  <c:v>24.68</c:v>
                </c:pt>
                <c:pt idx="24">
                  <c:v>24.68</c:v>
                </c:pt>
                <c:pt idx="25">
                  <c:v>24.68</c:v>
                </c:pt>
                <c:pt idx="26">
                  <c:v>24.68</c:v>
                </c:pt>
                <c:pt idx="27">
                  <c:v>24.68</c:v>
                </c:pt>
                <c:pt idx="28">
                  <c:v>24.68</c:v>
                </c:pt>
                <c:pt idx="29">
                  <c:v>24.68</c:v>
                </c:pt>
                <c:pt idx="30">
                  <c:v>24.68</c:v>
                </c:pt>
                <c:pt idx="31">
                  <c:v>24.68</c:v>
                </c:pt>
                <c:pt idx="32">
                  <c:v>24.68</c:v>
                </c:pt>
                <c:pt idx="33">
                  <c:v>24.68</c:v>
                </c:pt>
                <c:pt idx="34">
                  <c:v>24.68</c:v>
                </c:pt>
                <c:pt idx="35">
                  <c:v>24.68</c:v>
                </c:pt>
                <c:pt idx="36">
                  <c:v>24.68</c:v>
                </c:pt>
                <c:pt idx="37">
                  <c:v>24.68</c:v>
                </c:pt>
                <c:pt idx="38">
                  <c:v>24.68</c:v>
                </c:pt>
                <c:pt idx="39">
                  <c:v>24.68</c:v>
                </c:pt>
                <c:pt idx="40">
                  <c:v>24.68</c:v>
                </c:pt>
                <c:pt idx="41">
                  <c:v>24.68</c:v>
                </c:pt>
                <c:pt idx="42">
                  <c:v>24.68</c:v>
                </c:pt>
                <c:pt idx="43">
                  <c:v>24.68</c:v>
                </c:pt>
                <c:pt idx="44">
                  <c:v>24.68</c:v>
                </c:pt>
                <c:pt idx="45">
                  <c:v>24.68</c:v>
                </c:pt>
                <c:pt idx="46">
                  <c:v>24.68</c:v>
                </c:pt>
                <c:pt idx="47">
                  <c:v>24.68</c:v>
                </c:pt>
                <c:pt idx="48">
                  <c:v>24.68</c:v>
                </c:pt>
                <c:pt idx="49">
                  <c:v>24.68</c:v>
                </c:pt>
                <c:pt idx="50">
                  <c:v>24.68</c:v>
                </c:pt>
                <c:pt idx="51">
                  <c:v>24.68</c:v>
                </c:pt>
                <c:pt idx="52">
                  <c:v>24.68</c:v>
                </c:pt>
                <c:pt idx="53">
                  <c:v>24.68</c:v>
                </c:pt>
                <c:pt idx="54">
                  <c:v>24.68</c:v>
                </c:pt>
                <c:pt idx="55">
                  <c:v>24.68</c:v>
                </c:pt>
                <c:pt idx="56">
                  <c:v>24.68</c:v>
                </c:pt>
                <c:pt idx="57">
                  <c:v>24.68</c:v>
                </c:pt>
                <c:pt idx="58">
                  <c:v>24.68</c:v>
                </c:pt>
                <c:pt idx="59">
                  <c:v>24.68</c:v>
                </c:pt>
                <c:pt idx="60">
                  <c:v>24.68</c:v>
                </c:pt>
                <c:pt idx="61">
                  <c:v>24.68</c:v>
                </c:pt>
                <c:pt idx="62">
                  <c:v>24.68</c:v>
                </c:pt>
                <c:pt idx="63">
                  <c:v>24.68</c:v>
                </c:pt>
                <c:pt idx="64">
                  <c:v>24.68</c:v>
                </c:pt>
                <c:pt idx="65">
                  <c:v>24.68</c:v>
                </c:pt>
                <c:pt idx="66">
                  <c:v>24.68</c:v>
                </c:pt>
                <c:pt idx="67">
                  <c:v>24.68</c:v>
                </c:pt>
                <c:pt idx="68">
                  <c:v>24.68</c:v>
                </c:pt>
                <c:pt idx="69">
                  <c:v>24.68</c:v>
                </c:pt>
                <c:pt idx="70">
                  <c:v>24.68</c:v>
                </c:pt>
                <c:pt idx="71">
                  <c:v>24.68</c:v>
                </c:pt>
                <c:pt idx="72">
                  <c:v>24.68</c:v>
                </c:pt>
                <c:pt idx="73">
                  <c:v>24.68</c:v>
                </c:pt>
                <c:pt idx="74">
                  <c:v>24.68</c:v>
                </c:pt>
                <c:pt idx="75">
                  <c:v>24.68</c:v>
                </c:pt>
                <c:pt idx="76">
                  <c:v>24.68</c:v>
                </c:pt>
                <c:pt idx="77">
                  <c:v>24.68</c:v>
                </c:pt>
                <c:pt idx="78">
                  <c:v>24.68</c:v>
                </c:pt>
                <c:pt idx="79">
                  <c:v>24.68</c:v>
                </c:pt>
                <c:pt idx="80">
                  <c:v>24.68</c:v>
                </c:pt>
                <c:pt idx="81">
                  <c:v>24.68</c:v>
                </c:pt>
                <c:pt idx="82">
                  <c:v>24.68</c:v>
                </c:pt>
                <c:pt idx="83">
                  <c:v>24.68</c:v>
                </c:pt>
                <c:pt idx="84">
                  <c:v>24.68</c:v>
                </c:pt>
                <c:pt idx="85">
                  <c:v>24.68</c:v>
                </c:pt>
                <c:pt idx="86">
                  <c:v>24.68</c:v>
                </c:pt>
                <c:pt idx="87">
                  <c:v>24.68</c:v>
                </c:pt>
                <c:pt idx="88">
                  <c:v>24.68</c:v>
                </c:pt>
                <c:pt idx="89">
                  <c:v>24.68</c:v>
                </c:pt>
                <c:pt idx="90">
                  <c:v>24.68</c:v>
                </c:pt>
                <c:pt idx="91">
                  <c:v>24.68</c:v>
                </c:pt>
                <c:pt idx="92">
                  <c:v>24.68</c:v>
                </c:pt>
                <c:pt idx="93">
                  <c:v>24.68</c:v>
                </c:pt>
                <c:pt idx="94">
                  <c:v>24.68</c:v>
                </c:pt>
                <c:pt idx="95">
                  <c:v>24.68</c:v>
                </c:pt>
                <c:pt idx="96">
                  <c:v>24.68</c:v>
                </c:pt>
                <c:pt idx="97">
                  <c:v>24.68</c:v>
                </c:pt>
                <c:pt idx="98">
                  <c:v>24.68</c:v>
                </c:pt>
                <c:pt idx="99">
                  <c:v>24.68</c:v>
                </c:pt>
                <c:pt idx="100">
                  <c:v>24.68</c:v>
                </c:pt>
                <c:pt idx="101">
                  <c:v>24.68</c:v>
                </c:pt>
                <c:pt idx="102">
                  <c:v>24.68</c:v>
                </c:pt>
                <c:pt idx="103">
                  <c:v>24.68</c:v>
                </c:pt>
                <c:pt idx="104">
                  <c:v>24.68</c:v>
                </c:pt>
                <c:pt idx="105">
                  <c:v>24.68</c:v>
                </c:pt>
                <c:pt idx="106">
                  <c:v>24.68</c:v>
                </c:pt>
                <c:pt idx="107">
                  <c:v>24.68</c:v>
                </c:pt>
                <c:pt idx="108">
                  <c:v>24.68</c:v>
                </c:pt>
                <c:pt idx="109">
                  <c:v>24.68</c:v>
                </c:pt>
                <c:pt idx="110">
                  <c:v>24.68</c:v>
                </c:pt>
                <c:pt idx="111">
                  <c:v>24.68</c:v>
                </c:pt>
                <c:pt idx="112">
                  <c:v>24.68</c:v>
                </c:pt>
                <c:pt idx="113">
                  <c:v>24.68</c:v>
                </c:pt>
                <c:pt idx="114">
                  <c:v>24.68</c:v>
                </c:pt>
                <c:pt idx="115">
                  <c:v>24.68</c:v>
                </c:pt>
                <c:pt idx="116">
                  <c:v>24.68</c:v>
                </c:pt>
                <c:pt idx="117">
                  <c:v>24.68</c:v>
                </c:pt>
                <c:pt idx="118">
                  <c:v>24.68</c:v>
                </c:pt>
                <c:pt idx="119">
                  <c:v>24.68</c:v>
                </c:pt>
                <c:pt idx="120">
                  <c:v>24.68</c:v>
                </c:pt>
                <c:pt idx="121">
                  <c:v>24.68</c:v>
                </c:pt>
                <c:pt idx="122">
                  <c:v>24.68</c:v>
                </c:pt>
                <c:pt idx="123">
                  <c:v>24.68</c:v>
                </c:pt>
                <c:pt idx="124">
                  <c:v>24.68</c:v>
                </c:pt>
                <c:pt idx="125">
                  <c:v>24.68</c:v>
                </c:pt>
                <c:pt idx="126">
                  <c:v>24.68</c:v>
                </c:pt>
                <c:pt idx="127">
                  <c:v>24.68</c:v>
                </c:pt>
                <c:pt idx="128">
                  <c:v>24.68</c:v>
                </c:pt>
                <c:pt idx="129">
                  <c:v>24.68</c:v>
                </c:pt>
                <c:pt idx="130">
                  <c:v>24.68</c:v>
                </c:pt>
                <c:pt idx="131">
                  <c:v>24.68</c:v>
                </c:pt>
                <c:pt idx="132">
                  <c:v>24.68</c:v>
                </c:pt>
                <c:pt idx="133">
                  <c:v>24.68</c:v>
                </c:pt>
                <c:pt idx="134">
                  <c:v>24.68</c:v>
                </c:pt>
                <c:pt idx="135">
                  <c:v>24.68</c:v>
                </c:pt>
                <c:pt idx="136">
                  <c:v>24.68</c:v>
                </c:pt>
                <c:pt idx="137">
                  <c:v>24.68</c:v>
                </c:pt>
                <c:pt idx="138">
                  <c:v>24.68</c:v>
                </c:pt>
                <c:pt idx="139">
                  <c:v>24.68</c:v>
                </c:pt>
                <c:pt idx="140">
                  <c:v>24.68</c:v>
                </c:pt>
                <c:pt idx="141">
                  <c:v>24.68</c:v>
                </c:pt>
                <c:pt idx="142">
                  <c:v>24.68</c:v>
                </c:pt>
                <c:pt idx="143">
                  <c:v>24.68</c:v>
                </c:pt>
                <c:pt idx="144">
                  <c:v>24.68</c:v>
                </c:pt>
                <c:pt idx="145">
                  <c:v>24.68</c:v>
                </c:pt>
                <c:pt idx="146">
                  <c:v>24.68</c:v>
                </c:pt>
                <c:pt idx="147">
                  <c:v>24.68</c:v>
                </c:pt>
                <c:pt idx="148">
                  <c:v>24.68</c:v>
                </c:pt>
                <c:pt idx="149">
                  <c:v>24.68</c:v>
                </c:pt>
                <c:pt idx="150">
                  <c:v>24.68</c:v>
                </c:pt>
                <c:pt idx="151">
                  <c:v>24.68</c:v>
                </c:pt>
                <c:pt idx="152">
                  <c:v>24.68</c:v>
                </c:pt>
                <c:pt idx="153">
                  <c:v>24.68</c:v>
                </c:pt>
                <c:pt idx="154">
                  <c:v>24.68</c:v>
                </c:pt>
                <c:pt idx="155">
                  <c:v>24.68</c:v>
                </c:pt>
                <c:pt idx="156">
                  <c:v>24.68</c:v>
                </c:pt>
                <c:pt idx="157">
                  <c:v>24.68</c:v>
                </c:pt>
                <c:pt idx="158">
                  <c:v>24.68</c:v>
                </c:pt>
                <c:pt idx="159">
                  <c:v>24.68</c:v>
                </c:pt>
                <c:pt idx="160">
                  <c:v>24.68</c:v>
                </c:pt>
                <c:pt idx="161">
                  <c:v>24.68</c:v>
                </c:pt>
                <c:pt idx="162">
                  <c:v>24.68</c:v>
                </c:pt>
                <c:pt idx="163">
                  <c:v>24.68</c:v>
                </c:pt>
                <c:pt idx="164">
                  <c:v>24.68</c:v>
                </c:pt>
                <c:pt idx="165">
                  <c:v>24.68</c:v>
                </c:pt>
                <c:pt idx="166">
                  <c:v>24.68</c:v>
                </c:pt>
                <c:pt idx="167">
                  <c:v>24.68</c:v>
                </c:pt>
                <c:pt idx="168">
                  <c:v>24.68</c:v>
                </c:pt>
                <c:pt idx="169">
                  <c:v>24.68</c:v>
                </c:pt>
                <c:pt idx="170">
                  <c:v>24.68</c:v>
                </c:pt>
                <c:pt idx="171">
                  <c:v>24.68</c:v>
                </c:pt>
                <c:pt idx="172">
                  <c:v>24.68</c:v>
                </c:pt>
                <c:pt idx="173">
                  <c:v>24.68</c:v>
                </c:pt>
                <c:pt idx="174">
                  <c:v>24.68</c:v>
                </c:pt>
                <c:pt idx="175">
                  <c:v>24.68</c:v>
                </c:pt>
                <c:pt idx="176">
                  <c:v>24.68</c:v>
                </c:pt>
                <c:pt idx="177">
                  <c:v>24.68</c:v>
                </c:pt>
                <c:pt idx="178">
                  <c:v>24.68</c:v>
                </c:pt>
                <c:pt idx="179">
                  <c:v>24.68</c:v>
                </c:pt>
                <c:pt idx="180">
                  <c:v>24.68</c:v>
                </c:pt>
                <c:pt idx="181">
                  <c:v>24.68</c:v>
                </c:pt>
                <c:pt idx="182">
                  <c:v>24.68</c:v>
                </c:pt>
                <c:pt idx="183">
                  <c:v>24.68</c:v>
                </c:pt>
                <c:pt idx="184">
                  <c:v>24.68</c:v>
                </c:pt>
                <c:pt idx="185">
                  <c:v>24.68</c:v>
                </c:pt>
                <c:pt idx="186">
                  <c:v>24.68</c:v>
                </c:pt>
                <c:pt idx="187">
                  <c:v>24.68</c:v>
                </c:pt>
                <c:pt idx="188">
                  <c:v>24.68</c:v>
                </c:pt>
                <c:pt idx="189">
                  <c:v>24.68</c:v>
                </c:pt>
                <c:pt idx="190">
                  <c:v>24.68</c:v>
                </c:pt>
                <c:pt idx="191">
                  <c:v>24.68</c:v>
                </c:pt>
                <c:pt idx="192">
                  <c:v>24.68</c:v>
                </c:pt>
                <c:pt idx="193">
                  <c:v>24.68</c:v>
                </c:pt>
                <c:pt idx="194">
                  <c:v>24.68</c:v>
                </c:pt>
                <c:pt idx="195">
                  <c:v>24.68</c:v>
                </c:pt>
                <c:pt idx="196">
                  <c:v>24.68</c:v>
                </c:pt>
                <c:pt idx="197">
                  <c:v>24.68</c:v>
                </c:pt>
                <c:pt idx="198">
                  <c:v>24.68</c:v>
                </c:pt>
                <c:pt idx="199">
                  <c:v>24.68</c:v>
                </c:pt>
                <c:pt idx="200">
                  <c:v>24.68</c:v>
                </c:pt>
                <c:pt idx="201">
                  <c:v>24.68</c:v>
                </c:pt>
                <c:pt idx="202">
                  <c:v>24.68</c:v>
                </c:pt>
                <c:pt idx="203">
                  <c:v>24.68</c:v>
                </c:pt>
                <c:pt idx="204">
                  <c:v>24.68</c:v>
                </c:pt>
                <c:pt idx="205">
                  <c:v>24.68</c:v>
                </c:pt>
                <c:pt idx="206">
                  <c:v>24.68</c:v>
                </c:pt>
                <c:pt idx="207">
                  <c:v>24.68</c:v>
                </c:pt>
                <c:pt idx="208">
                  <c:v>24.68</c:v>
                </c:pt>
                <c:pt idx="209">
                  <c:v>24.68</c:v>
                </c:pt>
                <c:pt idx="210">
                  <c:v>24.68</c:v>
                </c:pt>
                <c:pt idx="211">
                  <c:v>24.68</c:v>
                </c:pt>
                <c:pt idx="212">
                  <c:v>24.68</c:v>
                </c:pt>
                <c:pt idx="213">
                  <c:v>24.68</c:v>
                </c:pt>
                <c:pt idx="214">
                  <c:v>24.68</c:v>
                </c:pt>
                <c:pt idx="215">
                  <c:v>24.68</c:v>
                </c:pt>
                <c:pt idx="216">
                  <c:v>24.68</c:v>
                </c:pt>
                <c:pt idx="217">
                  <c:v>24.68</c:v>
                </c:pt>
                <c:pt idx="218">
                  <c:v>24.68</c:v>
                </c:pt>
                <c:pt idx="219">
                  <c:v>24.68</c:v>
                </c:pt>
                <c:pt idx="220">
                  <c:v>24.68</c:v>
                </c:pt>
                <c:pt idx="221">
                  <c:v>24.68</c:v>
                </c:pt>
                <c:pt idx="222">
                  <c:v>24.68</c:v>
                </c:pt>
                <c:pt idx="223">
                  <c:v>24.68</c:v>
                </c:pt>
                <c:pt idx="224">
                  <c:v>24.68</c:v>
                </c:pt>
                <c:pt idx="225">
                  <c:v>24.68</c:v>
                </c:pt>
                <c:pt idx="226">
                  <c:v>24.68</c:v>
                </c:pt>
                <c:pt idx="227">
                  <c:v>24.68</c:v>
                </c:pt>
                <c:pt idx="228">
                  <c:v>24.68</c:v>
                </c:pt>
                <c:pt idx="229">
                  <c:v>24.68</c:v>
                </c:pt>
                <c:pt idx="230">
                  <c:v>24.68</c:v>
                </c:pt>
                <c:pt idx="231">
                  <c:v>24.68</c:v>
                </c:pt>
                <c:pt idx="232">
                  <c:v>24.68</c:v>
                </c:pt>
                <c:pt idx="233">
                  <c:v>24.68</c:v>
                </c:pt>
                <c:pt idx="234">
                  <c:v>24.68</c:v>
                </c:pt>
                <c:pt idx="235">
                  <c:v>24.68</c:v>
                </c:pt>
                <c:pt idx="236">
                  <c:v>24.68</c:v>
                </c:pt>
                <c:pt idx="237">
                  <c:v>24.68</c:v>
                </c:pt>
                <c:pt idx="238">
                  <c:v>24.68</c:v>
                </c:pt>
                <c:pt idx="239">
                  <c:v>24.68</c:v>
                </c:pt>
                <c:pt idx="240">
                  <c:v>24.68</c:v>
                </c:pt>
                <c:pt idx="241">
                  <c:v>24.68</c:v>
                </c:pt>
                <c:pt idx="242">
                  <c:v>24.68</c:v>
                </c:pt>
                <c:pt idx="243">
                  <c:v>24.68</c:v>
                </c:pt>
                <c:pt idx="244">
                  <c:v>24.68</c:v>
                </c:pt>
                <c:pt idx="245">
                  <c:v>24.68</c:v>
                </c:pt>
                <c:pt idx="246">
                  <c:v>24.68</c:v>
                </c:pt>
                <c:pt idx="247">
                  <c:v>24.68</c:v>
                </c:pt>
                <c:pt idx="248">
                  <c:v>24.68</c:v>
                </c:pt>
                <c:pt idx="249">
                  <c:v>24.68</c:v>
                </c:pt>
                <c:pt idx="250">
                  <c:v>24.68</c:v>
                </c:pt>
                <c:pt idx="251">
                  <c:v>24.68</c:v>
                </c:pt>
                <c:pt idx="252">
                  <c:v>24.68</c:v>
                </c:pt>
                <c:pt idx="253">
                  <c:v>24.68</c:v>
                </c:pt>
                <c:pt idx="254">
                  <c:v>24.68</c:v>
                </c:pt>
                <c:pt idx="255">
                  <c:v>24.68</c:v>
                </c:pt>
                <c:pt idx="256">
                  <c:v>24.68</c:v>
                </c:pt>
                <c:pt idx="257">
                  <c:v>24.68</c:v>
                </c:pt>
                <c:pt idx="258">
                  <c:v>24.68</c:v>
                </c:pt>
                <c:pt idx="259">
                  <c:v>24.68</c:v>
                </c:pt>
                <c:pt idx="260">
                  <c:v>24.68</c:v>
                </c:pt>
                <c:pt idx="261">
                  <c:v>24.68</c:v>
                </c:pt>
                <c:pt idx="262">
                  <c:v>24.68</c:v>
                </c:pt>
                <c:pt idx="263">
                  <c:v>24.68</c:v>
                </c:pt>
                <c:pt idx="264">
                  <c:v>24.68</c:v>
                </c:pt>
                <c:pt idx="265">
                  <c:v>24.68</c:v>
                </c:pt>
                <c:pt idx="266">
                  <c:v>24.68</c:v>
                </c:pt>
                <c:pt idx="267">
                  <c:v>24.68</c:v>
                </c:pt>
                <c:pt idx="268">
                  <c:v>24.68</c:v>
                </c:pt>
                <c:pt idx="269">
                  <c:v>24.68</c:v>
                </c:pt>
                <c:pt idx="270">
                  <c:v>24.68</c:v>
                </c:pt>
                <c:pt idx="271">
                  <c:v>24.68</c:v>
                </c:pt>
                <c:pt idx="272">
                  <c:v>24.68</c:v>
                </c:pt>
                <c:pt idx="273">
                  <c:v>24.68</c:v>
                </c:pt>
                <c:pt idx="274">
                  <c:v>24.68</c:v>
                </c:pt>
                <c:pt idx="275">
                  <c:v>24.68</c:v>
                </c:pt>
                <c:pt idx="276">
                  <c:v>24.68</c:v>
                </c:pt>
                <c:pt idx="277">
                  <c:v>24.68</c:v>
                </c:pt>
                <c:pt idx="278">
                  <c:v>24.68</c:v>
                </c:pt>
                <c:pt idx="279">
                  <c:v>24.68</c:v>
                </c:pt>
                <c:pt idx="280">
                  <c:v>24.68</c:v>
                </c:pt>
                <c:pt idx="281">
                  <c:v>24.68</c:v>
                </c:pt>
                <c:pt idx="282">
                  <c:v>24.68</c:v>
                </c:pt>
                <c:pt idx="283">
                  <c:v>24.68</c:v>
                </c:pt>
                <c:pt idx="284">
                  <c:v>24.68</c:v>
                </c:pt>
                <c:pt idx="285">
                  <c:v>24.68</c:v>
                </c:pt>
                <c:pt idx="286">
                  <c:v>24.68</c:v>
                </c:pt>
                <c:pt idx="287">
                  <c:v>24.68</c:v>
                </c:pt>
                <c:pt idx="288">
                  <c:v>24.68</c:v>
                </c:pt>
                <c:pt idx="289">
                  <c:v>24.68</c:v>
                </c:pt>
                <c:pt idx="290">
                  <c:v>24.68</c:v>
                </c:pt>
                <c:pt idx="291">
                  <c:v>24.68</c:v>
                </c:pt>
                <c:pt idx="292">
                  <c:v>24.68</c:v>
                </c:pt>
                <c:pt idx="293">
                  <c:v>24.68</c:v>
                </c:pt>
                <c:pt idx="294">
                  <c:v>24.68</c:v>
                </c:pt>
                <c:pt idx="295">
                  <c:v>24.68</c:v>
                </c:pt>
                <c:pt idx="296">
                  <c:v>24.68</c:v>
                </c:pt>
                <c:pt idx="297">
                  <c:v>24.68</c:v>
                </c:pt>
                <c:pt idx="298">
                  <c:v>24.68</c:v>
                </c:pt>
                <c:pt idx="299">
                  <c:v>24.68</c:v>
                </c:pt>
                <c:pt idx="300">
                  <c:v>24.68</c:v>
                </c:pt>
                <c:pt idx="301">
                  <c:v>24.68</c:v>
                </c:pt>
                <c:pt idx="302">
                  <c:v>24.68</c:v>
                </c:pt>
                <c:pt idx="303">
                  <c:v>24.68</c:v>
                </c:pt>
                <c:pt idx="304">
                  <c:v>24.68</c:v>
                </c:pt>
                <c:pt idx="305">
                  <c:v>24.68</c:v>
                </c:pt>
                <c:pt idx="306">
                  <c:v>24.68</c:v>
                </c:pt>
                <c:pt idx="307">
                  <c:v>24.68</c:v>
                </c:pt>
                <c:pt idx="308">
                  <c:v>24.68</c:v>
                </c:pt>
                <c:pt idx="309">
                  <c:v>24.68</c:v>
                </c:pt>
                <c:pt idx="310">
                  <c:v>24.68</c:v>
                </c:pt>
                <c:pt idx="311">
                  <c:v>24.68</c:v>
                </c:pt>
                <c:pt idx="312">
                  <c:v>24.68</c:v>
                </c:pt>
                <c:pt idx="313">
                  <c:v>24.68</c:v>
                </c:pt>
                <c:pt idx="314">
                  <c:v>24.68</c:v>
                </c:pt>
                <c:pt idx="315">
                  <c:v>24.68</c:v>
                </c:pt>
                <c:pt idx="316">
                  <c:v>24.68</c:v>
                </c:pt>
                <c:pt idx="317">
                  <c:v>24.68</c:v>
                </c:pt>
                <c:pt idx="318">
                  <c:v>24.68</c:v>
                </c:pt>
                <c:pt idx="319">
                  <c:v>24.68</c:v>
                </c:pt>
                <c:pt idx="320">
                  <c:v>24.68</c:v>
                </c:pt>
                <c:pt idx="321">
                  <c:v>24.68</c:v>
                </c:pt>
                <c:pt idx="322">
                  <c:v>24.68</c:v>
                </c:pt>
                <c:pt idx="323">
                  <c:v>24.68</c:v>
                </c:pt>
                <c:pt idx="324">
                  <c:v>24.68</c:v>
                </c:pt>
                <c:pt idx="325">
                  <c:v>24.68</c:v>
                </c:pt>
                <c:pt idx="326">
                  <c:v>24.68</c:v>
                </c:pt>
                <c:pt idx="327">
                  <c:v>24.68</c:v>
                </c:pt>
                <c:pt idx="328">
                  <c:v>24.68</c:v>
                </c:pt>
                <c:pt idx="329">
                  <c:v>24.68</c:v>
                </c:pt>
                <c:pt idx="330">
                  <c:v>24.68</c:v>
                </c:pt>
                <c:pt idx="331">
                  <c:v>24.68</c:v>
                </c:pt>
                <c:pt idx="332">
                  <c:v>24.68</c:v>
                </c:pt>
                <c:pt idx="333">
                  <c:v>24.68</c:v>
                </c:pt>
                <c:pt idx="334">
                  <c:v>24.68</c:v>
                </c:pt>
                <c:pt idx="335">
                  <c:v>24.68</c:v>
                </c:pt>
                <c:pt idx="336">
                  <c:v>24.68</c:v>
                </c:pt>
                <c:pt idx="337">
                  <c:v>24.68</c:v>
                </c:pt>
                <c:pt idx="338">
                  <c:v>24.68</c:v>
                </c:pt>
                <c:pt idx="339">
                  <c:v>24.68</c:v>
                </c:pt>
                <c:pt idx="340">
                  <c:v>24.68</c:v>
                </c:pt>
                <c:pt idx="341">
                  <c:v>24.68</c:v>
                </c:pt>
                <c:pt idx="342">
                  <c:v>24.68</c:v>
                </c:pt>
                <c:pt idx="343">
                  <c:v>24.68</c:v>
                </c:pt>
                <c:pt idx="344">
                  <c:v>24.68</c:v>
                </c:pt>
                <c:pt idx="345">
                  <c:v>24.68</c:v>
                </c:pt>
                <c:pt idx="346">
                  <c:v>24.68</c:v>
                </c:pt>
                <c:pt idx="347">
                  <c:v>24.68</c:v>
                </c:pt>
                <c:pt idx="348">
                  <c:v>24.68</c:v>
                </c:pt>
                <c:pt idx="349">
                  <c:v>24.68</c:v>
                </c:pt>
                <c:pt idx="350">
                  <c:v>24.68</c:v>
                </c:pt>
                <c:pt idx="351">
                  <c:v>24.68</c:v>
                </c:pt>
                <c:pt idx="352">
                  <c:v>24.68</c:v>
                </c:pt>
                <c:pt idx="353">
                  <c:v>24.68</c:v>
                </c:pt>
                <c:pt idx="354">
                  <c:v>24.68</c:v>
                </c:pt>
                <c:pt idx="355">
                  <c:v>24.68</c:v>
                </c:pt>
                <c:pt idx="356">
                  <c:v>24.68</c:v>
                </c:pt>
                <c:pt idx="357">
                  <c:v>24.68</c:v>
                </c:pt>
                <c:pt idx="358">
                  <c:v>24.68</c:v>
                </c:pt>
                <c:pt idx="359">
                  <c:v>24.68</c:v>
                </c:pt>
                <c:pt idx="360">
                  <c:v>24.68</c:v>
                </c:pt>
                <c:pt idx="361">
                  <c:v>24.68</c:v>
                </c:pt>
                <c:pt idx="362">
                  <c:v>24.68</c:v>
                </c:pt>
                <c:pt idx="363">
                  <c:v>24.68</c:v>
                </c:pt>
                <c:pt idx="364">
                  <c:v>24.68</c:v>
                </c:pt>
                <c:pt idx="365">
                  <c:v>24.68</c:v>
                </c:pt>
                <c:pt idx="366">
                  <c:v>24.68</c:v>
                </c:pt>
                <c:pt idx="367">
                  <c:v>24.68</c:v>
                </c:pt>
                <c:pt idx="368">
                  <c:v>24.68</c:v>
                </c:pt>
                <c:pt idx="369">
                  <c:v>24.68</c:v>
                </c:pt>
                <c:pt idx="370">
                  <c:v>24.68</c:v>
                </c:pt>
                <c:pt idx="371">
                  <c:v>24.68</c:v>
                </c:pt>
                <c:pt idx="372">
                  <c:v>24.68</c:v>
                </c:pt>
                <c:pt idx="373">
                  <c:v>24.68</c:v>
                </c:pt>
                <c:pt idx="374">
                  <c:v>24.68</c:v>
                </c:pt>
                <c:pt idx="375">
                  <c:v>24.68</c:v>
                </c:pt>
                <c:pt idx="376">
                  <c:v>24.68</c:v>
                </c:pt>
                <c:pt idx="377">
                  <c:v>24.68</c:v>
                </c:pt>
                <c:pt idx="378">
                  <c:v>24.68</c:v>
                </c:pt>
                <c:pt idx="379">
                  <c:v>24.68</c:v>
                </c:pt>
                <c:pt idx="380">
                  <c:v>24.68</c:v>
                </c:pt>
                <c:pt idx="381">
                  <c:v>24.68</c:v>
                </c:pt>
                <c:pt idx="382">
                  <c:v>24.68</c:v>
                </c:pt>
                <c:pt idx="383">
                  <c:v>24.68</c:v>
                </c:pt>
                <c:pt idx="384">
                  <c:v>24.68</c:v>
                </c:pt>
                <c:pt idx="385">
                  <c:v>24.68</c:v>
                </c:pt>
                <c:pt idx="386">
                  <c:v>24.68</c:v>
                </c:pt>
                <c:pt idx="387">
                  <c:v>24.68</c:v>
                </c:pt>
                <c:pt idx="388">
                  <c:v>24.68</c:v>
                </c:pt>
                <c:pt idx="389">
                  <c:v>24.68</c:v>
                </c:pt>
                <c:pt idx="390">
                  <c:v>24.68</c:v>
                </c:pt>
                <c:pt idx="391">
                  <c:v>24.68</c:v>
                </c:pt>
                <c:pt idx="392">
                  <c:v>24.68</c:v>
                </c:pt>
                <c:pt idx="393">
                  <c:v>24.68</c:v>
                </c:pt>
                <c:pt idx="394">
                  <c:v>24.68</c:v>
                </c:pt>
                <c:pt idx="395">
                  <c:v>24.68</c:v>
                </c:pt>
                <c:pt idx="396">
                  <c:v>24.68</c:v>
                </c:pt>
                <c:pt idx="397">
                  <c:v>24.68</c:v>
                </c:pt>
                <c:pt idx="398">
                  <c:v>24.68</c:v>
                </c:pt>
                <c:pt idx="399">
                  <c:v>24.68</c:v>
                </c:pt>
                <c:pt idx="400">
                  <c:v>24.68</c:v>
                </c:pt>
                <c:pt idx="401">
                  <c:v>24.68</c:v>
                </c:pt>
                <c:pt idx="402">
                  <c:v>24.68</c:v>
                </c:pt>
                <c:pt idx="403">
                  <c:v>24.68</c:v>
                </c:pt>
                <c:pt idx="404">
                  <c:v>24.68</c:v>
                </c:pt>
                <c:pt idx="405">
                  <c:v>24.68</c:v>
                </c:pt>
                <c:pt idx="406">
                  <c:v>24.68</c:v>
                </c:pt>
                <c:pt idx="407">
                  <c:v>24.68</c:v>
                </c:pt>
                <c:pt idx="408">
                  <c:v>24.68</c:v>
                </c:pt>
                <c:pt idx="409">
                  <c:v>24.68</c:v>
                </c:pt>
                <c:pt idx="410">
                  <c:v>24.68</c:v>
                </c:pt>
                <c:pt idx="411">
                  <c:v>24.68</c:v>
                </c:pt>
                <c:pt idx="412">
                  <c:v>24.68</c:v>
                </c:pt>
                <c:pt idx="413">
                  <c:v>24.68</c:v>
                </c:pt>
                <c:pt idx="414">
                  <c:v>24.68</c:v>
                </c:pt>
                <c:pt idx="415">
                  <c:v>24.68</c:v>
                </c:pt>
                <c:pt idx="416">
                  <c:v>24.68</c:v>
                </c:pt>
                <c:pt idx="417">
                  <c:v>24.68</c:v>
                </c:pt>
                <c:pt idx="418">
                  <c:v>24.68</c:v>
                </c:pt>
                <c:pt idx="419">
                  <c:v>24.68</c:v>
                </c:pt>
                <c:pt idx="420">
                  <c:v>24.68</c:v>
                </c:pt>
                <c:pt idx="421">
                  <c:v>24.68</c:v>
                </c:pt>
                <c:pt idx="422">
                  <c:v>24.68</c:v>
                </c:pt>
                <c:pt idx="423">
                  <c:v>24.68</c:v>
                </c:pt>
                <c:pt idx="424">
                  <c:v>24.68</c:v>
                </c:pt>
                <c:pt idx="425">
                  <c:v>24.68</c:v>
                </c:pt>
                <c:pt idx="426">
                  <c:v>24.68</c:v>
                </c:pt>
                <c:pt idx="427">
                  <c:v>24.68</c:v>
                </c:pt>
                <c:pt idx="428">
                  <c:v>24.68</c:v>
                </c:pt>
                <c:pt idx="429">
                  <c:v>24.68</c:v>
                </c:pt>
                <c:pt idx="430">
                  <c:v>24.68</c:v>
                </c:pt>
                <c:pt idx="431">
                  <c:v>24.68</c:v>
                </c:pt>
                <c:pt idx="432">
                  <c:v>24.68</c:v>
                </c:pt>
                <c:pt idx="433">
                  <c:v>24.68</c:v>
                </c:pt>
                <c:pt idx="434">
                  <c:v>24.68</c:v>
                </c:pt>
                <c:pt idx="435">
                  <c:v>24.68</c:v>
                </c:pt>
                <c:pt idx="436">
                  <c:v>24.68</c:v>
                </c:pt>
                <c:pt idx="437">
                  <c:v>24.68</c:v>
                </c:pt>
                <c:pt idx="438">
                  <c:v>24.68</c:v>
                </c:pt>
                <c:pt idx="439">
                  <c:v>24.68</c:v>
                </c:pt>
                <c:pt idx="440">
                  <c:v>24.68</c:v>
                </c:pt>
                <c:pt idx="441">
                  <c:v>24.68</c:v>
                </c:pt>
                <c:pt idx="442">
                  <c:v>24.68</c:v>
                </c:pt>
                <c:pt idx="443">
                  <c:v>24.68</c:v>
                </c:pt>
                <c:pt idx="444">
                  <c:v>24.68</c:v>
                </c:pt>
                <c:pt idx="445">
                  <c:v>24.68</c:v>
                </c:pt>
                <c:pt idx="446">
                  <c:v>24.68</c:v>
                </c:pt>
                <c:pt idx="447">
                  <c:v>24.68</c:v>
                </c:pt>
                <c:pt idx="448">
                  <c:v>24.68</c:v>
                </c:pt>
                <c:pt idx="449">
                  <c:v>24.68</c:v>
                </c:pt>
                <c:pt idx="450">
                  <c:v>24.68</c:v>
                </c:pt>
                <c:pt idx="451">
                  <c:v>24.68</c:v>
                </c:pt>
                <c:pt idx="452">
                  <c:v>24.68</c:v>
                </c:pt>
                <c:pt idx="453">
                  <c:v>24.68</c:v>
                </c:pt>
                <c:pt idx="454">
                  <c:v>24.68</c:v>
                </c:pt>
                <c:pt idx="455">
                  <c:v>24.68</c:v>
                </c:pt>
                <c:pt idx="456">
                  <c:v>24.68</c:v>
                </c:pt>
                <c:pt idx="457">
                  <c:v>24.68</c:v>
                </c:pt>
                <c:pt idx="458">
                  <c:v>24.68</c:v>
                </c:pt>
                <c:pt idx="459">
                  <c:v>24.68</c:v>
                </c:pt>
                <c:pt idx="460">
                  <c:v>24.68</c:v>
                </c:pt>
                <c:pt idx="461">
                  <c:v>24.68</c:v>
                </c:pt>
                <c:pt idx="462">
                  <c:v>24.68</c:v>
                </c:pt>
                <c:pt idx="463">
                  <c:v>24.68</c:v>
                </c:pt>
                <c:pt idx="464">
                  <c:v>24.68</c:v>
                </c:pt>
                <c:pt idx="465">
                  <c:v>24.68</c:v>
                </c:pt>
                <c:pt idx="466">
                  <c:v>24.68</c:v>
                </c:pt>
                <c:pt idx="467">
                  <c:v>24.68</c:v>
                </c:pt>
                <c:pt idx="468">
                  <c:v>24.68</c:v>
                </c:pt>
                <c:pt idx="469">
                  <c:v>24.68</c:v>
                </c:pt>
                <c:pt idx="470">
                  <c:v>24.68</c:v>
                </c:pt>
                <c:pt idx="471">
                  <c:v>24.68</c:v>
                </c:pt>
                <c:pt idx="472">
                  <c:v>24.68</c:v>
                </c:pt>
                <c:pt idx="473">
                  <c:v>24.68</c:v>
                </c:pt>
                <c:pt idx="474">
                  <c:v>24.68</c:v>
                </c:pt>
                <c:pt idx="475">
                  <c:v>24.68</c:v>
                </c:pt>
                <c:pt idx="476">
                  <c:v>24.68</c:v>
                </c:pt>
                <c:pt idx="477">
                  <c:v>24.68</c:v>
                </c:pt>
                <c:pt idx="478">
                  <c:v>24.68</c:v>
                </c:pt>
                <c:pt idx="479">
                  <c:v>24.68</c:v>
                </c:pt>
                <c:pt idx="480">
                  <c:v>24.68</c:v>
                </c:pt>
                <c:pt idx="481">
                  <c:v>24.68</c:v>
                </c:pt>
                <c:pt idx="482">
                  <c:v>24.68</c:v>
                </c:pt>
                <c:pt idx="483">
                  <c:v>24.68</c:v>
                </c:pt>
                <c:pt idx="484">
                  <c:v>24.68</c:v>
                </c:pt>
                <c:pt idx="485">
                  <c:v>24.68</c:v>
                </c:pt>
                <c:pt idx="486">
                  <c:v>24.68</c:v>
                </c:pt>
                <c:pt idx="487">
                  <c:v>24.68</c:v>
                </c:pt>
                <c:pt idx="488">
                  <c:v>24.68</c:v>
                </c:pt>
                <c:pt idx="489">
                  <c:v>24.68</c:v>
                </c:pt>
                <c:pt idx="490">
                  <c:v>24.68</c:v>
                </c:pt>
                <c:pt idx="491">
                  <c:v>24.68</c:v>
                </c:pt>
                <c:pt idx="492">
                  <c:v>24.68</c:v>
                </c:pt>
                <c:pt idx="493">
                  <c:v>24.68</c:v>
                </c:pt>
                <c:pt idx="494">
                  <c:v>24.68</c:v>
                </c:pt>
                <c:pt idx="495">
                  <c:v>24.68</c:v>
                </c:pt>
                <c:pt idx="496">
                  <c:v>24.68</c:v>
                </c:pt>
                <c:pt idx="497">
                  <c:v>24.68</c:v>
                </c:pt>
                <c:pt idx="498">
                  <c:v>24.68</c:v>
                </c:pt>
                <c:pt idx="499">
                  <c:v>24.68</c:v>
                </c:pt>
                <c:pt idx="500">
                  <c:v>24.68</c:v>
                </c:pt>
                <c:pt idx="501">
                  <c:v>24.68</c:v>
                </c:pt>
                <c:pt idx="502">
                  <c:v>24.68</c:v>
                </c:pt>
                <c:pt idx="503">
                  <c:v>24.68</c:v>
                </c:pt>
                <c:pt idx="504">
                  <c:v>24.68</c:v>
                </c:pt>
                <c:pt idx="505">
                  <c:v>24.68</c:v>
                </c:pt>
                <c:pt idx="506">
                  <c:v>24.68</c:v>
                </c:pt>
                <c:pt idx="507">
                  <c:v>24.68</c:v>
                </c:pt>
                <c:pt idx="508">
                  <c:v>24.68</c:v>
                </c:pt>
                <c:pt idx="509">
                  <c:v>24.68</c:v>
                </c:pt>
                <c:pt idx="510">
                  <c:v>24.68</c:v>
                </c:pt>
                <c:pt idx="511">
                  <c:v>24.68</c:v>
                </c:pt>
                <c:pt idx="512">
                  <c:v>24.68</c:v>
                </c:pt>
                <c:pt idx="513">
                  <c:v>24.68</c:v>
                </c:pt>
                <c:pt idx="514">
                  <c:v>24.68</c:v>
                </c:pt>
                <c:pt idx="515">
                  <c:v>24.68</c:v>
                </c:pt>
                <c:pt idx="516">
                  <c:v>24.68</c:v>
                </c:pt>
                <c:pt idx="517">
                  <c:v>24.68</c:v>
                </c:pt>
                <c:pt idx="518">
                  <c:v>24.68</c:v>
                </c:pt>
                <c:pt idx="519">
                  <c:v>24.68</c:v>
                </c:pt>
                <c:pt idx="520">
                  <c:v>24.68</c:v>
                </c:pt>
                <c:pt idx="521">
                  <c:v>24.68</c:v>
                </c:pt>
              </c:numCache>
            </c:numRef>
          </c:val>
          <c:smooth val="0"/>
        </c:ser>
        <c:ser>
          <c:idx val="2"/>
          <c:order val="2"/>
          <c:tx>
            <c:strRef>
              <c:f>Sheet1!$D$1</c:f>
              <c:strCache>
                <c:ptCount val="1"/>
                <c:pt idx="0">
                  <c:v>±1σ</c:v>
                </c:pt>
              </c:strCache>
            </c:strRef>
          </c:tx>
          <c:spPr>
            <a:ln w="12700" cap="rnd">
              <a:solidFill>
                <a:srgbClr val="A5A5A5"/>
              </a:solidFill>
              <a:prstDash val="dash"/>
              <a:round/>
            </a:ln>
          </c:spPr>
          <c:marker>
            <c:symbol val="none"/>
          </c:marker>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Sheet1!$D$2:$D$523</c:f>
              <c:numCache>
                <c:formatCode>General</c:formatCode>
                <c:ptCount val="522"/>
                <c:pt idx="0">
                  <c:v>33.01</c:v>
                </c:pt>
                <c:pt idx="1">
                  <c:v>33.01</c:v>
                </c:pt>
                <c:pt idx="2">
                  <c:v>33.01</c:v>
                </c:pt>
                <c:pt idx="3">
                  <c:v>33.01</c:v>
                </c:pt>
                <c:pt idx="4">
                  <c:v>33.01</c:v>
                </c:pt>
                <c:pt idx="5">
                  <c:v>33.01</c:v>
                </c:pt>
                <c:pt idx="6">
                  <c:v>33.01</c:v>
                </c:pt>
                <c:pt idx="7">
                  <c:v>33.01</c:v>
                </c:pt>
                <c:pt idx="8">
                  <c:v>33.01</c:v>
                </c:pt>
                <c:pt idx="9">
                  <c:v>33.01</c:v>
                </c:pt>
                <c:pt idx="10">
                  <c:v>33.01</c:v>
                </c:pt>
                <c:pt idx="11">
                  <c:v>33.01</c:v>
                </c:pt>
                <c:pt idx="12">
                  <c:v>33.01</c:v>
                </c:pt>
                <c:pt idx="13">
                  <c:v>33.01</c:v>
                </c:pt>
                <c:pt idx="14">
                  <c:v>33.01</c:v>
                </c:pt>
                <c:pt idx="15">
                  <c:v>33.01</c:v>
                </c:pt>
                <c:pt idx="16">
                  <c:v>33.01</c:v>
                </c:pt>
                <c:pt idx="17">
                  <c:v>33.01</c:v>
                </c:pt>
                <c:pt idx="18">
                  <c:v>33.01</c:v>
                </c:pt>
                <c:pt idx="19">
                  <c:v>33.01</c:v>
                </c:pt>
                <c:pt idx="20">
                  <c:v>33.01</c:v>
                </c:pt>
                <c:pt idx="21">
                  <c:v>33.01</c:v>
                </c:pt>
                <c:pt idx="22">
                  <c:v>33.01</c:v>
                </c:pt>
                <c:pt idx="23">
                  <c:v>33.01</c:v>
                </c:pt>
                <c:pt idx="24">
                  <c:v>33.01</c:v>
                </c:pt>
                <c:pt idx="25">
                  <c:v>33.01</c:v>
                </c:pt>
                <c:pt idx="26">
                  <c:v>33.01</c:v>
                </c:pt>
                <c:pt idx="27">
                  <c:v>33.01</c:v>
                </c:pt>
                <c:pt idx="28">
                  <c:v>33.01</c:v>
                </c:pt>
                <c:pt idx="29">
                  <c:v>33.01</c:v>
                </c:pt>
                <c:pt idx="30">
                  <c:v>33.01</c:v>
                </c:pt>
                <c:pt idx="31">
                  <c:v>33.01</c:v>
                </c:pt>
                <c:pt idx="32">
                  <c:v>33.01</c:v>
                </c:pt>
                <c:pt idx="33">
                  <c:v>33.01</c:v>
                </c:pt>
                <c:pt idx="34">
                  <c:v>33.01</c:v>
                </c:pt>
                <c:pt idx="35">
                  <c:v>33.01</c:v>
                </c:pt>
                <c:pt idx="36">
                  <c:v>33.01</c:v>
                </c:pt>
                <c:pt idx="37">
                  <c:v>33.01</c:v>
                </c:pt>
                <c:pt idx="38">
                  <c:v>33.01</c:v>
                </c:pt>
                <c:pt idx="39">
                  <c:v>33.01</c:v>
                </c:pt>
                <c:pt idx="40">
                  <c:v>33.01</c:v>
                </c:pt>
                <c:pt idx="41">
                  <c:v>33.01</c:v>
                </c:pt>
                <c:pt idx="42">
                  <c:v>33.01</c:v>
                </c:pt>
                <c:pt idx="43">
                  <c:v>33.01</c:v>
                </c:pt>
                <c:pt idx="44">
                  <c:v>33.01</c:v>
                </c:pt>
                <c:pt idx="45">
                  <c:v>33.01</c:v>
                </c:pt>
                <c:pt idx="46">
                  <c:v>33.01</c:v>
                </c:pt>
                <c:pt idx="47">
                  <c:v>33.01</c:v>
                </c:pt>
                <c:pt idx="48">
                  <c:v>33.01</c:v>
                </c:pt>
                <c:pt idx="49">
                  <c:v>33.01</c:v>
                </c:pt>
                <c:pt idx="50">
                  <c:v>33.01</c:v>
                </c:pt>
                <c:pt idx="51">
                  <c:v>33.01</c:v>
                </c:pt>
                <c:pt idx="52">
                  <c:v>33.01</c:v>
                </c:pt>
                <c:pt idx="53">
                  <c:v>33.01</c:v>
                </c:pt>
                <c:pt idx="54">
                  <c:v>33.01</c:v>
                </c:pt>
                <c:pt idx="55">
                  <c:v>33.01</c:v>
                </c:pt>
                <c:pt idx="56">
                  <c:v>33.01</c:v>
                </c:pt>
                <c:pt idx="57">
                  <c:v>33.01</c:v>
                </c:pt>
                <c:pt idx="58">
                  <c:v>33.01</c:v>
                </c:pt>
                <c:pt idx="59">
                  <c:v>33.01</c:v>
                </c:pt>
                <c:pt idx="60">
                  <c:v>33.01</c:v>
                </c:pt>
                <c:pt idx="61">
                  <c:v>33.01</c:v>
                </c:pt>
                <c:pt idx="62">
                  <c:v>33.01</c:v>
                </c:pt>
                <c:pt idx="63">
                  <c:v>33.01</c:v>
                </c:pt>
                <c:pt idx="64">
                  <c:v>33.01</c:v>
                </c:pt>
                <c:pt idx="65">
                  <c:v>33.01</c:v>
                </c:pt>
                <c:pt idx="66">
                  <c:v>33.01</c:v>
                </c:pt>
                <c:pt idx="67">
                  <c:v>33.01</c:v>
                </c:pt>
                <c:pt idx="68">
                  <c:v>33.01</c:v>
                </c:pt>
                <c:pt idx="69">
                  <c:v>33.01</c:v>
                </c:pt>
                <c:pt idx="70">
                  <c:v>33.01</c:v>
                </c:pt>
                <c:pt idx="71">
                  <c:v>33.01</c:v>
                </c:pt>
                <c:pt idx="72">
                  <c:v>33.01</c:v>
                </c:pt>
                <c:pt idx="73">
                  <c:v>33.01</c:v>
                </c:pt>
                <c:pt idx="74">
                  <c:v>33.01</c:v>
                </c:pt>
                <c:pt idx="75">
                  <c:v>33.01</c:v>
                </c:pt>
                <c:pt idx="76">
                  <c:v>33.01</c:v>
                </c:pt>
                <c:pt idx="77">
                  <c:v>33.01</c:v>
                </c:pt>
                <c:pt idx="78">
                  <c:v>33.01</c:v>
                </c:pt>
                <c:pt idx="79">
                  <c:v>33.01</c:v>
                </c:pt>
                <c:pt idx="80">
                  <c:v>33.01</c:v>
                </c:pt>
                <c:pt idx="81">
                  <c:v>33.01</c:v>
                </c:pt>
                <c:pt idx="82">
                  <c:v>33.01</c:v>
                </c:pt>
                <c:pt idx="83">
                  <c:v>33.01</c:v>
                </c:pt>
                <c:pt idx="84">
                  <c:v>33.01</c:v>
                </c:pt>
                <c:pt idx="85">
                  <c:v>33.01</c:v>
                </c:pt>
                <c:pt idx="86">
                  <c:v>33.01</c:v>
                </c:pt>
                <c:pt idx="87">
                  <c:v>33.01</c:v>
                </c:pt>
                <c:pt idx="88">
                  <c:v>33.01</c:v>
                </c:pt>
                <c:pt idx="89">
                  <c:v>33.01</c:v>
                </c:pt>
                <c:pt idx="90">
                  <c:v>33.01</c:v>
                </c:pt>
                <c:pt idx="91">
                  <c:v>33.01</c:v>
                </c:pt>
                <c:pt idx="92">
                  <c:v>33.01</c:v>
                </c:pt>
                <c:pt idx="93">
                  <c:v>33.01</c:v>
                </c:pt>
                <c:pt idx="94">
                  <c:v>33.01</c:v>
                </c:pt>
                <c:pt idx="95">
                  <c:v>33.01</c:v>
                </c:pt>
                <c:pt idx="96">
                  <c:v>33.01</c:v>
                </c:pt>
                <c:pt idx="97">
                  <c:v>33.01</c:v>
                </c:pt>
                <c:pt idx="98">
                  <c:v>33.01</c:v>
                </c:pt>
                <c:pt idx="99">
                  <c:v>33.01</c:v>
                </c:pt>
                <c:pt idx="100">
                  <c:v>33.01</c:v>
                </c:pt>
                <c:pt idx="101">
                  <c:v>33.01</c:v>
                </c:pt>
                <c:pt idx="102">
                  <c:v>33.01</c:v>
                </c:pt>
                <c:pt idx="103">
                  <c:v>33.01</c:v>
                </c:pt>
                <c:pt idx="104">
                  <c:v>33.01</c:v>
                </c:pt>
                <c:pt idx="105">
                  <c:v>33.01</c:v>
                </c:pt>
                <c:pt idx="106">
                  <c:v>33.01</c:v>
                </c:pt>
                <c:pt idx="107">
                  <c:v>33.01</c:v>
                </c:pt>
                <c:pt idx="108">
                  <c:v>33.01</c:v>
                </c:pt>
                <c:pt idx="109">
                  <c:v>33.01</c:v>
                </c:pt>
                <c:pt idx="110">
                  <c:v>33.01</c:v>
                </c:pt>
                <c:pt idx="111">
                  <c:v>33.01</c:v>
                </c:pt>
                <c:pt idx="112">
                  <c:v>33.01</c:v>
                </c:pt>
                <c:pt idx="113">
                  <c:v>33.01</c:v>
                </c:pt>
                <c:pt idx="114">
                  <c:v>33.01</c:v>
                </c:pt>
                <c:pt idx="115">
                  <c:v>33.01</c:v>
                </c:pt>
                <c:pt idx="116">
                  <c:v>33.01</c:v>
                </c:pt>
                <c:pt idx="117">
                  <c:v>33.01</c:v>
                </c:pt>
                <c:pt idx="118">
                  <c:v>33.01</c:v>
                </c:pt>
                <c:pt idx="119">
                  <c:v>33.01</c:v>
                </c:pt>
                <c:pt idx="120">
                  <c:v>33.01</c:v>
                </c:pt>
                <c:pt idx="121">
                  <c:v>33.01</c:v>
                </c:pt>
                <c:pt idx="122">
                  <c:v>33.01</c:v>
                </c:pt>
                <c:pt idx="123">
                  <c:v>33.01</c:v>
                </c:pt>
                <c:pt idx="124">
                  <c:v>33.01</c:v>
                </c:pt>
                <c:pt idx="125">
                  <c:v>33.01</c:v>
                </c:pt>
                <c:pt idx="126">
                  <c:v>33.01</c:v>
                </c:pt>
                <c:pt idx="127">
                  <c:v>33.01</c:v>
                </c:pt>
                <c:pt idx="128">
                  <c:v>33.01</c:v>
                </c:pt>
                <c:pt idx="129">
                  <c:v>33.01</c:v>
                </c:pt>
                <c:pt idx="130">
                  <c:v>33.01</c:v>
                </c:pt>
                <c:pt idx="131">
                  <c:v>33.01</c:v>
                </c:pt>
                <c:pt idx="132">
                  <c:v>33.01</c:v>
                </c:pt>
                <c:pt idx="133">
                  <c:v>33.01</c:v>
                </c:pt>
                <c:pt idx="134">
                  <c:v>33.01</c:v>
                </c:pt>
                <c:pt idx="135">
                  <c:v>33.01</c:v>
                </c:pt>
                <c:pt idx="136">
                  <c:v>33.01</c:v>
                </c:pt>
                <c:pt idx="137">
                  <c:v>33.01</c:v>
                </c:pt>
                <c:pt idx="138">
                  <c:v>33.01</c:v>
                </c:pt>
                <c:pt idx="139">
                  <c:v>33.01</c:v>
                </c:pt>
                <c:pt idx="140">
                  <c:v>33.01</c:v>
                </c:pt>
                <c:pt idx="141">
                  <c:v>33.01</c:v>
                </c:pt>
                <c:pt idx="142">
                  <c:v>33.01</c:v>
                </c:pt>
                <c:pt idx="143">
                  <c:v>33.01</c:v>
                </c:pt>
                <c:pt idx="144">
                  <c:v>33.01</c:v>
                </c:pt>
                <c:pt idx="145">
                  <c:v>33.01</c:v>
                </c:pt>
                <c:pt idx="146">
                  <c:v>33.01</c:v>
                </c:pt>
                <c:pt idx="147">
                  <c:v>33.01</c:v>
                </c:pt>
                <c:pt idx="148">
                  <c:v>33.01</c:v>
                </c:pt>
                <c:pt idx="149">
                  <c:v>33.01</c:v>
                </c:pt>
                <c:pt idx="150">
                  <c:v>33.01</c:v>
                </c:pt>
                <c:pt idx="151">
                  <c:v>33.01</c:v>
                </c:pt>
                <c:pt idx="152">
                  <c:v>33.01</c:v>
                </c:pt>
                <c:pt idx="153">
                  <c:v>33.01</c:v>
                </c:pt>
                <c:pt idx="154">
                  <c:v>33.01</c:v>
                </c:pt>
                <c:pt idx="155">
                  <c:v>33.01</c:v>
                </c:pt>
                <c:pt idx="156">
                  <c:v>33.01</c:v>
                </c:pt>
                <c:pt idx="157">
                  <c:v>33.01</c:v>
                </c:pt>
                <c:pt idx="158">
                  <c:v>33.01</c:v>
                </c:pt>
                <c:pt idx="159">
                  <c:v>33.01</c:v>
                </c:pt>
                <c:pt idx="160">
                  <c:v>33.01</c:v>
                </c:pt>
                <c:pt idx="161">
                  <c:v>33.01</c:v>
                </c:pt>
                <c:pt idx="162">
                  <c:v>33.01</c:v>
                </c:pt>
                <c:pt idx="163">
                  <c:v>33.01</c:v>
                </c:pt>
                <c:pt idx="164">
                  <c:v>33.01</c:v>
                </c:pt>
                <c:pt idx="165">
                  <c:v>33.01</c:v>
                </c:pt>
                <c:pt idx="166">
                  <c:v>33.01</c:v>
                </c:pt>
                <c:pt idx="167">
                  <c:v>33.01</c:v>
                </c:pt>
                <c:pt idx="168">
                  <c:v>33.01</c:v>
                </c:pt>
                <c:pt idx="169">
                  <c:v>33.01</c:v>
                </c:pt>
                <c:pt idx="170">
                  <c:v>33.01</c:v>
                </c:pt>
                <c:pt idx="171">
                  <c:v>33.01</c:v>
                </c:pt>
                <c:pt idx="172">
                  <c:v>33.01</c:v>
                </c:pt>
                <c:pt idx="173">
                  <c:v>33.01</c:v>
                </c:pt>
                <c:pt idx="174">
                  <c:v>33.01</c:v>
                </c:pt>
                <c:pt idx="175">
                  <c:v>33.01</c:v>
                </c:pt>
                <c:pt idx="176">
                  <c:v>33.01</c:v>
                </c:pt>
                <c:pt idx="177">
                  <c:v>33.01</c:v>
                </c:pt>
                <c:pt idx="178">
                  <c:v>33.01</c:v>
                </c:pt>
                <c:pt idx="179">
                  <c:v>33.01</c:v>
                </c:pt>
                <c:pt idx="180">
                  <c:v>33.01</c:v>
                </c:pt>
                <c:pt idx="181">
                  <c:v>33.01</c:v>
                </c:pt>
                <c:pt idx="182">
                  <c:v>33.01</c:v>
                </c:pt>
                <c:pt idx="183">
                  <c:v>33.01</c:v>
                </c:pt>
                <c:pt idx="184">
                  <c:v>33.01</c:v>
                </c:pt>
                <c:pt idx="185">
                  <c:v>33.01</c:v>
                </c:pt>
                <c:pt idx="186">
                  <c:v>33.01</c:v>
                </c:pt>
                <c:pt idx="187">
                  <c:v>33.01</c:v>
                </c:pt>
                <c:pt idx="188">
                  <c:v>33.01</c:v>
                </c:pt>
                <c:pt idx="189">
                  <c:v>33.01</c:v>
                </c:pt>
                <c:pt idx="190">
                  <c:v>33.01</c:v>
                </c:pt>
                <c:pt idx="191">
                  <c:v>33.01</c:v>
                </c:pt>
                <c:pt idx="192">
                  <c:v>33.01</c:v>
                </c:pt>
                <c:pt idx="193">
                  <c:v>33.01</c:v>
                </c:pt>
                <c:pt idx="194">
                  <c:v>33.01</c:v>
                </c:pt>
                <c:pt idx="195">
                  <c:v>33.01</c:v>
                </c:pt>
                <c:pt idx="196">
                  <c:v>33.01</c:v>
                </c:pt>
                <c:pt idx="197">
                  <c:v>33.01</c:v>
                </c:pt>
                <c:pt idx="198">
                  <c:v>33.01</c:v>
                </c:pt>
                <c:pt idx="199">
                  <c:v>33.01</c:v>
                </c:pt>
                <c:pt idx="200">
                  <c:v>33.01</c:v>
                </c:pt>
                <c:pt idx="201">
                  <c:v>33.01</c:v>
                </c:pt>
                <c:pt idx="202">
                  <c:v>33.01</c:v>
                </c:pt>
                <c:pt idx="203">
                  <c:v>33.01</c:v>
                </c:pt>
                <c:pt idx="204">
                  <c:v>33.01</c:v>
                </c:pt>
                <c:pt idx="205">
                  <c:v>33.01</c:v>
                </c:pt>
                <c:pt idx="206">
                  <c:v>33.01</c:v>
                </c:pt>
                <c:pt idx="207">
                  <c:v>33.01</c:v>
                </c:pt>
                <c:pt idx="208">
                  <c:v>33.01</c:v>
                </c:pt>
                <c:pt idx="209">
                  <c:v>33.01</c:v>
                </c:pt>
                <c:pt idx="210">
                  <c:v>33.01</c:v>
                </c:pt>
                <c:pt idx="211">
                  <c:v>33.01</c:v>
                </c:pt>
                <c:pt idx="212">
                  <c:v>33.01</c:v>
                </c:pt>
                <c:pt idx="213">
                  <c:v>33.01</c:v>
                </c:pt>
                <c:pt idx="214">
                  <c:v>33.01</c:v>
                </c:pt>
                <c:pt idx="215">
                  <c:v>33.01</c:v>
                </c:pt>
                <c:pt idx="216">
                  <c:v>33.01</c:v>
                </c:pt>
                <c:pt idx="217">
                  <c:v>33.01</c:v>
                </c:pt>
                <c:pt idx="218">
                  <c:v>33.01</c:v>
                </c:pt>
                <c:pt idx="219">
                  <c:v>33.01</c:v>
                </c:pt>
                <c:pt idx="220">
                  <c:v>33.01</c:v>
                </c:pt>
                <c:pt idx="221">
                  <c:v>33.01</c:v>
                </c:pt>
                <c:pt idx="222">
                  <c:v>33.01</c:v>
                </c:pt>
                <c:pt idx="223">
                  <c:v>33.01</c:v>
                </c:pt>
                <c:pt idx="224">
                  <c:v>33.01</c:v>
                </c:pt>
                <c:pt idx="225">
                  <c:v>33.01</c:v>
                </c:pt>
                <c:pt idx="226">
                  <c:v>33.01</c:v>
                </c:pt>
                <c:pt idx="227">
                  <c:v>33.01</c:v>
                </c:pt>
                <c:pt idx="228">
                  <c:v>33.01</c:v>
                </c:pt>
                <c:pt idx="229">
                  <c:v>33.01</c:v>
                </c:pt>
                <c:pt idx="230">
                  <c:v>33.01</c:v>
                </c:pt>
                <c:pt idx="231">
                  <c:v>33.01</c:v>
                </c:pt>
                <c:pt idx="232">
                  <c:v>33.01</c:v>
                </c:pt>
                <c:pt idx="233">
                  <c:v>33.01</c:v>
                </c:pt>
                <c:pt idx="234">
                  <c:v>33.01</c:v>
                </c:pt>
                <c:pt idx="235">
                  <c:v>33.01</c:v>
                </c:pt>
                <c:pt idx="236">
                  <c:v>33.01</c:v>
                </c:pt>
                <c:pt idx="237">
                  <c:v>33.01</c:v>
                </c:pt>
                <c:pt idx="238">
                  <c:v>33.01</c:v>
                </c:pt>
                <c:pt idx="239">
                  <c:v>33.01</c:v>
                </c:pt>
                <c:pt idx="240">
                  <c:v>33.01</c:v>
                </c:pt>
                <c:pt idx="241">
                  <c:v>33.01</c:v>
                </c:pt>
                <c:pt idx="242">
                  <c:v>33.01</c:v>
                </c:pt>
                <c:pt idx="243">
                  <c:v>33.01</c:v>
                </c:pt>
                <c:pt idx="244">
                  <c:v>33.01</c:v>
                </c:pt>
                <c:pt idx="245">
                  <c:v>33.01</c:v>
                </c:pt>
                <c:pt idx="246">
                  <c:v>33.01</c:v>
                </c:pt>
                <c:pt idx="247">
                  <c:v>33.01</c:v>
                </c:pt>
                <c:pt idx="248">
                  <c:v>33.01</c:v>
                </c:pt>
                <c:pt idx="249">
                  <c:v>33.01</c:v>
                </c:pt>
                <c:pt idx="250">
                  <c:v>33.01</c:v>
                </c:pt>
                <c:pt idx="251">
                  <c:v>33.01</c:v>
                </c:pt>
                <c:pt idx="252">
                  <c:v>33.01</c:v>
                </c:pt>
                <c:pt idx="253">
                  <c:v>33.01</c:v>
                </c:pt>
                <c:pt idx="254">
                  <c:v>33.01</c:v>
                </c:pt>
                <c:pt idx="255">
                  <c:v>33.01</c:v>
                </c:pt>
                <c:pt idx="256">
                  <c:v>33.01</c:v>
                </c:pt>
                <c:pt idx="257">
                  <c:v>33.01</c:v>
                </c:pt>
                <c:pt idx="258">
                  <c:v>33.01</c:v>
                </c:pt>
                <c:pt idx="259">
                  <c:v>33.01</c:v>
                </c:pt>
                <c:pt idx="260">
                  <c:v>33.01</c:v>
                </c:pt>
                <c:pt idx="261">
                  <c:v>33.01</c:v>
                </c:pt>
                <c:pt idx="262">
                  <c:v>33.01</c:v>
                </c:pt>
                <c:pt idx="263">
                  <c:v>33.01</c:v>
                </c:pt>
                <c:pt idx="264">
                  <c:v>33.01</c:v>
                </c:pt>
                <c:pt idx="265">
                  <c:v>33.01</c:v>
                </c:pt>
                <c:pt idx="266">
                  <c:v>33.01</c:v>
                </c:pt>
                <c:pt idx="267">
                  <c:v>33.01</c:v>
                </c:pt>
                <c:pt idx="268">
                  <c:v>33.01</c:v>
                </c:pt>
                <c:pt idx="269">
                  <c:v>33.01</c:v>
                </c:pt>
                <c:pt idx="270">
                  <c:v>33.01</c:v>
                </c:pt>
                <c:pt idx="271">
                  <c:v>33.01</c:v>
                </c:pt>
                <c:pt idx="272">
                  <c:v>33.01</c:v>
                </c:pt>
                <c:pt idx="273">
                  <c:v>33.01</c:v>
                </c:pt>
                <c:pt idx="274">
                  <c:v>33.01</c:v>
                </c:pt>
                <c:pt idx="275">
                  <c:v>33.01</c:v>
                </c:pt>
                <c:pt idx="276">
                  <c:v>33.01</c:v>
                </c:pt>
                <c:pt idx="277">
                  <c:v>33.01</c:v>
                </c:pt>
                <c:pt idx="278">
                  <c:v>33.01</c:v>
                </c:pt>
                <c:pt idx="279">
                  <c:v>33.01</c:v>
                </c:pt>
                <c:pt idx="280">
                  <c:v>33.01</c:v>
                </c:pt>
                <c:pt idx="281">
                  <c:v>33.01</c:v>
                </c:pt>
                <c:pt idx="282">
                  <c:v>33.01</c:v>
                </c:pt>
                <c:pt idx="283">
                  <c:v>33.01</c:v>
                </c:pt>
                <c:pt idx="284">
                  <c:v>33.01</c:v>
                </c:pt>
                <c:pt idx="285">
                  <c:v>33.01</c:v>
                </c:pt>
                <c:pt idx="286">
                  <c:v>33.01</c:v>
                </c:pt>
                <c:pt idx="287">
                  <c:v>33.01</c:v>
                </c:pt>
                <c:pt idx="288">
                  <c:v>33.01</c:v>
                </c:pt>
                <c:pt idx="289">
                  <c:v>33.01</c:v>
                </c:pt>
                <c:pt idx="290">
                  <c:v>33.01</c:v>
                </c:pt>
                <c:pt idx="291">
                  <c:v>33.01</c:v>
                </c:pt>
                <c:pt idx="292">
                  <c:v>33.01</c:v>
                </c:pt>
                <c:pt idx="293">
                  <c:v>33.01</c:v>
                </c:pt>
                <c:pt idx="294">
                  <c:v>33.01</c:v>
                </c:pt>
                <c:pt idx="295">
                  <c:v>33.01</c:v>
                </c:pt>
                <c:pt idx="296">
                  <c:v>33.01</c:v>
                </c:pt>
                <c:pt idx="297">
                  <c:v>33.01</c:v>
                </c:pt>
                <c:pt idx="298">
                  <c:v>33.01</c:v>
                </c:pt>
                <c:pt idx="299">
                  <c:v>33.01</c:v>
                </c:pt>
                <c:pt idx="300">
                  <c:v>33.01</c:v>
                </c:pt>
                <c:pt idx="301">
                  <c:v>33.01</c:v>
                </c:pt>
                <c:pt idx="302">
                  <c:v>33.01</c:v>
                </c:pt>
                <c:pt idx="303">
                  <c:v>33.01</c:v>
                </c:pt>
                <c:pt idx="304">
                  <c:v>33.01</c:v>
                </c:pt>
                <c:pt idx="305">
                  <c:v>33.01</c:v>
                </c:pt>
                <c:pt idx="306">
                  <c:v>33.01</c:v>
                </c:pt>
                <c:pt idx="307">
                  <c:v>33.01</c:v>
                </c:pt>
                <c:pt idx="308">
                  <c:v>33.01</c:v>
                </c:pt>
                <c:pt idx="309">
                  <c:v>33.01</c:v>
                </c:pt>
                <c:pt idx="310">
                  <c:v>33.01</c:v>
                </c:pt>
                <c:pt idx="311">
                  <c:v>33.01</c:v>
                </c:pt>
                <c:pt idx="312">
                  <c:v>33.01</c:v>
                </c:pt>
                <c:pt idx="313">
                  <c:v>33.01</c:v>
                </c:pt>
                <c:pt idx="314">
                  <c:v>33.01</c:v>
                </c:pt>
                <c:pt idx="315">
                  <c:v>33.01</c:v>
                </c:pt>
                <c:pt idx="316">
                  <c:v>33.01</c:v>
                </c:pt>
                <c:pt idx="317">
                  <c:v>33.01</c:v>
                </c:pt>
                <c:pt idx="318">
                  <c:v>33.01</c:v>
                </c:pt>
                <c:pt idx="319">
                  <c:v>33.01</c:v>
                </c:pt>
                <c:pt idx="320">
                  <c:v>33.01</c:v>
                </c:pt>
                <c:pt idx="321">
                  <c:v>33.01</c:v>
                </c:pt>
                <c:pt idx="322">
                  <c:v>33.01</c:v>
                </c:pt>
                <c:pt idx="323">
                  <c:v>33.01</c:v>
                </c:pt>
                <c:pt idx="324">
                  <c:v>33.01</c:v>
                </c:pt>
                <c:pt idx="325">
                  <c:v>33.01</c:v>
                </c:pt>
                <c:pt idx="326">
                  <c:v>33.01</c:v>
                </c:pt>
                <c:pt idx="327">
                  <c:v>33.01</c:v>
                </c:pt>
                <c:pt idx="328">
                  <c:v>33.01</c:v>
                </c:pt>
                <c:pt idx="329">
                  <c:v>33.01</c:v>
                </c:pt>
                <c:pt idx="330">
                  <c:v>33.01</c:v>
                </c:pt>
                <c:pt idx="331">
                  <c:v>33.01</c:v>
                </c:pt>
                <c:pt idx="332">
                  <c:v>33.01</c:v>
                </c:pt>
                <c:pt idx="333">
                  <c:v>33.01</c:v>
                </c:pt>
                <c:pt idx="334">
                  <c:v>33.01</c:v>
                </c:pt>
                <c:pt idx="335">
                  <c:v>33.01</c:v>
                </c:pt>
                <c:pt idx="336">
                  <c:v>33.01</c:v>
                </c:pt>
                <c:pt idx="337">
                  <c:v>33.01</c:v>
                </c:pt>
                <c:pt idx="338">
                  <c:v>33.01</c:v>
                </c:pt>
                <c:pt idx="339">
                  <c:v>33.01</c:v>
                </c:pt>
                <c:pt idx="340">
                  <c:v>33.01</c:v>
                </c:pt>
                <c:pt idx="341">
                  <c:v>33.01</c:v>
                </c:pt>
                <c:pt idx="342">
                  <c:v>33.01</c:v>
                </c:pt>
                <c:pt idx="343">
                  <c:v>33.01</c:v>
                </c:pt>
                <c:pt idx="344">
                  <c:v>33.01</c:v>
                </c:pt>
                <c:pt idx="345">
                  <c:v>33.01</c:v>
                </c:pt>
                <c:pt idx="346">
                  <c:v>33.01</c:v>
                </c:pt>
                <c:pt idx="347">
                  <c:v>33.01</c:v>
                </c:pt>
                <c:pt idx="348">
                  <c:v>33.01</c:v>
                </c:pt>
                <c:pt idx="349">
                  <c:v>33.01</c:v>
                </c:pt>
                <c:pt idx="350">
                  <c:v>33.01</c:v>
                </c:pt>
                <c:pt idx="351">
                  <c:v>33.01</c:v>
                </c:pt>
                <c:pt idx="352">
                  <c:v>33.01</c:v>
                </c:pt>
                <c:pt idx="353">
                  <c:v>33.01</c:v>
                </c:pt>
                <c:pt idx="354">
                  <c:v>33.01</c:v>
                </c:pt>
                <c:pt idx="355">
                  <c:v>33.01</c:v>
                </c:pt>
                <c:pt idx="356">
                  <c:v>33.01</c:v>
                </c:pt>
                <c:pt idx="357">
                  <c:v>33.01</c:v>
                </c:pt>
                <c:pt idx="358">
                  <c:v>33.01</c:v>
                </c:pt>
                <c:pt idx="359">
                  <c:v>33.01</c:v>
                </c:pt>
                <c:pt idx="360">
                  <c:v>33.01</c:v>
                </c:pt>
                <c:pt idx="361">
                  <c:v>33.01</c:v>
                </c:pt>
                <c:pt idx="362">
                  <c:v>33.01</c:v>
                </c:pt>
                <c:pt idx="363">
                  <c:v>33.01</c:v>
                </c:pt>
                <c:pt idx="364">
                  <c:v>33.01</c:v>
                </c:pt>
                <c:pt idx="365">
                  <c:v>33.01</c:v>
                </c:pt>
                <c:pt idx="366">
                  <c:v>33.01</c:v>
                </c:pt>
                <c:pt idx="367">
                  <c:v>33.01</c:v>
                </c:pt>
                <c:pt idx="368">
                  <c:v>33.01</c:v>
                </c:pt>
                <c:pt idx="369">
                  <c:v>33.01</c:v>
                </c:pt>
                <c:pt idx="370">
                  <c:v>33.01</c:v>
                </c:pt>
                <c:pt idx="371">
                  <c:v>33.01</c:v>
                </c:pt>
                <c:pt idx="372">
                  <c:v>33.01</c:v>
                </c:pt>
                <c:pt idx="373">
                  <c:v>33.01</c:v>
                </c:pt>
                <c:pt idx="374">
                  <c:v>33.01</c:v>
                </c:pt>
                <c:pt idx="375">
                  <c:v>33.01</c:v>
                </c:pt>
                <c:pt idx="376">
                  <c:v>33.01</c:v>
                </c:pt>
                <c:pt idx="377">
                  <c:v>33.01</c:v>
                </c:pt>
                <c:pt idx="378">
                  <c:v>33.01</c:v>
                </c:pt>
                <c:pt idx="379">
                  <c:v>33.01</c:v>
                </c:pt>
                <c:pt idx="380">
                  <c:v>33.01</c:v>
                </c:pt>
                <c:pt idx="381">
                  <c:v>33.01</c:v>
                </c:pt>
                <c:pt idx="382">
                  <c:v>33.01</c:v>
                </c:pt>
                <c:pt idx="383">
                  <c:v>33.01</c:v>
                </c:pt>
                <c:pt idx="384">
                  <c:v>33.01</c:v>
                </c:pt>
                <c:pt idx="385">
                  <c:v>33.01</c:v>
                </c:pt>
                <c:pt idx="386">
                  <c:v>33.01</c:v>
                </c:pt>
                <c:pt idx="387">
                  <c:v>33.01</c:v>
                </c:pt>
                <c:pt idx="388">
                  <c:v>33.01</c:v>
                </c:pt>
                <c:pt idx="389">
                  <c:v>33.01</c:v>
                </c:pt>
                <c:pt idx="390">
                  <c:v>33.01</c:v>
                </c:pt>
                <c:pt idx="391">
                  <c:v>33.01</c:v>
                </c:pt>
                <c:pt idx="392">
                  <c:v>33.01</c:v>
                </c:pt>
                <c:pt idx="393">
                  <c:v>33.01</c:v>
                </c:pt>
                <c:pt idx="394">
                  <c:v>33.01</c:v>
                </c:pt>
                <c:pt idx="395">
                  <c:v>33.01</c:v>
                </c:pt>
                <c:pt idx="396">
                  <c:v>33.01</c:v>
                </c:pt>
                <c:pt idx="397">
                  <c:v>33.01</c:v>
                </c:pt>
                <c:pt idx="398">
                  <c:v>33.01</c:v>
                </c:pt>
                <c:pt idx="399">
                  <c:v>33.01</c:v>
                </c:pt>
                <c:pt idx="400">
                  <c:v>33.01</c:v>
                </c:pt>
                <c:pt idx="401">
                  <c:v>33.01</c:v>
                </c:pt>
                <c:pt idx="402">
                  <c:v>33.01</c:v>
                </c:pt>
                <c:pt idx="403">
                  <c:v>33.01</c:v>
                </c:pt>
                <c:pt idx="404">
                  <c:v>33.01</c:v>
                </c:pt>
                <c:pt idx="405">
                  <c:v>33.01</c:v>
                </c:pt>
                <c:pt idx="406">
                  <c:v>33.01</c:v>
                </c:pt>
                <c:pt idx="407">
                  <c:v>33.01</c:v>
                </c:pt>
                <c:pt idx="408">
                  <c:v>33.01</c:v>
                </c:pt>
                <c:pt idx="409">
                  <c:v>33.01</c:v>
                </c:pt>
                <c:pt idx="410">
                  <c:v>33.01</c:v>
                </c:pt>
                <c:pt idx="411">
                  <c:v>33.01</c:v>
                </c:pt>
                <c:pt idx="412">
                  <c:v>33.01</c:v>
                </c:pt>
                <c:pt idx="413">
                  <c:v>33.01</c:v>
                </c:pt>
                <c:pt idx="414">
                  <c:v>33.01</c:v>
                </c:pt>
                <c:pt idx="415">
                  <c:v>33.01</c:v>
                </c:pt>
                <c:pt idx="416">
                  <c:v>33.01</c:v>
                </c:pt>
                <c:pt idx="417">
                  <c:v>33.01</c:v>
                </c:pt>
                <c:pt idx="418">
                  <c:v>33.01</c:v>
                </c:pt>
                <c:pt idx="419">
                  <c:v>33.01</c:v>
                </c:pt>
                <c:pt idx="420">
                  <c:v>33.01</c:v>
                </c:pt>
                <c:pt idx="421">
                  <c:v>33.01</c:v>
                </c:pt>
                <c:pt idx="422">
                  <c:v>33.01</c:v>
                </c:pt>
                <c:pt idx="423">
                  <c:v>33.01</c:v>
                </c:pt>
                <c:pt idx="424">
                  <c:v>33.01</c:v>
                </c:pt>
                <c:pt idx="425">
                  <c:v>33.01</c:v>
                </c:pt>
                <c:pt idx="426">
                  <c:v>33.01</c:v>
                </c:pt>
                <c:pt idx="427">
                  <c:v>33.01</c:v>
                </c:pt>
                <c:pt idx="428">
                  <c:v>33.01</c:v>
                </c:pt>
                <c:pt idx="429">
                  <c:v>33.01</c:v>
                </c:pt>
                <c:pt idx="430">
                  <c:v>33.01</c:v>
                </c:pt>
                <c:pt idx="431">
                  <c:v>33.01</c:v>
                </c:pt>
                <c:pt idx="432">
                  <c:v>33.01</c:v>
                </c:pt>
                <c:pt idx="433">
                  <c:v>33.01</c:v>
                </c:pt>
                <c:pt idx="434">
                  <c:v>33.01</c:v>
                </c:pt>
                <c:pt idx="435">
                  <c:v>33.01</c:v>
                </c:pt>
                <c:pt idx="436">
                  <c:v>33.01</c:v>
                </c:pt>
                <c:pt idx="437">
                  <c:v>33.01</c:v>
                </c:pt>
                <c:pt idx="438">
                  <c:v>33.01</c:v>
                </c:pt>
                <c:pt idx="439">
                  <c:v>33.01</c:v>
                </c:pt>
                <c:pt idx="440">
                  <c:v>33.01</c:v>
                </c:pt>
                <c:pt idx="441">
                  <c:v>33.01</c:v>
                </c:pt>
                <c:pt idx="442">
                  <c:v>33.01</c:v>
                </c:pt>
                <c:pt idx="443">
                  <c:v>33.01</c:v>
                </c:pt>
                <c:pt idx="444">
                  <c:v>33.01</c:v>
                </c:pt>
                <c:pt idx="445">
                  <c:v>33.01</c:v>
                </c:pt>
                <c:pt idx="446">
                  <c:v>33.01</c:v>
                </c:pt>
                <c:pt idx="447">
                  <c:v>33.01</c:v>
                </c:pt>
                <c:pt idx="448">
                  <c:v>33.01</c:v>
                </c:pt>
                <c:pt idx="449">
                  <c:v>33.01</c:v>
                </c:pt>
                <c:pt idx="450">
                  <c:v>33.01</c:v>
                </c:pt>
                <c:pt idx="451">
                  <c:v>33.01</c:v>
                </c:pt>
                <c:pt idx="452">
                  <c:v>33.01</c:v>
                </c:pt>
                <c:pt idx="453">
                  <c:v>33.01</c:v>
                </c:pt>
                <c:pt idx="454">
                  <c:v>33.01</c:v>
                </c:pt>
                <c:pt idx="455">
                  <c:v>33.01</c:v>
                </c:pt>
                <c:pt idx="456">
                  <c:v>33.01</c:v>
                </c:pt>
                <c:pt idx="457">
                  <c:v>33.01</c:v>
                </c:pt>
                <c:pt idx="458">
                  <c:v>33.01</c:v>
                </c:pt>
                <c:pt idx="459">
                  <c:v>33.01</c:v>
                </c:pt>
                <c:pt idx="460">
                  <c:v>33.01</c:v>
                </c:pt>
                <c:pt idx="461">
                  <c:v>33.01</c:v>
                </c:pt>
                <c:pt idx="462">
                  <c:v>33.01</c:v>
                </c:pt>
                <c:pt idx="463">
                  <c:v>33.01</c:v>
                </c:pt>
                <c:pt idx="464">
                  <c:v>33.01</c:v>
                </c:pt>
                <c:pt idx="465">
                  <c:v>33.01</c:v>
                </c:pt>
                <c:pt idx="466">
                  <c:v>33.01</c:v>
                </c:pt>
                <c:pt idx="467">
                  <c:v>33.01</c:v>
                </c:pt>
                <c:pt idx="468">
                  <c:v>33.01</c:v>
                </c:pt>
                <c:pt idx="469">
                  <c:v>33.01</c:v>
                </c:pt>
                <c:pt idx="470">
                  <c:v>33.01</c:v>
                </c:pt>
                <c:pt idx="471">
                  <c:v>33.01</c:v>
                </c:pt>
                <c:pt idx="472">
                  <c:v>33.01</c:v>
                </c:pt>
                <c:pt idx="473">
                  <c:v>33.01</c:v>
                </c:pt>
                <c:pt idx="474">
                  <c:v>33.01</c:v>
                </c:pt>
                <c:pt idx="475">
                  <c:v>33.01</c:v>
                </c:pt>
                <c:pt idx="476">
                  <c:v>33.01</c:v>
                </c:pt>
                <c:pt idx="477">
                  <c:v>33.01</c:v>
                </c:pt>
                <c:pt idx="478">
                  <c:v>33.01</c:v>
                </c:pt>
                <c:pt idx="479">
                  <c:v>33.01</c:v>
                </c:pt>
                <c:pt idx="480">
                  <c:v>33.01</c:v>
                </c:pt>
                <c:pt idx="481">
                  <c:v>33.01</c:v>
                </c:pt>
                <c:pt idx="482">
                  <c:v>33.01</c:v>
                </c:pt>
                <c:pt idx="483">
                  <c:v>33.01</c:v>
                </c:pt>
                <c:pt idx="484">
                  <c:v>33.01</c:v>
                </c:pt>
                <c:pt idx="485">
                  <c:v>33.01</c:v>
                </c:pt>
                <c:pt idx="486">
                  <c:v>33.01</c:v>
                </c:pt>
                <c:pt idx="487">
                  <c:v>33.01</c:v>
                </c:pt>
                <c:pt idx="488">
                  <c:v>33.01</c:v>
                </c:pt>
                <c:pt idx="489">
                  <c:v>33.01</c:v>
                </c:pt>
                <c:pt idx="490">
                  <c:v>33.01</c:v>
                </c:pt>
                <c:pt idx="491">
                  <c:v>33.01</c:v>
                </c:pt>
                <c:pt idx="492">
                  <c:v>33.01</c:v>
                </c:pt>
                <c:pt idx="493">
                  <c:v>33.01</c:v>
                </c:pt>
                <c:pt idx="494">
                  <c:v>33.01</c:v>
                </c:pt>
                <c:pt idx="495">
                  <c:v>33.01</c:v>
                </c:pt>
                <c:pt idx="496">
                  <c:v>33.01</c:v>
                </c:pt>
                <c:pt idx="497">
                  <c:v>33.01</c:v>
                </c:pt>
                <c:pt idx="498">
                  <c:v>33.01</c:v>
                </c:pt>
                <c:pt idx="499">
                  <c:v>33.01</c:v>
                </c:pt>
                <c:pt idx="500">
                  <c:v>33.01</c:v>
                </c:pt>
                <c:pt idx="501">
                  <c:v>33.01</c:v>
                </c:pt>
                <c:pt idx="502">
                  <c:v>33.01</c:v>
                </c:pt>
                <c:pt idx="503">
                  <c:v>33.01</c:v>
                </c:pt>
                <c:pt idx="504">
                  <c:v>33.01</c:v>
                </c:pt>
                <c:pt idx="505">
                  <c:v>33.01</c:v>
                </c:pt>
                <c:pt idx="506">
                  <c:v>33.01</c:v>
                </c:pt>
                <c:pt idx="507">
                  <c:v>33.01</c:v>
                </c:pt>
                <c:pt idx="508">
                  <c:v>33.01</c:v>
                </c:pt>
                <c:pt idx="509">
                  <c:v>33.01</c:v>
                </c:pt>
                <c:pt idx="510">
                  <c:v>33.01</c:v>
                </c:pt>
                <c:pt idx="511">
                  <c:v>33.01</c:v>
                </c:pt>
                <c:pt idx="512">
                  <c:v>33.01</c:v>
                </c:pt>
                <c:pt idx="513">
                  <c:v>33.01</c:v>
                </c:pt>
                <c:pt idx="514">
                  <c:v>33.01</c:v>
                </c:pt>
                <c:pt idx="515">
                  <c:v>33.01</c:v>
                </c:pt>
                <c:pt idx="516">
                  <c:v>33.01</c:v>
                </c:pt>
                <c:pt idx="517">
                  <c:v>33.01</c:v>
                </c:pt>
                <c:pt idx="518">
                  <c:v>33.01</c:v>
                </c:pt>
                <c:pt idx="519">
                  <c:v>33.01</c:v>
                </c:pt>
                <c:pt idx="520">
                  <c:v>33.01</c:v>
                </c:pt>
                <c:pt idx="521">
                  <c:v>33.01</c:v>
                </c:pt>
              </c:numCache>
            </c:numRef>
          </c:val>
          <c:smooth val="0"/>
        </c:ser>
        <c:ser>
          <c:idx val="3"/>
          <c:order val="3"/>
          <c:tx>
            <c:strRef>
              <c:f>Sheet1!$E$1</c:f>
              <c:strCache>
                <c:ptCount val="1"/>
                <c:pt idx="0">
                  <c:v>−1σ</c:v>
                </c:pt>
              </c:strCache>
            </c:strRef>
          </c:tx>
          <c:spPr>
            <a:ln w="12700" cap="rnd">
              <a:solidFill>
                <a:srgbClr val="A5A5A5"/>
              </a:solidFill>
              <a:prstDash val="dash"/>
              <a:round/>
            </a:ln>
          </c:spPr>
          <c:marker>
            <c:symbol val="none"/>
          </c:marker>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Sheet1!$E$2:$E$523</c:f>
              <c:numCache>
                <c:formatCode>General</c:formatCode>
                <c:ptCount val="522"/>
                <c:pt idx="0">
                  <c:v>16.34</c:v>
                </c:pt>
                <c:pt idx="1">
                  <c:v>16.34</c:v>
                </c:pt>
                <c:pt idx="2">
                  <c:v>16.34</c:v>
                </c:pt>
                <c:pt idx="3">
                  <c:v>16.34</c:v>
                </c:pt>
                <c:pt idx="4">
                  <c:v>16.34</c:v>
                </c:pt>
                <c:pt idx="5">
                  <c:v>16.34</c:v>
                </c:pt>
                <c:pt idx="6">
                  <c:v>16.34</c:v>
                </c:pt>
                <c:pt idx="7">
                  <c:v>16.34</c:v>
                </c:pt>
                <c:pt idx="8">
                  <c:v>16.34</c:v>
                </c:pt>
                <c:pt idx="9">
                  <c:v>16.34</c:v>
                </c:pt>
                <c:pt idx="10">
                  <c:v>16.34</c:v>
                </c:pt>
                <c:pt idx="11">
                  <c:v>16.34</c:v>
                </c:pt>
                <c:pt idx="12">
                  <c:v>16.34</c:v>
                </c:pt>
                <c:pt idx="13">
                  <c:v>16.34</c:v>
                </c:pt>
                <c:pt idx="14">
                  <c:v>16.34</c:v>
                </c:pt>
                <c:pt idx="15">
                  <c:v>16.34</c:v>
                </c:pt>
                <c:pt idx="16">
                  <c:v>16.34</c:v>
                </c:pt>
                <c:pt idx="17">
                  <c:v>16.34</c:v>
                </c:pt>
                <c:pt idx="18">
                  <c:v>16.34</c:v>
                </c:pt>
                <c:pt idx="19">
                  <c:v>16.34</c:v>
                </c:pt>
                <c:pt idx="20">
                  <c:v>16.34</c:v>
                </c:pt>
                <c:pt idx="21">
                  <c:v>16.34</c:v>
                </c:pt>
                <c:pt idx="22">
                  <c:v>16.34</c:v>
                </c:pt>
                <c:pt idx="23">
                  <c:v>16.34</c:v>
                </c:pt>
                <c:pt idx="24">
                  <c:v>16.34</c:v>
                </c:pt>
                <c:pt idx="25">
                  <c:v>16.34</c:v>
                </c:pt>
                <c:pt idx="26">
                  <c:v>16.34</c:v>
                </c:pt>
                <c:pt idx="27">
                  <c:v>16.34</c:v>
                </c:pt>
                <c:pt idx="28">
                  <c:v>16.34</c:v>
                </c:pt>
                <c:pt idx="29">
                  <c:v>16.34</c:v>
                </c:pt>
                <c:pt idx="30">
                  <c:v>16.34</c:v>
                </c:pt>
                <c:pt idx="31">
                  <c:v>16.34</c:v>
                </c:pt>
                <c:pt idx="32">
                  <c:v>16.34</c:v>
                </c:pt>
                <c:pt idx="33">
                  <c:v>16.34</c:v>
                </c:pt>
                <c:pt idx="34">
                  <c:v>16.34</c:v>
                </c:pt>
                <c:pt idx="35">
                  <c:v>16.34</c:v>
                </c:pt>
                <c:pt idx="36">
                  <c:v>16.34</c:v>
                </c:pt>
                <c:pt idx="37">
                  <c:v>16.34</c:v>
                </c:pt>
                <c:pt idx="38">
                  <c:v>16.34</c:v>
                </c:pt>
                <c:pt idx="39">
                  <c:v>16.34</c:v>
                </c:pt>
                <c:pt idx="40">
                  <c:v>16.34</c:v>
                </c:pt>
                <c:pt idx="41">
                  <c:v>16.34</c:v>
                </c:pt>
                <c:pt idx="42">
                  <c:v>16.34</c:v>
                </c:pt>
                <c:pt idx="43">
                  <c:v>16.34</c:v>
                </c:pt>
                <c:pt idx="44">
                  <c:v>16.34</c:v>
                </c:pt>
                <c:pt idx="45">
                  <c:v>16.34</c:v>
                </c:pt>
                <c:pt idx="46">
                  <c:v>16.34</c:v>
                </c:pt>
                <c:pt idx="47">
                  <c:v>16.34</c:v>
                </c:pt>
                <c:pt idx="48">
                  <c:v>16.34</c:v>
                </c:pt>
                <c:pt idx="49">
                  <c:v>16.34</c:v>
                </c:pt>
                <c:pt idx="50">
                  <c:v>16.34</c:v>
                </c:pt>
                <c:pt idx="51">
                  <c:v>16.34</c:v>
                </c:pt>
                <c:pt idx="52">
                  <c:v>16.34</c:v>
                </c:pt>
                <c:pt idx="53">
                  <c:v>16.34</c:v>
                </c:pt>
                <c:pt idx="54">
                  <c:v>16.34</c:v>
                </c:pt>
                <c:pt idx="55">
                  <c:v>16.34</c:v>
                </c:pt>
                <c:pt idx="56">
                  <c:v>16.34</c:v>
                </c:pt>
                <c:pt idx="57">
                  <c:v>16.34</c:v>
                </c:pt>
                <c:pt idx="58">
                  <c:v>16.34</c:v>
                </c:pt>
                <c:pt idx="59">
                  <c:v>16.34</c:v>
                </c:pt>
                <c:pt idx="60">
                  <c:v>16.34</c:v>
                </c:pt>
                <c:pt idx="61">
                  <c:v>16.34</c:v>
                </c:pt>
                <c:pt idx="62">
                  <c:v>16.34</c:v>
                </c:pt>
                <c:pt idx="63">
                  <c:v>16.34</c:v>
                </c:pt>
                <c:pt idx="64">
                  <c:v>16.34</c:v>
                </c:pt>
                <c:pt idx="65">
                  <c:v>16.34</c:v>
                </c:pt>
                <c:pt idx="66">
                  <c:v>16.34</c:v>
                </c:pt>
                <c:pt idx="67">
                  <c:v>16.34</c:v>
                </c:pt>
                <c:pt idx="68">
                  <c:v>16.34</c:v>
                </c:pt>
                <c:pt idx="69">
                  <c:v>16.34</c:v>
                </c:pt>
                <c:pt idx="70">
                  <c:v>16.34</c:v>
                </c:pt>
                <c:pt idx="71">
                  <c:v>16.34</c:v>
                </c:pt>
                <c:pt idx="72">
                  <c:v>16.34</c:v>
                </c:pt>
                <c:pt idx="73">
                  <c:v>16.34</c:v>
                </c:pt>
                <c:pt idx="74">
                  <c:v>16.34</c:v>
                </c:pt>
                <c:pt idx="75">
                  <c:v>16.34</c:v>
                </c:pt>
                <c:pt idx="76">
                  <c:v>16.34</c:v>
                </c:pt>
                <c:pt idx="77">
                  <c:v>16.34</c:v>
                </c:pt>
                <c:pt idx="78">
                  <c:v>16.34</c:v>
                </c:pt>
                <c:pt idx="79">
                  <c:v>16.34</c:v>
                </c:pt>
                <c:pt idx="80">
                  <c:v>16.34</c:v>
                </c:pt>
                <c:pt idx="81">
                  <c:v>16.34</c:v>
                </c:pt>
                <c:pt idx="82">
                  <c:v>16.34</c:v>
                </c:pt>
                <c:pt idx="83">
                  <c:v>16.34</c:v>
                </c:pt>
                <c:pt idx="84">
                  <c:v>16.34</c:v>
                </c:pt>
                <c:pt idx="85">
                  <c:v>16.34</c:v>
                </c:pt>
                <c:pt idx="86">
                  <c:v>16.34</c:v>
                </c:pt>
                <c:pt idx="87">
                  <c:v>16.34</c:v>
                </c:pt>
                <c:pt idx="88">
                  <c:v>16.34</c:v>
                </c:pt>
                <c:pt idx="89">
                  <c:v>16.34</c:v>
                </c:pt>
                <c:pt idx="90">
                  <c:v>16.34</c:v>
                </c:pt>
                <c:pt idx="91">
                  <c:v>16.34</c:v>
                </c:pt>
                <c:pt idx="92">
                  <c:v>16.34</c:v>
                </c:pt>
                <c:pt idx="93">
                  <c:v>16.34</c:v>
                </c:pt>
                <c:pt idx="94">
                  <c:v>16.34</c:v>
                </c:pt>
                <c:pt idx="95">
                  <c:v>16.34</c:v>
                </c:pt>
                <c:pt idx="96">
                  <c:v>16.34</c:v>
                </c:pt>
                <c:pt idx="97">
                  <c:v>16.34</c:v>
                </c:pt>
                <c:pt idx="98">
                  <c:v>16.34</c:v>
                </c:pt>
                <c:pt idx="99">
                  <c:v>16.34</c:v>
                </c:pt>
                <c:pt idx="100">
                  <c:v>16.34</c:v>
                </c:pt>
                <c:pt idx="101">
                  <c:v>16.34</c:v>
                </c:pt>
                <c:pt idx="102">
                  <c:v>16.34</c:v>
                </c:pt>
                <c:pt idx="103">
                  <c:v>16.34</c:v>
                </c:pt>
                <c:pt idx="104">
                  <c:v>16.34</c:v>
                </c:pt>
                <c:pt idx="105">
                  <c:v>16.34</c:v>
                </c:pt>
                <c:pt idx="106">
                  <c:v>16.34</c:v>
                </c:pt>
                <c:pt idx="107">
                  <c:v>16.34</c:v>
                </c:pt>
                <c:pt idx="108">
                  <c:v>16.34</c:v>
                </c:pt>
                <c:pt idx="109">
                  <c:v>16.34</c:v>
                </c:pt>
                <c:pt idx="110">
                  <c:v>16.34</c:v>
                </c:pt>
                <c:pt idx="111">
                  <c:v>16.34</c:v>
                </c:pt>
                <c:pt idx="112">
                  <c:v>16.34</c:v>
                </c:pt>
                <c:pt idx="113">
                  <c:v>16.34</c:v>
                </c:pt>
                <c:pt idx="114">
                  <c:v>16.34</c:v>
                </c:pt>
                <c:pt idx="115">
                  <c:v>16.34</c:v>
                </c:pt>
                <c:pt idx="116">
                  <c:v>16.34</c:v>
                </c:pt>
                <c:pt idx="117">
                  <c:v>16.34</c:v>
                </c:pt>
                <c:pt idx="118">
                  <c:v>16.34</c:v>
                </c:pt>
                <c:pt idx="119">
                  <c:v>16.34</c:v>
                </c:pt>
                <c:pt idx="120">
                  <c:v>16.34</c:v>
                </c:pt>
                <c:pt idx="121">
                  <c:v>16.34</c:v>
                </c:pt>
                <c:pt idx="122">
                  <c:v>16.34</c:v>
                </c:pt>
                <c:pt idx="123">
                  <c:v>16.34</c:v>
                </c:pt>
                <c:pt idx="124">
                  <c:v>16.34</c:v>
                </c:pt>
                <c:pt idx="125">
                  <c:v>16.34</c:v>
                </c:pt>
                <c:pt idx="126">
                  <c:v>16.34</c:v>
                </c:pt>
                <c:pt idx="127">
                  <c:v>16.34</c:v>
                </c:pt>
                <c:pt idx="128">
                  <c:v>16.34</c:v>
                </c:pt>
                <c:pt idx="129">
                  <c:v>16.34</c:v>
                </c:pt>
                <c:pt idx="130">
                  <c:v>16.34</c:v>
                </c:pt>
                <c:pt idx="131">
                  <c:v>16.34</c:v>
                </c:pt>
                <c:pt idx="132">
                  <c:v>16.34</c:v>
                </c:pt>
                <c:pt idx="133">
                  <c:v>16.34</c:v>
                </c:pt>
                <c:pt idx="134">
                  <c:v>16.34</c:v>
                </c:pt>
                <c:pt idx="135">
                  <c:v>16.34</c:v>
                </c:pt>
                <c:pt idx="136">
                  <c:v>16.34</c:v>
                </c:pt>
                <c:pt idx="137">
                  <c:v>16.34</c:v>
                </c:pt>
                <c:pt idx="138">
                  <c:v>16.34</c:v>
                </c:pt>
                <c:pt idx="139">
                  <c:v>16.34</c:v>
                </c:pt>
                <c:pt idx="140">
                  <c:v>16.34</c:v>
                </c:pt>
                <c:pt idx="141">
                  <c:v>16.34</c:v>
                </c:pt>
                <c:pt idx="142">
                  <c:v>16.34</c:v>
                </c:pt>
                <c:pt idx="143">
                  <c:v>16.34</c:v>
                </c:pt>
                <c:pt idx="144">
                  <c:v>16.34</c:v>
                </c:pt>
                <c:pt idx="145">
                  <c:v>16.34</c:v>
                </c:pt>
                <c:pt idx="146">
                  <c:v>16.34</c:v>
                </c:pt>
                <c:pt idx="147">
                  <c:v>16.34</c:v>
                </c:pt>
                <c:pt idx="148">
                  <c:v>16.34</c:v>
                </c:pt>
                <c:pt idx="149">
                  <c:v>16.34</c:v>
                </c:pt>
                <c:pt idx="150">
                  <c:v>16.34</c:v>
                </c:pt>
                <c:pt idx="151">
                  <c:v>16.34</c:v>
                </c:pt>
                <c:pt idx="152">
                  <c:v>16.34</c:v>
                </c:pt>
                <c:pt idx="153">
                  <c:v>16.34</c:v>
                </c:pt>
                <c:pt idx="154">
                  <c:v>16.34</c:v>
                </c:pt>
                <c:pt idx="155">
                  <c:v>16.34</c:v>
                </c:pt>
                <c:pt idx="156">
                  <c:v>16.34</c:v>
                </c:pt>
                <c:pt idx="157">
                  <c:v>16.34</c:v>
                </c:pt>
                <c:pt idx="158">
                  <c:v>16.34</c:v>
                </c:pt>
                <c:pt idx="159">
                  <c:v>16.34</c:v>
                </c:pt>
                <c:pt idx="160">
                  <c:v>16.34</c:v>
                </c:pt>
                <c:pt idx="161">
                  <c:v>16.34</c:v>
                </c:pt>
                <c:pt idx="162">
                  <c:v>16.34</c:v>
                </c:pt>
                <c:pt idx="163">
                  <c:v>16.34</c:v>
                </c:pt>
                <c:pt idx="164">
                  <c:v>16.34</c:v>
                </c:pt>
                <c:pt idx="165">
                  <c:v>16.34</c:v>
                </c:pt>
                <c:pt idx="166">
                  <c:v>16.34</c:v>
                </c:pt>
                <c:pt idx="167">
                  <c:v>16.34</c:v>
                </c:pt>
                <c:pt idx="168">
                  <c:v>16.34</c:v>
                </c:pt>
                <c:pt idx="169">
                  <c:v>16.34</c:v>
                </c:pt>
                <c:pt idx="170">
                  <c:v>16.34</c:v>
                </c:pt>
                <c:pt idx="171">
                  <c:v>16.34</c:v>
                </c:pt>
                <c:pt idx="172">
                  <c:v>16.34</c:v>
                </c:pt>
                <c:pt idx="173">
                  <c:v>16.34</c:v>
                </c:pt>
                <c:pt idx="174">
                  <c:v>16.34</c:v>
                </c:pt>
                <c:pt idx="175">
                  <c:v>16.34</c:v>
                </c:pt>
                <c:pt idx="176">
                  <c:v>16.34</c:v>
                </c:pt>
                <c:pt idx="177">
                  <c:v>16.34</c:v>
                </c:pt>
                <c:pt idx="178">
                  <c:v>16.34</c:v>
                </c:pt>
                <c:pt idx="179">
                  <c:v>16.34</c:v>
                </c:pt>
                <c:pt idx="180">
                  <c:v>16.34</c:v>
                </c:pt>
                <c:pt idx="181">
                  <c:v>16.34</c:v>
                </c:pt>
                <c:pt idx="182">
                  <c:v>16.34</c:v>
                </c:pt>
                <c:pt idx="183">
                  <c:v>16.34</c:v>
                </c:pt>
                <c:pt idx="184">
                  <c:v>16.34</c:v>
                </c:pt>
                <c:pt idx="185">
                  <c:v>16.34</c:v>
                </c:pt>
                <c:pt idx="186">
                  <c:v>16.34</c:v>
                </c:pt>
                <c:pt idx="187">
                  <c:v>16.34</c:v>
                </c:pt>
                <c:pt idx="188">
                  <c:v>16.34</c:v>
                </c:pt>
                <c:pt idx="189">
                  <c:v>16.34</c:v>
                </c:pt>
                <c:pt idx="190">
                  <c:v>16.34</c:v>
                </c:pt>
                <c:pt idx="191">
                  <c:v>16.34</c:v>
                </c:pt>
                <c:pt idx="192">
                  <c:v>16.34</c:v>
                </c:pt>
                <c:pt idx="193">
                  <c:v>16.34</c:v>
                </c:pt>
                <c:pt idx="194">
                  <c:v>16.34</c:v>
                </c:pt>
                <c:pt idx="195">
                  <c:v>16.34</c:v>
                </c:pt>
                <c:pt idx="196">
                  <c:v>16.34</c:v>
                </c:pt>
                <c:pt idx="197">
                  <c:v>16.34</c:v>
                </c:pt>
                <c:pt idx="198">
                  <c:v>16.34</c:v>
                </c:pt>
                <c:pt idx="199">
                  <c:v>16.34</c:v>
                </c:pt>
                <c:pt idx="200">
                  <c:v>16.34</c:v>
                </c:pt>
                <c:pt idx="201">
                  <c:v>16.34</c:v>
                </c:pt>
                <c:pt idx="202">
                  <c:v>16.34</c:v>
                </c:pt>
                <c:pt idx="203">
                  <c:v>16.34</c:v>
                </c:pt>
                <c:pt idx="204">
                  <c:v>16.34</c:v>
                </c:pt>
                <c:pt idx="205">
                  <c:v>16.34</c:v>
                </c:pt>
                <c:pt idx="206">
                  <c:v>16.34</c:v>
                </c:pt>
                <c:pt idx="207">
                  <c:v>16.34</c:v>
                </c:pt>
                <c:pt idx="208">
                  <c:v>16.34</c:v>
                </c:pt>
                <c:pt idx="209">
                  <c:v>16.34</c:v>
                </c:pt>
                <c:pt idx="210">
                  <c:v>16.34</c:v>
                </c:pt>
                <c:pt idx="211">
                  <c:v>16.34</c:v>
                </c:pt>
                <c:pt idx="212">
                  <c:v>16.34</c:v>
                </c:pt>
                <c:pt idx="213">
                  <c:v>16.34</c:v>
                </c:pt>
                <c:pt idx="214">
                  <c:v>16.34</c:v>
                </c:pt>
                <c:pt idx="215">
                  <c:v>16.34</c:v>
                </c:pt>
                <c:pt idx="216">
                  <c:v>16.34</c:v>
                </c:pt>
                <c:pt idx="217">
                  <c:v>16.34</c:v>
                </c:pt>
                <c:pt idx="218">
                  <c:v>16.34</c:v>
                </c:pt>
                <c:pt idx="219">
                  <c:v>16.34</c:v>
                </c:pt>
                <c:pt idx="220">
                  <c:v>16.34</c:v>
                </c:pt>
                <c:pt idx="221">
                  <c:v>16.34</c:v>
                </c:pt>
                <c:pt idx="222">
                  <c:v>16.34</c:v>
                </c:pt>
                <c:pt idx="223">
                  <c:v>16.34</c:v>
                </c:pt>
                <c:pt idx="224">
                  <c:v>16.34</c:v>
                </c:pt>
                <c:pt idx="225">
                  <c:v>16.34</c:v>
                </c:pt>
                <c:pt idx="226">
                  <c:v>16.34</c:v>
                </c:pt>
                <c:pt idx="227">
                  <c:v>16.34</c:v>
                </c:pt>
                <c:pt idx="228">
                  <c:v>16.34</c:v>
                </c:pt>
                <c:pt idx="229">
                  <c:v>16.34</c:v>
                </c:pt>
                <c:pt idx="230">
                  <c:v>16.34</c:v>
                </c:pt>
                <c:pt idx="231">
                  <c:v>16.34</c:v>
                </c:pt>
                <c:pt idx="232">
                  <c:v>16.34</c:v>
                </c:pt>
                <c:pt idx="233">
                  <c:v>16.34</c:v>
                </c:pt>
                <c:pt idx="234">
                  <c:v>16.34</c:v>
                </c:pt>
                <c:pt idx="235">
                  <c:v>16.34</c:v>
                </c:pt>
                <c:pt idx="236">
                  <c:v>16.34</c:v>
                </c:pt>
                <c:pt idx="237">
                  <c:v>16.34</c:v>
                </c:pt>
                <c:pt idx="238">
                  <c:v>16.34</c:v>
                </c:pt>
                <c:pt idx="239">
                  <c:v>16.34</c:v>
                </c:pt>
                <c:pt idx="240">
                  <c:v>16.34</c:v>
                </c:pt>
                <c:pt idx="241">
                  <c:v>16.34</c:v>
                </c:pt>
                <c:pt idx="242">
                  <c:v>16.34</c:v>
                </c:pt>
                <c:pt idx="243">
                  <c:v>16.34</c:v>
                </c:pt>
                <c:pt idx="244">
                  <c:v>16.34</c:v>
                </c:pt>
                <c:pt idx="245">
                  <c:v>16.34</c:v>
                </c:pt>
                <c:pt idx="246">
                  <c:v>16.34</c:v>
                </c:pt>
                <c:pt idx="247">
                  <c:v>16.34</c:v>
                </c:pt>
                <c:pt idx="248">
                  <c:v>16.34</c:v>
                </c:pt>
                <c:pt idx="249">
                  <c:v>16.34</c:v>
                </c:pt>
                <c:pt idx="250">
                  <c:v>16.34</c:v>
                </c:pt>
                <c:pt idx="251">
                  <c:v>16.34</c:v>
                </c:pt>
                <c:pt idx="252">
                  <c:v>16.34</c:v>
                </c:pt>
                <c:pt idx="253">
                  <c:v>16.34</c:v>
                </c:pt>
                <c:pt idx="254">
                  <c:v>16.34</c:v>
                </c:pt>
                <c:pt idx="255">
                  <c:v>16.34</c:v>
                </c:pt>
                <c:pt idx="256">
                  <c:v>16.34</c:v>
                </c:pt>
                <c:pt idx="257">
                  <c:v>16.34</c:v>
                </c:pt>
                <c:pt idx="258">
                  <c:v>16.34</c:v>
                </c:pt>
                <c:pt idx="259">
                  <c:v>16.34</c:v>
                </c:pt>
                <c:pt idx="260">
                  <c:v>16.34</c:v>
                </c:pt>
                <c:pt idx="261">
                  <c:v>16.34</c:v>
                </c:pt>
                <c:pt idx="262">
                  <c:v>16.34</c:v>
                </c:pt>
                <c:pt idx="263">
                  <c:v>16.34</c:v>
                </c:pt>
                <c:pt idx="264">
                  <c:v>16.34</c:v>
                </c:pt>
                <c:pt idx="265">
                  <c:v>16.34</c:v>
                </c:pt>
                <c:pt idx="266">
                  <c:v>16.34</c:v>
                </c:pt>
                <c:pt idx="267">
                  <c:v>16.34</c:v>
                </c:pt>
                <c:pt idx="268">
                  <c:v>16.34</c:v>
                </c:pt>
                <c:pt idx="269">
                  <c:v>16.34</c:v>
                </c:pt>
                <c:pt idx="270">
                  <c:v>16.34</c:v>
                </c:pt>
                <c:pt idx="271">
                  <c:v>16.34</c:v>
                </c:pt>
                <c:pt idx="272">
                  <c:v>16.34</c:v>
                </c:pt>
                <c:pt idx="273">
                  <c:v>16.34</c:v>
                </c:pt>
                <c:pt idx="274">
                  <c:v>16.34</c:v>
                </c:pt>
                <c:pt idx="275">
                  <c:v>16.34</c:v>
                </c:pt>
                <c:pt idx="276">
                  <c:v>16.34</c:v>
                </c:pt>
                <c:pt idx="277">
                  <c:v>16.34</c:v>
                </c:pt>
                <c:pt idx="278">
                  <c:v>16.34</c:v>
                </c:pt>
                <c:pt idx="279">
                  <c:v>16.34</c:v>
                </c:pt>
                <c:pt idx="280">
                  <c:v>16.34</c:v>
                </c:pt>
                <c:pt idx="281">
                  <c:v>16.34</c:v>
                </c:pt>
                <c:pt idx="282">
                  <c:v>16.34</c:v>
                </c:pt>
                <c:pt idx="283">
                  <c:v>16.34</c:v>
                </c:pt>
                <c:pt idx="284">
                  <c:v>16.34</c:v>
                </c:pt>
                <c:pt idx="285">
                  <c:v>16.34</c:v>
                </c:pt>
                <c:pt idx="286">
                  <c:v>16.34</c:v>
                </c:pt>
                <c:pt idx="287">
                  <c:v>16.34</c:v>
                </c:pt>
                <c:pt idx="288">
                  <c:v>16.34</c:v>
                </c:pt>
                <c:pt idx="289">
                  <c:v>16.34</c:v>
                </c:pt>
                <c:pt idx="290">
                  <c:v>16.34</c:v>
                </c:pt>
                <c:pt idx="291">
                  <c:v>16.34</c:v>
                </c:pt>
                <c:pt idx="292">
                  <c:v>16.34</c:v>
                </c:pt>
                <c:pt idx="293">
                  <c:v>16.34</c:v>
                </c:pt>
                <c:pt idx="294">
                  <c:v>16.34</c:v>
                </c:pt>
                <c:pt idx="295">
                  <c:v>16.34</c:v>
                </c:pt>
                <c:pt idx="296">
                  <c:v>16.34</c:v>
                </c:pt>
                <c:pt idx="297">
                  <c:v>16.34</c:v>
                </c:pt>
                <c:pt idx="298">
                  <c:v>16.34</c:v>
                </c:pt>
                <c:pt idx="299">
                  <c:v>16.34</c:v>
                </c:pt>
                <c:pt idx="300">
                  <c:v>16.34</c:v>
                </c:pt>
                <c:pt idx="301">
                  <c:v>16.34</c:v>
                </c:pt>
                <c:pt idx="302">
                  <c:v>16.34</c:v>
                </c:pt>
                <c:pt idx="303">
                  <c:v>16.34</c:v>
                </c:pt>
                <c:pt idx="304">
                  <c:v>16.34</c:v>
                </c:pt>
                <c:pt idx="305">
                  <c:v>16.34</c:v>
                </c:pt>
                <c:pt idx="306">
                  <c:v>16.34</c:v>
                </c:pt>
                <c:pt idx="307">
                  <c:v>16.34</c:v>
                </c:pt>
                <c:pt idx="308">
                  <c:v>16.34</c:v>
                </c:pt>
                <c:pt idx="309">
                  <c:v>16.34</c:v>
                </c:pt>
                <c:pt idx="310">
                  <c:v>16.34</c:v>
                </c:pt>
                <c:pt idx="311">
                  <c:v>16.34</c:v>
                </c:pt>
                <c:pt idx="312">
                  <c:v>16.34</c:v>
                </c:pt>
                <c:pt idx="313">
                  <c:v>16.34</c:v>
                </c:pt>
                <c:pt idx="314">
                  <c:v>16.34</c:v>
                </c:pt>
                <c:pt idx="315">
                  <c:v>16.34</c:v>
                </c:pt>
                <c:pt idx="316">
                  <c:v>16.34</c:v>
                </c:pt>
                <c:pt idx="317">
                  <c:v>16.34</c:v>
                </c:pt>
                <c:pt idx="318">
                  <c:v>16.34</c:v>
                </c:pt>
                <c:pt idx="319">
                  <c:v>16.34</c:v>
                </c:pt>
                <c:pt idx="320">
                  <c:v>16.34</c:v>
                </c:pt>
                <c:pt idx="321">
                  <c:v>16.34</c:v>
                </c:pt>
                <c:pt idx="322">
                  <c:v>16.34</c:v>
                </c:pt>
                <c:pt idx="323">
                  <c:v>16.34</c:v>
                </c:pt>
                <c:pt idx="324">
                  <c:v>16.34</c:v>
                </c:pt>
                <c:pt idx="325">
                  <c:v>16.34</c:v>
                </c:pt>
                <c:pt idx="326">
                  <c:v>16.34</c:v>
                </c:pt>
                <c:pt idx="327">
                  <c:v>16.34</c:v>
                </c:pt>
                <c:pt idx="328">
                  <c:v>16.34</c:v>
                </c:pt>
                <c:pt idx="329">
                  <c:v>16.34</c:v>
                </c:pt>
                <c:pt idx="330">
                  <c:v>16.34</c:v>
                </c:pt>
                <c:pt idx="331">
                  <c:v>16.34</c:v>
                </c:pt>
                <c:pt idx="332">
                  <c:v>16.34</c:v>
                </c:pt>
                <c:pt idx="333">
                  <c:v>16.34</c:v>
                </c:pt>
                <c:pt idx="334">
                  <c:v>16.34</c:v>
                </c:pt>
                <c:pt idx="335">
                  <c:v>16.34</c:v>
                </c:pt>
                <c:pt idx="336">
                  <c:v>16.34</c:v>
                </c:pt>
                <c:pt idx="337">
                  <c:v>16.34</c:v>
                </c:pt>
                <c:pt idx="338">
                  <c:v>16.34</c:v>
                </c:pt>
                <c:pt idx="339">
                  <c:v>16.34</c:v>
                </c:pt>
                <c:pt idx="340">
                  <c:v>16.34</c:v>
                </c:pt>
                <c:pt idx="341">
                  <c:v>16.34</c:v>
                </c:pt>
                <c:pt idx="342">
                  <c:v>16.34</c:v>
                </c:pt>
                <c:pt idx="343">
                  <c:v>16.34</c:v>
                </c:pt>
                <c:pt idx="344">
                  <c:v>16.34</c:v>
                </c:pt>
                <c:pt idx="345">
                  <c:v>16.34</c:v>
                </c:pt>
                <c:pt idx="346">
                  <c:v>16.34</c:v>
                </c:pt>
                <c:pt idx="347">
                  <c:v>16.34</c:v>
                </c:pt>
                <c:pt idx="348">
                  <c:v>16.34</c:v>
                </c:pt>
                <c:pt idx="349">
                  <c:v>16.34</c:v>
                </c:pt>
                <c:pt idx="350">
                  <c:v>16.34</c:v>
                </c:pt>
                <c:pt idx="351">
                  <c:v>16.34</c:v>
                </c:pt>
                <c:pt idx="352">
                  <c:v>16.34</c:v>
                </c:pt>
                <c:pt idx="353">
                  <c:v>16.34</c:v>
                </c:pt>
                <c:pt idx="354">
                  <c:v>16.34</c:v>
                </c:pt>
                <c:pt idx="355">
                  <c:v>16.34</c:v>
                </c:pt>
                <c:pt idx="356">
                  <c:v>16.34</c:v>
                </c:pt>
                <c:pt idx="357">
                  <c:v>16.34</c:v>
                </c:pt>
                <c:pt idx="358">
                  <c:v>16.34</c:v>
                </c:pt>
                <c:pt idx="359">
                  <c:v>16.34</c:v>
                </c:pt>
                <c:pt idx="360">
                  <c:v>16.34</c:v>
                </c:pt>
                <c:pt idx="361">
                  <c:v>16.34</c:v>
                </c:pt>
                <c:pt idx="362">
                  <c:v>16.34</c:v>
                </c:pt>
                <c:pt idx="363">
                  <c:v>16.34</c:v>
                </c:pt>
                <c:pt idx="364">
                  <c:v>16.34</c:v>
                </c:pt>
                <c:pt idx="365">
                  <c:v>16.34</c:v>
                </c:pt>
                <c:pt idx="366">
                  <c:v>16.34</c:v>
                </c:pt>
                <c:pt idx="367">
                  <c:v>16.34</c:v>
                </c:pt>
                <c:pt idx="368">
                  <c:v>16.34</c:v>
                </c:pt>
                <c:pt idx="369">
                  <c:v>16.34</c:v>
                </c:pt>
                <c:pt idx="370">
                  <c:v>16.34</c:v>
                </c:pt>
                <c:pt idx="371">
                  <c:v>16.34</c:v>
                </c:pt>
                <c:pt idx="372">
                  <c:v>16.34</c:v>
                </c:pt>
                <c:pt idx="373">
                  <c:v>16.34</c:v>
                </c:pt>
                <c:pt idx="374">
                  <c:v>16.34</c:v>
                </c:pt>
                <c:pt idx="375">
                  <c:v>16.34</c:v>
                </c:pt>
                <c:pt idx="376">
                  <c:v>16.34</c:v>
                </c:pt>
                <c:pt idx="377">
                  <c:v>16.34</c:v>
                </c:pt>
                <c:pt idx="378">
                  <c:v>16.34</c:v>
                </c:pt>
                <c:pt idx="379">
                  <c:v>16.34</c:v>
                </c:pt>
                <c:pt idx="380">
                  <c:v>16.34</c:v>
                </c:pt>
                <c:pt idx="381">
                  <c:v>16.34</c:v>
                </c:pt>
                <c:pt idx="382">
                  <c:v>16.34</c:v>
                </c:pt>
                <c:pt idx="383">
                  <c:v>16.34</c:v>
                </c:pt>
                <c:pt idx="384">
                  <c:v>16.34</c:v>
                </c:pt>
                <c:pt idx="385">
                  <c:v>16.34</c:v>
                </c:pt>
                <c:pt idx="386">
                  <c:v>16.34</c:v>
                </c:pt>
                <c:pt idx="387">
                  <c:v>16.34</c:v>
                </c:pt>
                <c:pt idx="388">
                  <c:v>16.34</c:v>
                </c:pt>
                <c:pt idx="389">
                  <c:v>16.34</c:v>
                </c:pt>
                <c:pt idx="390">
                  <c:v>16.34</c:v>
                </c:pt>
                <c:pt idx="391">
                  <c:v>16.34</c:v>
                </c:pt>
                <c:pt idx="392">
                  <c:v>16.34</c:v>
                </c:pt>
                <c:pt idx="393">
                  <c:v>16.34</c:v>
                </c:pt>
                <c:pt idx="394">
                  <c:v>16.34</c:v>
                </c:pt>
                <c:pt idx="395">
                  <c:v>16.34</c:v>
                </c:pt>
                <c:pt idx="396">
                  <c:v>16.34</c:v>
                </c:pt>
                <c:pt idx="397">
                  <c:v>16.34</c:v>
                </c:pt>
                <c:pt idx="398">
                  <c:v>16.34</c:v>
                </c:pt>
                <c:pt idx="399">
                  <c:v>16.34</c:v>
                </c:pt>
                <c:pt idx="400">
                  <c:v>16.34</c:v>
                </c:pt>
                <c:pt idx="401">
                  <c:v>16.34</c:v>
                </c:pt>
                <c:pt idx="402">
                  <c:v>16.34</c:v>
                </c:pt>
                <c:pt idx="403">
                  <c:v>16.34</c:v>
                </c:pt>
                <c:pt idx="404">
                  <c:v>16.34</c:v>
                </c:pt>
                <c:pt idx="405">
                  <c:v>16.34</c:v>
                </c:pt>
                <c:pt idx="406">
                  <c:v>16.34</c:v>
                </c:pt>
                <c:pt idx="407">
                  <c:v>16.34</c:v>
                </c:pt>
                <c:pt idx="408">
                  <c:v>16.34</c:v>
                </c:pt>
                <c:pt idx="409">
                  <c:v>16.34</c:v>
                </c:pt>
                <c:pt idx="410">
                  <c:v>16.34</c:v>
                </c:pt>
                <c:pt idx="411">
                  <c:v>16.34</c:v>
                </c:pt>
                <c:pt idx="412">
                  <c:v>16.34</c:v>
                </c:pt>
                <c:pt idx="413">
                  <c:v>16.34</c:v>
                </c:pt>
                <c:pt idx="414">
                  <c:v>16.34</c:v>
                </c:pt>
                <c:pt idx="415">
                  <c:v>16.34</c:v>
                </c:pt>
                <c:pt idx="416">
                  <c:v>16.34</c:v>
                </c:pt>
                <c:pt idx="417">
                  <c:v>16.34</c:v>
                </c:pt>
                <c:pt idx="418">
                  <c:v>16.34</c:v>
                </c:pt>
                <c:pt idx="419">
                  <c:v>16.34</c:v>
                </c:pt>
                <c:pt idx="420">
                  <c:v>16.34</c:v>
                </c:pt>
                <c:pt idx="421">
                  <c:v>16.34</c:v>
                </c:pt>
                <c:pt idx="422">
                  <c:v>16.34</c:v>
                </c:pt>
                <c:pt idx="423">
                  <c:v>16.34</c:v>
                </c:pt>
                <c:pt idx="424">
                  <c:v>16.34</c:v>
                </c:pt>
                <c:pt idx="425">
                  <c:v>16.34</c:v>
                </c:pt>
                <c:pt idx="426">
                  <c:v>16.34</c:v>
                </c:pt>
                <c:pt idx="427">
                  <c:v>16.34</c:v>
                </c:pt>
                <c:pt idx="428">
                  <c:v>16.34</c:v>
                </c:pt>
                <c:pt idx="429">
                  <c:v>16.34</c:v>
                </c:pt>
                <c:pt idx="430">
                  <c:v>16.34</c:v>
                </c:pt>
                <c:pt idx="431">
                  <c:v>16.34</c:v>
                </c:pt>
                <c:pt idx="432">
                  <c:v>16.34</c:v>
                </c:pt>
                <c:pt idx="433">
                  <c:v>16.34</c:v>
                </c:pt>
                <c:pt idx="434">
                  <c:v>16.34</c:v>
                </c:pt>
                <c:pt idx="435">
                  <c:v>16.34</c:v>
                </c:pt>
                <c:pt idx="436">
                  <c:v>16.34</c:v>
                </c:pt>
                <c:pt idx="437">
                  <c:v>16.34</c:v>
                </c:pt>
                <c:pt idx="438">
                  <c:v>16.34</c:v>
                </c:pt>
                <c:pt idx="439">
                  <c:v>16.34</c:v>
                </c:pt>
                <c:pt idx="440">
                  <c:v>16.34</c:v>
                </c:pt>
                <c:pt idx="441">
                  <c:v>16.34</c:v>
                </c:pt>
                <c:pt idx="442">
                  <c:v>16.34</c:v>
                </c:pt>
                <c:pt idx="443">
                  <c:v>16.34</c:v>
                </c:pt>
                <c:pt idx="444">
                  <c:v>16.34</c:v>
                </c:pt>
                <c:pt idx="445">
                  <c:v>16.34</c:v>
                </c:pt>
                <c:pt idx="446">
                  <c:v>16.34</c:v>
                </c:pt>
                <c:pt idx="447">
                  <c:v>16.34</c:v>
                </c:pt>
                <c:pt idx="448">
                  <c:v>16.34</c:v>
                </c:pt>
                <c:pt idx="449">
                  <c:v>16.34</c:v>
                </c:pt>
                <c:pt idx="450">
                  <c:v>16.34</c:v>
                </c:pt>
                <c:pt idx="451">
                  <c:v>16.34</c:v>
                </c:pt>
                <c:pt idx="452">
                  <c:v>16.34</c:v>
                </c:pt>
                <c:pt idx="453">
                  <c:v>16.34</c:v>
                </c:pt>
                <c:pt idx="454">
                  <c:v>16.34</c:v>
                </c:pt>
                <c:pt idx="455">
                  <c:v>16.34</c:v>
                </c:pt>
                <c:pt idx="456">
                  <c:v>16.34</c:v>
                </c:pt>
                <c:pt idx="457">
                  <c:v>16.34</c:v>
                </c:pt>
                <c:pt idx="458">
                  <c:v>16.34</c:v>
                </c:pt>
                <c:pt idx="459">
                  <c:v>16.34</c:v>
                </c:pt>
                <c:pt idx="460">
                  <c:v>16.34</c:v>
                </c:pt>
                <c:pt idx="461">
                  <c:v>16.34</c:v>
                </c:pt>
                <c:pt idx="462">
                  <c:v>16.34</c:v>
                </c:pt>
                <c:pt idx="463">
                  <c:v>16.34</c:v>
                </c:pt>
                <c:pt idx="464">
                  <c:v>16.34</c:v>
                </c:pt>
                <c:pt idx="465">
                  <c:v>16.34</c:v>
                </c:pt>
                <c:pt idx="466">
                  <c:v>16.34</c:v>
                </c:pt>
                <c:pt idx="467">
                  <c:v>16.34</c:v>
                </c:pt>
                <c:pt idx="468">
                  <c:v>16.34</c:v>
                </c:pt>
                <c:pt idx="469">
                  <c:v>16.34</c:v>
                </c:pt>
                <c:pt idx="470">
                  <c:v>16.34</c:v>
                </c:pt>
                <c:pt idx="471">
                  <c:v>16.34</c:v>
                </c:pt>
                <c:pt idx="472">
                  <c:v>16.34</c:v>
                </c:pt>
                <c:pt idx="473">
                  <c:v>16.34</c:v>
                </c:pt>
                <c:pt idx="474">
                  <c:v>16.34</c:v>
                </c:pt>
                <c:pt idx="475">
                  <c:v>16.34</c:v>
                </c:pt>
                <c:pt idx="476">
                  <c:v>16.34</c:v>
                </c:pt>
                <c:pt idx="477">
                  <c:v>16.34</c:v>
                </c:pt>
                <c:pt idx="478">
                  <c:v>16.34</c:v>
                </c:pt>
                <c:pt idx="479">
                  <c:v>16.34</c:v>
                </c:pt>
                <c:pt idx="480">
                  <c:v>16.34</c:v>
                </c:pt>
                <c:pt idx="481">
                  <c:v>16.34</c:v>
                </c:pt>
                <c:pt idx="482">
                  <c:v>16.34</c:v>
                </c:pt>
                <c:pt idx="483">
                  <c:v>16.34</c:v>
                </c:pt>
                <c:pt idx="484">
                  <c:v>16.34</c:v>
                </c:pt>
                <c:pt idx="485">
                  <c:v>16.34</c:v>
                </c:pt>
                <c:pt idx="486">
                  <c:v>16.34</c:v>
                </c:pt>
                <c:pt idx="487">
                  <c:v>16.34</c:v>
                </c:pt>
                <c:pt idx="488">
                  <c:v>16.34</c:v>
                </c:pt>
                <c:pt idx="489">
                  <c:v>16.34</c:v>
                </c:pt>
                <c:pt idx="490">
                  <c:v>16.34</c:v>
                </c:pt>
                <c:pt idx="491">
                  <c:v>16.34</c:v>
                </c:pt>
                <c:pt idx="492">
                  <c:v>16.34</c:v>
                </c:pt>
                <c:pt idx="493">
                  <c:v>16.34</c:v>
                </c:pt>
                <c:pt idx="494">
                  <c:v>16.34</c:v>
                </c:pt>
                <c:pt idx="495">
                  <c:v>16.34</c:v>
                </c:pt>
                <c:pt idx="496">
                  <c:v>16.34</c:v>
                </c:pt>
                <c:pt idx="497">
                  <c:v>16.34</c:v>
                </c:pt>
                <c:pt idx="498">
                  <c:v>16.34</c:v>
                </c:pt>
                <c:pt idx="499">
                  <c:v>16.34</c:v>
                </c:pt>
                <c:pt idx="500">
                  <c:v>16.34</c:v>
                </c:pt>
                <c:pt idx="501">
                  <c:v>16.34</c:v>
                </c:pt>
                <c:pt idx="502">
                  <c:v>16.34</c:v>
                </c:pt>
                <c:pt idx="503">
                  <c:v>16.34</c:v>
                </c:pt>
                <c:pt idx="504">
                  <c:v>16.34</c:v>
                </c:pt>
                <c:pt idx="505">
                  <c:v>16.34</c:v>
                </c:pt>
                <c:pt idx="506">
                  <c:v>16.34</c:v>
                </c:pt>
                <c:pt idx="507">
                  <c:v>16.34</c:v>
                </c:pt>
                <c:pt idx="508">
                  <c:v>16.34</c:v>
                </c:pt>
                <c:pt idx="509">
                  <c:v>16.34</c:v>
                </c:pt>
                <c:pt idx="510">
                  <c:v>16.34</c:v>
                </c:pt>
                <c:pt idx="511">
                  <c:v>16.34</c:v>
                </c:pt>
                <c:pt idx="512">
                  <c:v>16.34</c:v>
                </c:pt>
                <c:pt idx="513">
                  <c:v>16.34</c:v>
                </c:pt>
                <c:pt idx="514">
                  <c:v>16.34</c:v>
                </c:pt>
                <c:pt idx="515">
                  <c:v>16.34</c:v>
                </c:pt>
                <c:pt idx="516">
                  <c:v>16.34</c:v>
                </c:pt>
                <c:pt idx="517">
                  <c:v>16.34</c:v>
                </c:pt>
                <c:pt idx="518">
                  <c:v>16.34</c:v>
                </c:pt>
                <c:pt idx="519">
                  <c:v>16.34</c:v>
                </c:pt>
                <c:pt idx="520">
                  <c:v>16.34</c:v>
                </c:pt>
                <c:pt idx="521">
                  <c:v>16.34</c:v>
                </c:pt>
              </c:numCache>
            </c:numRef>
          </c:val>
          <c:smooth val="0"/>
        </c:ser>
        <c:ser>
          <c:idx val="4"/>
          <c:order val="4"/>
          <c:tx>
            <c:strRef>
              <c:f>Sheet1!$F$1</c:f>
              <c:strCache>
                <c:ptCount val="1"/>
                <c:pt idx="0">
                  <c:v>±2σ</c:v>
                </c:pt>
              </c:strCache>
            </c:strRef>
          </c:tx>
          <c:spPr>
            <a:ln w="12700" cap="rnd">
              <a:solidFill>
                <a:srgbClr val="ED7D31"/>
              </a:solidFill>
              <a:prstDash val="sysDot"/>
              <a:round/>
            </a:ln>
          </c:spPr>
          <c:marker>
            <c:symbol val="none"/>
          </c:marker>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Sheet1!$F$2:$F$523</c:f>
              <c:numCache>
                <c:formatCode>General</c:formatCode>
                <c:ptCount val="522"/>
                <c:pt idx="0">
                  <c:v>41.34</c:v>
                </c:pt>
                <c:pt idx="1">
                  <c:v>41.34</c:v>
                </c:pt>
                <c:pt idx="2">
                  <c:v>41.34</c:v>
                </c:pt>
                <c:pt idx="3">
                  <c:v>41.34</c:v>
                </c:pt>
                <c:pt idx="4">
                  <c:v>41.34</c:v>
                </c:pt>
                <c:pt idx="5">
                  <c:v>41.34</c:v>
                </c:pt>
                <c:pt idx="6">
                  <c:v>41.34</c:v>
                </c:pt>
                <c:pt idx="7">
                  <c:v>41.34</c:v>
                </c:pt>
                <c:pt idx="8">
                  <c:v>41.34</c:v>
                </c:pt>
                <c:pt idx="9">
                  <c:v>41.34</c:v>
                </c:pt>
                <c:pt idx="10">
                  <c:v>41.34</c:v>
                </c:pt>
                <c:pt idx="11">
                  <c:v>41.34</c:v>
                </c:pt>
                <c:pt idx="12">
                  <c:v>41.34</c:v>
                </c:pt>
                <c:pt idx="13">
                  <c:v>41.34</c:v>
                </c:pt>
                <c:pt idx="14">
                  <c:v>41.34</c:v>
                </c:pt>
                <c:pt idx="15">
                  <c:v>41.34</c:v>
                </c:pt>
                <c:pt idx="16">
                  <c:v>41.34</c:v>
                </c:pt>
                <c:pt idx="17">
                  <c:v>41.34</c:v>
                </c:pt>
                <c:pt idx="18">
                  <c:v>41.34</c:v>
                </c:pt>
                <c:pt idx="19">
                  <c:v>41.34</c:v>
                </c:pt>
                <c:pt idx="20">
                  <c:v>41.34</c:v>
                </c:pt>
                <c:pt idx="21">
                  <c:v>41.34</c:v>
                </c:pt>
                <c:pt idx="22">
                  <c:v>41.34</c:v>
                </c:pt>
                <c:pt idx="23">
                  <c:v>41.34</c:v>
                </c:pt>
                <c:pt idx="24">
                  <c:v>41.34</c:v>
                </c:pt>
                <c:pt idx="25">
                  <c:v>41.34</c:v>
                </c:pt>
                <c:pt idx="26">
                  <c:v>41.34</c:v>
                </c:pt>
                <c:pt idx="27">
                  <c:v>41.34</c:v>
                </c:pt>
                <c:pt idx="28">
                  <c:v>41.34</c:v>
                </c:pt>
                <c:pt idx="29">
                  <c:v>41.34</c:v>
                </c:pt>
                <c:pt idx="30">
                  <c:v>41.34</c:v>
                </c:pt>
                <c:pt idx="31">
                  <c:v>41.34</c:v>
                </c:pt>
                <c:pt idx="32">
                  <c:v>41.34</c:v>
                </c:pt>
                <c:pt idx="33">
                  <c:v>41.34</c:v>
                </c:pt>
                <c:pt idx="34">
                  <c:v>41.34</c:v>
                </c:pt>
                <c:pt idx="35">
                  <c:v>41.34</c:v>
                </c:pt>
                <c:pt idx="36">
                  <c:v>41.34</c:v>
                </c:pt>
                <c:pt idx="37">
                  <c:v>41.34</c:v>
                </c:pt>
                <c:pt idx="38">
                  <c:v>41.34</c:v>
                </c:pt>
                <c:pt idx="39">
                  <c:v>41.34</c:v>
                </c:pt>
                <c:pt idx="40">
                  <c:v>41.34</c:v>
                </c:pt>
                <c:pt idx="41">
                  <c:v>41.34</c:v>
                </c:pt>
                <c:pt idx="42">
                  <c:v>41.34</c:v>
                </c:pt>
                <c:pt idx="43">
                  <c:v>41.34</c:v>
                </c:pt>
                <c:pt idx="44">
                  <c:v>41.34</c:v>
                </c:pt>
                <c:pt idx="45">
                  <c:v>41.34</c:v>
                </c:pt>
                <c:pt idx="46">
                  <c:v>41.34</c:v>
                </c:pt>
                <c:pt idx="47">
                  <c:v>41.34</c:v>
                </c:pt>
                <c:pt idx="48">
                  <c:v>41.34</c:v>
                </c:pt>
                <c:pt idx="49">
                  <c:v>41.34</c:v>
                </c:pt>
                <c:pt idx="50">
                  <c:v>41.34</c:v>
                </c:pt>
                <c:pt idx="51">
                  <c:v>41.34</c:v>
                </c:pt>
                <c:pt idx="52">
                  <c:v>41.34</c:v>
                </c:pt>
                <c:pt idx="53">
                  <c:v>41.34</c:v>
                </c:pt>
                <c:pt idx="54">
                  <c:v>41.34</c:v>
                </c:pt>
                <c:pt idx="55">
                  <c:v>41.34</c:v>
                </c:pt>
                <c:pt idx="56">
                  <c:v>41.34</c:v>
                </c:pt>
                <c:pt idx="57">
                  <c:v>41.34</c:v>
                </c:pt>
                <c:pt idx="58">
                  <c:v>41.34</c:v>
                </c:pt>
                <c:pt idx="59">
                  <c:v>41.34</c:v>
                </c:pt>
                <c:pt idx="60">
                  <c:v>41.34</c:v>
                </c:pt>
                <c:pt idx="61">
                  <c:v>41.34</c:v>
                </c:pt>
                <c:pt idx="62">
                  <c:v>41.34</c:v>
                </c:pt>
                <c:pt idx="63">
                  <c:v>41.34</c:v>
                </c:pt>
                <c:pt idx="64">
                  <c:v>41.34</c:v>
                </c:pt>
                <c:pt idx="65">
                  <c:v>41.34</c:v>
                </c:pt>
                <c:pt idx="66">
                  <c:v>41.34</c:v>
                </c:pt>
                <c:pt idx="67">
                  <c:v>41.34</c:v>
                </c:pt>
                <c:pt idx="68">
                  <c:v>41.34</c:v>
                </c:pt>
                <c:pt idx="69">
                  <c:v>41.34</c:v>
                </c:pt>
                <c:pt idx="70">
                  <c:v>41.34</c:v>
                </c:pt>
                <c:pt idx="71">
                  <c:v>41.34</c:v>
                </c:pt>
                <c:pt idx="72">
                  <c:v>41.34</c:v>
                </c:pt>
                <c:pt idx="73">
                  <c:v>41.34</c:v>
                </c:pt>
                <c:pt idx="74">
                  <c:v>41.34</c:v>
                </c:pt>
                <c:pt idx="75">
                  <c:v>41.34</c:v>
                </c:pt>
                <c:pt idx="76">
                  <c:v>41.34</c:v>
                </c:pt>
                <c:pt idx="77">
                  <c:v>41.34</c:v>
                </c:pt>
                <c:pt idx="78">
                  <c:v>41.34</c:v>
                </c:pt>
                <c:pt idx="79">
                  <c:v>41.34</c:v>
                </c:pt>
                <c:pt idx="80">
                  <c:v>41.34</c:v>
                </c:pt>
                <c:pt idx="81">
                  <c:v>41.34</c:v>
                </c:pt>
                <c:pt idx="82">
                  <c:v>41.34</c:v>
                </c:pt>
                <c:pt idx="83">
                  <c:v>41.34</c:v>
                </c:pt>
                <c:pt idx="84">
                  <c:v>41.34</c:v>
                </c:pt>
                <c:pt idx="85">
                  <c:v>41.34</c:v>
                </c:pt>
                <c:pt idx="86">
                  <c:v>41.34</c:v>
                </c:pt>
                <c:pt idx="87">
                  <c:v>41.34</c:v>
                </c:pt>
                <c:pt idx="88">
                  <c:v>41.34</c:v>
                </c:pt>
                <c:pt idx="89">
                  <c:v>41.34</c:v>
                </c:pt>
                <c:pt idx="90">
                  <c:v>41.34</c:v>
                </c:pt>
                <c:pt idx="91">
                  <c:v>41.34</c:v>
                </c:pt>
                <c:pt idx="92">
                  <c:v>41.34</c:v>
                </c:pt>
                <c:pt idx="93">
                  <c:v>41.34</c:v>
                </c:pt>
                <c:pt idx="94">
                  <c:v>41.34</c:v>
                </c:pt>
                <c:pt idx="95">
                  <c:v>41.34</c:v>
                </c:pt>
                <c:pt idx="96">
                  <c:v>41.34</c:v>
                </c:pt>
                <c:pt idx="97">
                  <c:v>41.34</c:v>
                </c:pt>
                <c:pt idx="98">
                  <c:v>41.34</c:v>
                </c:pt>
                <c:pt idx="99">
                  <c:v>41.34</c:v>
                </c:pt>
                <c:pt idx="100">
                  <c:v>41.34</c:v>
                </c:pt>
                <c:pt idx="101">
                  <c:v>41.34</c:v>
                </c:pt>
                <c:pt idx="102">
                  <c:v>41.34</c:v>
                </c:pt>
                <c:pt idx="103">
                  <c:v>41.34</c:v>
                </c:pt>
                <c:pt idx="104">
                  <c:v>41.34</c:v>
                </c:pt>
                <c:pt idx="105">
                  <c:v>41.34</c:v>
                </c:pt>
                <c:pt idx="106">
                  <c:v>41.34</c:v>
                </c:pt>
                <c:pt idx="107">
                  <c:v>41.34</c:v>
                </c:pt>
                <c:pt idx="108">
                  <c:v>41.34</c:v>
                </c:pt>
                <c:pt idx="109">
                  <c:v>41.34</c:v>
                </c:pt>
                <c:pt idx="110">
                  <c:v>41.34</c:v>
                </c:pt>
                <c:pt idx="111">
                  <c:v>41.34</c:v>
                </c:pt>
                <c:pt idx="112">
                  <c:v>41.34</c:v>
                </c:pt>
                <c:pt idx="113">
                  <c:v>41.34</c:v>
                </c:pt>
                <c:pt idx="114">
                  <c:v>41.34</c:v>
                </c:pt>
                <c:pt idx="115">
                  <c:v>41.34</c:v>
                </c:pt>
                <c:pt idx="116">
                  <c:v>41.34</c:v>
                </c:pt>
                <c:pt idx="117">
                  <c:v>41.34</c:v>
                </c:pt>
                <c:pt idx="118">
                  <c:v>41.34</c:v>
                </c:pt>
                <c:pt idx="119">
                  <c:v>41.34</c:v>
                </c:pt>
                <c:pt idx="120">
                  <c:v>41.34</c:v>
                </c:pt>
                <c:pt idx="121">
                  <c:v>41.34</c:v>
                </c:pt>
                <c:pt idx="122">
                  <c:v>41.34</c:v>
                </c:pt>
                <c:pt idx="123">
                  <c:v>41.34</c:v>
                </c:pt>
                <c:pt idx="124">
                  <c:v>41.34</c:v>
                </c:pt>
                <c:pt idx="125">
                  <c:v>41.34</c:v>
                </c:pt>
                <c:pt idx="126">
                  <c:v>41.34</c:v>
                </c:pt>
                <c:pt idx="127">
                  <c:v>41.34</c:v>
                </c:pt>
                <c:pt idx="128">
                  <c:v>41.34</c:v>
                </c:pt>
                <c:pt idx="129">
                  <c:v>41.34</c:v>
                </c:pt>
                <c:pt idx="130">
                  <c:v>41.34</c:v>
                </c:pt>
                <c:pt idx="131">
                  <c:v>41.34</c:v>
                </c:pt>
                <c:pt idx="132">
                  <c:v>41.34</c:v>
                </c:pt>
                <c:pt idx="133">
                  <c:v>41.34</c:v>
                </c:pt>
                <c:pt idx="134">
                  <c:v>41.34</c:v>
                </c:pt>
                <c:pt idx="135">
                  <c:v>41.34</c:v>
                </c:pt>
                <c:pt idx="136">
                  <c:v>41.34</c:v>
                </c:pt>
                <c:pt idx="137">
                  <c:v>41.34</c:v>
                </c:pt>
                <c:pt idx="138">
                  <c:v>41.34</c:v>
                </c:pt>
                <c:pt idx="139">
                  <c:v>41.34</c:v>
                </c:pt>
                <c:pt idx="140">
                  <c:v>41.34</c:v>
                </c:pt>
                <c:pt idx="141">
                  <c:v>41.34</c:v>
                </c:pt>
                <c:pt idx="142">
                  <c:v>41.34</c:v>
                </c:pt>
                <c:pt idx="143">
                  <c:v>41.34</c:v>
                </c:pt>
                <c:pt idx="144">
                  <c:v>41.34</c:v>
                </c:pt>
                <c:pt idx="145">
                  <c:v>41.34</c:v>
                </c:pt>
                <c:pt idx="146">
                  <c:v>41.34</c:v>
                </c:pt>
                <c:pt idx="147">
                  <c:v>41.34</c:v>
                </c:pt>
                <c:pt idx="148">
                  <c:v>41.34</c:v>
                </c:pt>
                <c:pt idx="149">
                  <c:v>41.34</c:v>
                </c:pt>
                <c:pt idx="150">
                  <c:v>41.34</c:v>
                </c:pt>
                <c:pt idx="151">
                  <c:v>41.34</c:v>
                </c:pt>
                <c:pt idx="152">
                  <c:v>41.34</c:v>
                </c:pt>
                <c:pt idx="153">
                  <c:v>41.34</c:v>
                </c:pt>
                <c:pt idx="154">
                  <c:v>41.34</c:v>
                </c:pt>
                <c:pt idx="155">
                  <c:v>41.34</c:v>
                </c:pt>
                <c:pt idx="156">
                  <c:v>41.34</c:v>
                </c:pt>
                <c:pt idx="157">
                  <c:v>41.34</c:v>
                </c:pt>
                <c:pt idx="158">
                  <c:v>41.34</c:v>
                </c:pt>
                <c:pt idx="159">
                  <c:v>41.34</c:v>
                </c:pt>
                <c:pt idx="160">
                  <c:v>41.34</c:v>
                </c:pt>
                <c:pt idx="161">
                  <c:v>41.34</c:v>
                </c:pt>
                <c:pt idx="162">
                  <c:v>41.34</c:v>
                </c:pt>
                <c:pt idx="163">
                  <c:v>41.34</c:v>
                </c:pt>
                <c:pt idx="164">
                  <c:v>41.34</c:v>
                </c:pt>
                <c:pt idx="165">
                  <c:v>41.34</c:v>
                </c:pt>
                <c:pt idx="166">
                  <c:v>41.34</c:v>
                </c:pt>
                <c:pt idx="167">
                  <c:v>41.34</c:v>
                </c:pt>
                <c:pt idx="168">
                  <c:v>41.34</c:v>
                </c:pt>
                <c:pt idx="169">
                  <c:v>41.34</c:v>
                </c:pt>
                <c:pt idx="170">
                  <c:v>41.34</c:v>
                </c:pt>
                <c:pt idx="171">
                  <c:v>41.34</c:v>
                </c:pt>
                <c:pt idx="172">
                  <c:v>41.34</c:v>
                </c:pt>
                <c:pt idx="173">
                  <c:v>41.34</c:v>
                </c:pt>
                <c:pt idx="174">
                  <c:v>41.34</c:v>
                </c:pt>
                <c:pt idx="175">
                  <c:v>41.34</c:v>
                </c:pt>
                <c:pt idx="176">
                  <c:v>41.34</c:v>
                </c:pt>
                <c:pt idx="177">
                  <c:v>41.34</c:v>
                </c:pt>
                <c:pt idx="178">
                  <c:v>41.34</c:v>
                </c:pt>
                <c:pt idx="179">
                  <c:v>41.34</c:v>
                </c:pt>
                <c:pt idx="180">
                  <c:v>41.34</c:v>
                </c:pt>
                <c:pt idx="181">
                  <c:v>41.34</c:v>
                </c:pt>
                <c:pt idx="182">
                  <c:v>41.34</c:v>
                </c:pt>
                <c:pt idx="183">
                  <c:v>41.34</c:v>
                </c:pt>
                <c:pt idx="184">
                  <c:v>41.34</c:v>
                </c:pt>
                <c:pt idx="185">
                  <c:v>41.34</c:v>
                </c:pt>
                <c:pt idx="186">
                  <c:v>41.34</c:v>
                </c:pt>
                <c:pt idx="187">
                  <c:v>41.34</c:v>
                </c:pt>
                <c:pt idx="188">
                  <c:v>41.34</c:v>
                </c:pt>
                <c:pt idx="189">
                  <c:v>41.34</c:v>
                </c:pt>
                <c:pt idx="190">
                  <c:v>41.34</c:v>
                </c:pt>
                <c:pt idx="191">
                  <c:v>41.34</c:v>
                </c:pt>
                <c:pt idx="192">
                  <c:v>41.34</c:v>
                </c:pt>
                <c:pt idx="193">
                  <c:v>41.34</c:v>
                </c:pt>
                <c:pt idx="194">
                  <c:v>41.34</c:v>
                </c:pt>
                <c:pt idx="195">
                  <c:v>41.34</c:v>
                </c:pt>
                <c:pt idx="196">
                  <c:v>41.34</c:v>
                </c:pt>
                <c:pt idx="197">
                  <c:v>41.34</c:v>
                </c:pt>
                <c:pt idx="198">
                  <c:v>41.34</c:v>
                </c:pt>
                <c:pt idx="199">
                  <c:v>41.34</c:v>
                </c:pt>
                <c:pt idx="200">
                  <c:v>41.34</c:v>
                </c:pt>
                <c:pt idx="201">
                  <c:v>41.34</c:v>
                </c:pt>
                <c:pt idx="202">
                  <c:v>41.34</c:v>
                </c:pt>
                <c:pt idx="203">
                  <c:v>41.34</c:v>
                </c:pt>
                <c:pt idx="204">
                  <c:v>41.34</c:v>
                </c:pt>
                <c:pt idx="205">
                  <c:v>41.34</c:v>
                </c:pt>
                <c:pt idx="206">
                  <c:v>41.34</c:v>
                </c:pt>
                <c:pt idx="207">
                  <c:v>41.34</c:v>
                </c:pt>
                <c:pt idx="208">
                  <c:v>41.34</c:v>
                </c:pt>
                <c:pt idx="209">
                  <c:v>41.34</c:v>
                </c:pt>
                <c:pt idx="210">
                  <c:v>41.34</c:v>
                </c:pt>
                <c:pt idx="211">
                  <c:v>41.34</c:v>
                </c:pt>
                <c:pt idx="212">
                  <c:v>41.34</c:v>
                </c:pt>
                <c:pt idx="213">
                  <c:v>41.34</c:v>
                </c:pt>
                <c:pt idx="214">
                  <c:v>41.34</c:v>
                </c:pt>
                <c:pt idx="215">
                  <c:v>41.34</c:v>
                </c:pt>
                <c:pt idx="216">
                  <c:v>41.34</c:v>
                </c:pt>
                <c:pt idx="217">
                  <c:v>41.34</c:v>
                </c:pt>
                <c:pt idx="218">
                  <c:v>41.34</c:v>
                </c:pt>
                <c:pt idx="219">
                  <c:v>41.34</c:v>
                </c:pt>
                <c:pt idx="220">
                  <c:v>41.34</c:v>
                </c:pt>
                <c:pt idx="221">
                  <c:v>41.34</c:v>
                </c:pt>
                <c:pt idx="222">
                  <c:v>41.34</c:v>
                </c:pt>
                <c:pt idx="223">
                  <c:v>41.34</c:v>
                </c:pt>
                <c:pt idx="224">
                  <c:v>41.34</c:v>
                </c:pt>
                <c:pt idx="225">
                  <c:v>41.34</c:v>
                </c:pt>
                <c:pt idx="226">
                  <c:v>41.34</c:v>
                </c:pt>
                <c:pt idx="227">
                  <c:v>41.34</c:v>
                </c:pt>
                <c:pt idx="228">
                  <c:v>41.34</c:v>
                </c:pt>
                <c:pt idx="229">
                  <c:v>41.34</c:v>
                </c:pt>
                <c:pt idx="230">
                  <c:v>41.34</c:v>
                </c:pt>
                <c:pt idx="231">
                  <c:v>41.34</c:v>
                </c:pt>
                <c:pt idx="232">
                  <c:v>41.34</c:v>
                </c:pt>
                <c:pt idx="233">
                  <c:v>41.34</c:v>
                </c:pt>
                <c:pt idx="234">
                  <c:v>41.34</c:v>
                </c:pt>
                <c:pt idx="235">
                  <c:v>41.34</c:v>
                </c:pt>
                <c:pt idx="236">
                  <c:v>41.34</c:v>
                </c:pt>
                <c:pt idx="237">
                  <c:v>41.34</c:v>
                </c:pt>
                <c:pt idx="238">
                  <c:v>41.34</c:v>
                </c:pt>
                <c:pt idx="239">
                  <c:v>41.34</c:v>
                </c:pt>
                <c:pt idx="240">
                  <c:v>41.34</c:v>
                </c:pt>
                <c:pt idx="241">
                  <c:v>41.34</c:v>
                </c:pt>
                <c:pt idx="242">
                  <c:v>41.34</c:v>
                </c:pt>
                <c:pt idx="243">
                  <c:v>41.34</c:v>
                </c:pt>
                <c:pt idx="244">
                  <c:v>41.34</c:v>
                </c:pt>
                <c:pt idx="245">
                  <c:v>41.34</c:v>
                </c:pt>
                <c:pt idx="246">
                  <c:v>41.34</c:v>
                </c:pt>
                <c:pt idx="247">
                  <c:v>41.34</c:v>
                </c:pt>
                <c:pt idx="248">
                  <c:v>41.34</c:v>
                </c:pt>
                <c:pt idx="249">
                  <c:v>41.34</c:v>
                </c:pt>
                <c:pt idx="250">
                  <c:v>41.34</c:v>
                </c:pt>
                <c:pt idx="251">
                  <c:v>41.34</c:v>
                </c:pt>
                <c:pt idx="252">
                  <c:v>41.34</c:v>
                </c:pt>
                <c:pt idx="253">
                  <c:v>41.34</c:v>
                </c:pt>
                <c:pt idx="254">
                  <c:v>41.34</c:v>
                </c:pt>
                <c:pt idx="255">
                  <c:v>41.34</c:v>
                </c:pt>
                <c:pt idx="256">
                  <c:v>41.34</c:v>
                </c:pt>
                <c:pt idx="257">
                  <c:v>41.34</c:v>
                </c:pt>
                <c:pt idx="258">
                  <c:v>41.34</c:v>
                </c:pt>
                <c:pt idx="259">
                  <c:v>41.34</c:v>
                </c:pt>
                <c:pt idx="260">
                  <c:v>41.34</c:v>
                </c:pt>
                <c:pt idx="261">
                  <c:v>41.34</c:v>
                </c:pt>
                <c:pt idx="262">
                  <c:v>41.34</c:v>
                </c:pt>
                <c:pt idx="263">
                  <c:v>41.34</c:v>
                </c:pt>
                <c:pt idx="264">
                  <c:v>41.34</c:v>
                </c:pt>
                <c:pt idx="265">
                  <c:v>41.34</c:v>
                </c:pt>
                <c:pt idx="266">
                  <c:v>41.34</c:v>
                </c:pt>
                <c:pt idx="267">
                  <c:v>41.34</c:v>
                </c:pt>
                <c:pt idx="268">
                  <c:v>41.34</c:v>
                </c:pt>
                <c:pt idx="269">
                  <c:v>41.34</c:v>
                </c:pt>
                <c:pt idx="270">
                  <c:v>41.34</c:v>
                </c:pt>
                <c:pt idx="271">
                  <c:v>41.34</c:v>
                </c:pt>
                <c:pt idx="272">
                  <c:v>41.34</c:v>
                </c:pt>
                <c:pt idx="273">
                  <c:v>41.34</c:v>
                </c:pt>
                <c:pt idx="274">
                  <c:v>41.34</c:v>
                </c:pt>
                <c:pt idx="275">
                  <c:v>41.34</c:v>
                </c:pt>
                <c:pt idx="276">
                  <c:v>41.34</c:v>
                </c:pt>
                <c:pt idx="277">
                  <c:v>41.34</c:v>
                </c:pt>
                <c:pt idx="278">
                  <c:v>41.34</c:v>
                </c:pt>
                <c:pt idx="279">
                  <c:v>41.34</c:v>
                </c:pt>
                <c:pt idx="280">
                  <c:v>41.34</c:v>
                </c:pt>
                <c:pt idx="281">
                  <c:v>41.34</c:v>
                </c:pt>
                <c:pt idx="282">
                  <c:v>41.34</c:v>
                </c:pt>
                <c:pt idx="283">
                  <c:v>41.34</c:v>
                </c:pt>
                <c:pt idx="284">
                  <c:v>41.34</c:v>
                </c:pt>
                <c:pt idx="285">
                  <c:v>41.34</c:v>
                </c:pt>
                <c:pt idx="286">
                  <c:v>41.34</c:v>
                </c:pt>
                <c:pt idx="287">
                  <c:v>41.34</c:v>
                </c:pt>
                <c:pt idx="288">
                  <c:v>41.34</c:v>
                </c:pt>
                <c:pt idx="289">
                  <c:v>41.34</c:v>
                </c:pt>
                <c:pt idx="290">
                  <c:v>41.34</c:v>
                </c:pt>
                <c:pt idx="291">
                  <c:v>41.34</c:v>
                </c:pt>
                <c:pt idx="292">
                  <c:v>41.34</c:v>
                </c:pt>
                <c:pt idx="293">
                  <c:v>41.34</c:v>
                </c:pt>
                <c:pt idx="294">
                  <c:v>41.34</c:v>
                </c:pt>
                <c:pt idx="295">
                  <c:v>41.34</c:v>
                </c:pt>
                <c:pt idx="296">
                  <c:v>41.34</c:v>
                </c:pt>
                <c:pt idx="297">
                  <c:v>41.34</c:v>
                </c:pt>
                <c:pt idx="298">
                  <c:v>41.34</c:v>
                </c:pt>
                <c:pt idx="299">
                  <c:v>41.34</c:v>
                </c:pt>
                <c:pt idx="300">
                  <c:v>41.34</c:v>
                </c:pt>
                <c:pt idx="301">
                  <c:v>41.34</c:v>
                </c:pt>
                <c:pt idx="302">
                  <c:v>41.34</c:v>
                </c:pt>
                <c:pt idx="303">
                  <c:v>41.34</c:v>
                </c:pt>
                <c:pt idx="304">
                  <c:v>41.34</c:v>
                </c:pt>
                <c:pt idx="305">
                  <c:v>41.34</c:v>
                </c:pt>
                <c:pt idx="306">
                  <c:v>41.34</c:v>
                </c:pt>
                <c:pt idx="307">
                  <c:v>41.34</c:v>
                </c:pt>
                <c:pt idx="308">
                  <c:v>41.34</c:v>
                </c:pt>
                <c:pt idx="309">
                  <c:v>41.34</c:v>
                </c:pt>
                <c:pt idx="310">
                  <c:v>41.34</c:v>
                </c:pt>
                <c:pt idx="311">
                  <c:v>41.34</c:v>
                </c:pt>
                <c:pt idx="312">
                  <c:v>41.34</c:v>
                </c:pt>
                <c:pt idx="313">
                  <c:v>41.34</c:v>
                </c:pt>
                <c:pt idx="314">
                  <c:v>41.34</c:v>
                </c:pt>
                <c:pt idx="315">
                  <c:v>41.34</c:v>
                </c:pt>
                <c:pt idx="316">
                  <c:v>41.34</c:v>
                </c:pt>
                <c:pt idx="317">
                  <c:v>41.34</c:v>
                </c:pt>
                <c:pt idx="318">
                  <c:v>41.34</c:v>
                </c:pt>
                <c:pt idx="319">
                  <c:v>41.34</c:v>
                </c:pt>
                <c:pt idx="320">
                  <c:v>41.34</c:v>
                </c:pt>
                <c:pt idx="321">
                  <c:v>41.34</c:v>
                </c:pt>
                <c:pt idx="322">
                  <c:v>41.34</c:v>
                </c:pt>
                <c:pt idx="323">
                  <c:v>41.34</c:v>
                </c:pt>
                <c:pt idx="324">
                  <c:v>41.34</c:v>
                </c:pt>
                <c:pt idx="325">
                  <c:v>41.34</c:v>
                </c:pt>
                <c:pt idx="326">
                  <c:v>41.34</c:v>
                </c:pt>
                <c:pt idx="327">
                  <c:v>41.34</c:v>
                </c:pt>
                <c:pt idx="328">
                  <c:v>41.34</c:v>
                </c:pt>
                <c:pt idx="329">
                  <c:v>41.34</c:v>
                </c:pt>
                <c:pt idx="330">
                  <c:v>41.34</c:v>
                </c:pt>
                <c:pt idx="331">
                  <c:v>41.34</c:v>
                </c:pt>
                <c:pt idx="332">
                  <c:v>41.34</c:v>
                </c:pt>
                <c:pt idx="333">
                  <c:v>41.34</c:v>
                </c:pt>
                <c:pt idx="334">
                  <c:v>41.34</c:v>
                </c:pt>
                <c:pt idx="335">
                  <c:v>41.34</c:v>
                </c:pt>
                <c:pt idx="336">
                  <c:v>41.34</c:v>
                </c:pt>
                <c:pt idx="337">
                  <c:v>41.34</c:v>
                </c:pt>
                <c:pt idx="338">
                  <c:v>41.34</c:v>
                </c:pt>
                <c:pt idx="339">
                  <c:v>41.34</c:v>
                </c:pt>
                <c:pt idx="340">
                  <c:v>41.34</c:v>
                </c:pt>
                <c:pt idx="341">
                  <c:v>41.34</c:v>
                </c:pt>
                <c:pt idx="342">
                  <c:v>41.34</c:v>
                </c:pt>
                <c:pt idx="343">
                  <c:v>41.34</c:v>
                </c:pt>
                <c:pt idx="344">
                  <c:v>41.34</c:v>
                </c:pt>
                <c:pt idx="345">
                  <c:v>41.34</c:v>
                </c:pt>
                <c:pt idx="346">
                  <c:v>41.34</c:v>
                </c:pt>
                <c:pt idx="347">
                  <c:v>41.34</c:v>
                </c:pt>
                <c:pt idx="348">
                  <c:v>41.34</c:v>
                </c:pt>
                <c:pt idx="349">
                  <c:v>41.34</c:v>
                </c:pt>
                <c:pt idx="350">
                  <c:v>41.34</c:v>
                </c:pt>
                <c:pt idx="351">
                  <c:v>41.34</c:v>
                </c:pt>
                <c:pt idx="352">
                  <c:v>41.34</c:v>
                </c:pt>
                <c:pt idx="353">
                  <c:v>41.34</c:v>
                </c:pt>
                <c:pt idx="354">
                  <c:v>41.34</c:v>
                </c:pt>
                <c:pt idx="355">
                  <c:v>41.34</c:v>
                </c:pt>
                <c:pt idx="356">
                  <c:v>41.34</c:v>
                </c:pt>
                <c:pt idx="357">
                  <c:v>41.34</c:v>
                </c:pt>
                <c:pt idx="358">
                  <c:v>41.34</c:v>
                </c:pt>
                <c:pt idx="359">
                  <c:v>41.34</c:v>
                </c:pt>
                <c:pt idx="360">
                  <c:v>41.34</c:v>
                </c:pt>
                <c:pt idx="361">
                  <c:v>41.34</c:v>
                </c:pt>
                <c:pt idx="362">
                  <c:v>41.34</c:v>
                </c:pt>
                <c:pt idx="363">
                  <c:v>41.34</c:v>
                </c:pt>
                <c:pt idx="364">
                  <c:v>41.34</c:v>
                </c:pt>
                <c:pt idx="365">
                  <c:v>41.34</c:v>
                </c:pt>
                <c:pt idx="366">
                  <c:v>41.34</c:v>
                </c:pt>
                <c:pt idx="367">
                  <c:v>41.34</c:v>
                </c:pt>
                <c:pt idx="368">
                  <c:v>41.34</c:v>
                </c:pt>
                <c:pt idx="369">
                  <c:v>41.34</c:v>
                </c:pt>
                <c:pt idx="370">
                  <c:v>41.34</c:v>
                </c:pt>
                <c:pt idx="371">
                  <c:v>41.34</c:v>
                </c:pt>
                <c:pt idx="372">
                  <c:v>41.34</c:v>
                </c:pt>
                <c:pt idx="373">
                  <c:v>41.34</c:v>
                </c:pt>
                <c:pt idx="374">
                  <c:v>41.34</c:v>
                </c:pt>
                <c:pt idx="375">
                  <c:v>41.34</c:v>
                </c:pt>
                <c:pt idx="376">
                  <c:v>41.34</c:v>
                </c:pt>
                <c:pt idx="377">
                  <c:v>41.34</c:v>
                </c:pt>
                <c:pt idx="378">
                  <c:v>41.34</c:v>
                </c:pt>
                <c:pt idx="379">
                  <c:v>41.34</c:v>
                </c:pt>
                <c:pt idx="380">
                  <c:v>41.34</c:v>
                </c:pt>
                <c:pt idx="381">
                  <c:v>41.34</c:v>
                </c:pt>
                <c:pt idx="382">
                  <c:v>41.34</c:v>
                </c:pt>
                <c:pt idx="383">
                  <c:v>41.34</c:v>
                </c:pt>
                <c:pt idx="384">
                  <c:v>41.34</c:v>
                </c:pt>
                <c:pt idx="385">
                  <c:v>41.34</c:v>
                </c:pt>
                <c:pt idx="386">
                  <c:v>41.34</c:v>
                </c:pt>
                <c:pt idx="387">
                  <c:v>41.34</c:v>
                </c:pt>
                <c:pt idx="388">
                  <c:v>41.34</c:v>
                </c:pt>
                <c:pt idx="389">
                  <c:v>41.34</c:v>
                </c:pt>
                <c:pt idx="390">
                  <c:v>41.34</c:v>
                </c:pt>
                <c:pt idx="391">
                  <c:v>41.34</c:v>
                </c:pt>
                <c:pt idx="392">
                  <c:v>41.34</c:v>
                </c:pt>
                <c:pt idx="393">
                  <c:v>41.34</c:v>
                </c:pt>
                <c:pt idx="394">
                  <c:v>41.34</c:v>
                </c:pt>
                <c:pt idx="395">
                  <c:v>41.34</c:v>
                </c:pt>
                <c:pt idx="396">
                  <c:v>41.34</c:v>
                </c:pt>
                <c:pt idx="397">
                  <c:v>41.34</c:v>
                </c:pt>
                <c:pt idx="398">
                  <c:v>41.34</c:v>
                </c:pt>
                <c:pt idx="399">
                  <c:v>41.34</c:v>
                </c:pt>
                <c:pt idx="400">
                  <c:v>41.34</c:v>
                </c:pt>
                <c:pt idx="401">
                  <c:v>41.34</c:v>
                </c:pt>
                <c:pt idx="402">
                  <c:v>41.34</c:v>
                </c:pt>
                <c:pt idx="403">
                  <c:v>41.34</c:v>
                </c:pt>
                <c:pt idx="404">
                  <c:v>41.34</c:v>
                </c:pt>
                <c:pt idx="405">
                  <c:v>41.34</c:v>
                </c:pt>
                <c:pt idx="406">
                  <c:v>41.34</c:v>
                </c:pt>
                <c:pt idx="407">
                  <c:v>41.34</c:v>
                </c:pt>
                <c:pt idx="408">
                  <c:v>41.34</c:v>
                </c:pt>
                <c:pt idx="409">
                  <c:v>41.34</c:v>
                </c:pt>
                <c:pt idx="410">
                  <c:v>41.34</c:v>
                </c:pt>
                <c:pt idx="411">
                  <c:v>41.34</c:v>
                </c:pt>
                <c:pt idx="412">
                  <c:v>41.34</c:v>
                </c:pt>
                <c:pt idx="413">
                  <c:v>41.34</c:v>
                </c:pt>
                <c:pt idx="414">
                  <c:v>41.34</c:v>
                </c:pt>
                <c:pt idx="415">
                  <c:v>41.34</c:v>
                </c:pt>
                <c:pt idx="416">
                  <c:v>41.34</c:v>
                </c:pt>
                <c:pt idx="417">
                  <c:v>41.34</c:v>
                </c:pt>
                <c:pt idx="418">
                  <c:v>41.34</c:v>
                </c:pt>
                <c:pt idx="419">
                  <c:v>41.34</c:v>
                </c:pt>
                <c:pt idx="420">
                  <c:v>41.34</c:v>
                </c:pt>
                <c:pt idx="421">
                  <c:v>41.34</c:v>
                </c:pt>
                <c:pt idx="422">
                  <c:v>41.34</c:v>
                </c:pt>
                <c:pt idx="423">
                  <c:v>41.34</c:v>
                </c:pt>
                <c:pt idx="424">
                  <c:v>41.34</c:v>
                </c:pt>
                <c:pt idx="425">
                  <c:v>41.34</c:v>
                </c:pt>
                <c:pt idx="426">
                  <c:v>41.34</c:v>
                </c:pt>
                <c:pt idx="427">
                  <c:v>41.34</c:v>
                </c:pt>
                <c:pt idx="428">
                  <c:v>41.34</c:v>
                </c:pt>
                <c:pt idx="429">
                  <c:v>41.34</c:v>
                </c:pt>
                <c:pt idx="430">
                  <c:v>41.34</c:v>
                </c:pt>
                <c:pt idx="431">
                  <c:v>41.34</c:v>
                </c:pt>
                <c:pt idx="432">
                  <c:v>41.34</c:v>
                </c:pt>
                <c:pt idx="433">
                  <c:v>41.34</c:v>
                </c:pt>
                <c:pt idx="434">
                  <c:v>41.34</c:v>
                </c:pt>
                <c:pt idx="435">
                  <c:v>41.34</c:v>
                </c:pt>
                <c:pt idx="436">
                  <c:v>41.34</c:v>
                </c:pt>
                <c:pt idx="437">
                  <c:v>41.34</c:v>
                </c:pt>
                <c:pt idx="438">
                  <c:v>41.34</c:v>
                </c:pt>
                <c:pt idx="439">
                  <c:v>41.34</c:v>
                </c:pt>
                <c:pt idx="440">
                  <c:v>41.34</c:v>
                </c:pt>
                <c:pt idx="441">
                  <c:v>41.34</c:v>
                </c:pt>
                <c:pt idx="442">
                  <c:v>41.34</c:v>
                </c:pt>
                <c:pt idx="443">
                  <c:v>41.34</c:v>
                </c:pt>
                <c:pt idx="444">
                  <c:v>41.34</c:v>
                </c:pt>
                <c:pt idx="445">
                  <c:v>41.34</c:v>
                </c:pt>
                <c:pt idx="446">
                  <c:v>41.34</c:v>
                </c:pt>
                <c:pt idx="447">
                  <c:v>41.34</c:v>
                </c:pt>
                <c:pt idx="448">
                  <c:v>41.34</c:v>
                </c:pt>
                <c:pt idx="449">
                  <c:v>41.34</c:v>
                </c:pt>
                <c:pt idx="450">
                  <c:v>41.34</c:v>
                </c:pt>
                <c:pt idx="451">
                  <c:v>41.34</c:v>
                </c:pt>
                <c:pt idx="452">
                  <c:v>41.34</c:v>
                </c:pt>
                <c:pt idx="453">
                  <c:v>41.34</c:v>
                </c:pt>
                <c:pt idx="454">
                  <c:v>41.34</c:v>
                </c:pt>
                <c:pt idx="455">
                  <c:v>41.34</c:v>
                </c:pt>
                <c:pt idx="456">
                  <c:v>41.34</c:v>
                </c:pt>
                <c:pt idx="457">
                  <c:v>41.34</c:v>
                </c:pt>
                <c:pt idx="458">
                  <c:v>41.34</c:v>
                </c:pt>
                <c:pt idx="459">
                  <c:v>41.34</c:v>
                </c:pt>
                <c:pt idx="460">
                  <c:v>41.34</c:v>
                </c:pt>
                <c:pt idx="461">
                  <c:v>41.34</c:v>
                </c:pt>
                <c:pt idx="462">
                  <c:v>41.34</c:v>
                </c:pt>
                <c:pt idx="463">
                  <c:v>41.34</c:v>
                </c:pt>
                <c:pt idx="464">
                  <c:v>41.34</c:v>
                </c:pt>
                <c:pt idx="465">
                  <c:v>41.34</c:v>
                </c:pt>
                <c:pt idx="466">
                  <c:v>41.34</c:v>
                </c:pt>
                <c:pt idx="467">
                  <c:v>41.34</c:v>
                </c:pt>
                <c:pt idx="468">
                  <c:v>41.34</c:v>
                </c:pt>
                <c:pt idx="469">
                  <c:v>41.34</c:v>
                </c:pt>
                <c:pt idx="470">
                  <c:v>41.34</c:v>
                </c:pt>
                <c:pt idx="471">
                  <c:v>41.34</c:v>
                </c:pt>
                <c:pt idx="472">
                  <c:v>41.34</c:v>
                </c:pt>
                <c:pt idx="473">
                  <c:v>41.34</c:v>
                </c:pt>
                <c:pt idx="474">
                  <c:v>41.34</c:v>
                </c:pt>
                <c:pt idx="475">
                  <c:v>41.34</c:v>
                </c:pt>
                <c:pt idx="476">
                  <c:v>41.34</c:v>
                </c:pt>
                <c:pt idx="477">
                  <c:v>41.34</c:v>
                </c:pt>
                <c:pt idx="478">
                  <c:v>41.34</c:v>
                </c:pt>
                <c:pt idx="479">
                  <c:v>41.34</c:v>
                </c:pt>
                <c:pt idx="480">
                  <c:v>41.34</c:v>
                </c:pt>
                <c:pt idx="481">
                  <c:v>41.34</c:v>
                </c:pt>
                <c:pt idx="482">
                  <c:v>41.34</c:v>
                </c:pt>
                <c:pt idx="483">
                  <c:v>41.34</c:v>
                </c:pt>
                <c:pt idx="484">
                  <c:v>41.34</c:v>
                </c:pt>
                <c:pt idx="485">
                  <c:v>41.34</c:v>
                </c:pt>
                <c:pt idx="486">
                  <c:v>41.34</c:v>
                </c:pt>
                <c:pt idx="487">
                  <c:v>41.34</c:v>
                </c:pt>
                <c:pt idx="488">
                  <c:v>41.34</c:v>
                </c:pt>
                <c:pt idx="489">
                  <c:v>41.34</c:v>
                </c:pt>
                <c:pt idx="490">
                  <c:v>41.34</c:v>
                </c:pt>
                <c:pt idx="491">
                  <c:v>41.34</c:v>
                </c:pt>
                <c:pt idx="492">
                  <c:v>41.34</c:v>
                </c:pt>
                <c:pt idx="493">
                  <c:v>41.34</c:v>
                </c:pt>
                <c:pt idx="494">
                  <c:v>41.34</c:v>
                </c:pt>
                <c:pt idx="495">
                  <c:v>41.34</c:v>
                </c:pt>
                <c:pt idx="496">
                  <c:v>41.34</c:v>
                </c:pt>
                <c:pt idx="497">
                  <c:v>41.34</c:v>
                </c:pt>
                <c:pt idx="498">
                  <c:v>41.34</c:v>
                </c:pt>
                <c:pt idx="499">
                  <c:v>41.34</c:v>
                </c:pt>
                <c:pt idx="500">
                  <c:v>41.34</c:v>
                </c:pt>
                <c:pt idx="501">
                  <c:v>41.34</c:v>
                </c:pt>
                <c:pt idx="502">
                  <c:v>41.34</c:v>
                </c:pt>
                <c:pt idx="503">
                  <c:v>41.34</c:v>
                </c:pt>
                <c:pt idx="504">
                  <c:v>41.34</c:v>
                </c:pt>
                <c:pt idx="505">
                  <c:v>41.34</c:v>
                </c:pt>
                <c:pt idx="506">
                  <c:v>41.34</c:v>
                </c:pt>
                <c:pt idx="507">
                  <c:v>41.34</c:v>
                </c:pt>
                <c:pt idx="508">
                  <c:v>41.34</c:v>
                </c:pt>
                <c:pt idx="509">
                  <c:v>41.34</c:v>
                </c:pt>
                <c:pt idx="510">
                  <c:v>41.34</c:v>
                </c:pt>
                <c:pt idx="511">
                  <c:v>41.34</c:v>
                </c:pt>
                <c:pt idx="512">
                  <c:v>41.34</c:v>
                </c:pt>
                <c:pt idx="513">
                  <c:v>41.34</c:v>
                </c:pt>
                <c:pt idx="514">
                  <c:v>41.34</c:v>
                </c:pt>
                <c:pt idx="515">
                  <c:v>41.34</c:v>
                </c:pt>
                <c:pt idx="516">
                  <c:v>41.34</c:v>
                </c:pt>
                <c:pt idx="517">
                  <c:v>41.34</c:v>
                </c:pt>
                <c:pt idx="518">
                  <c:v>41.34</c:v>
                </c:pt>
                <c:pt idx="519">
                  <c:v>41.34</c:v>
                </c:pt>
                <c:pt idx="520">
                  <c:v>41.34</c:v>
                </c:pt>
                <c:pt idx="521">
                  <c:v>41.34</c:v>
                </c:pt>
              </c:numCache>
            </c:numRef>
          </c:val>
          <c:smooth val="0"/>
        </c:ser>
        <c:ser>
          <c:idx val="5"/>
          <c:order val="5"/>
          <c:tx>
            <c:strRef>
              <c:f>Sheet1!$G$1</c:f>
              <c:strCache>
                <c:ptCount val="1"/>
                <c:pt idx="0">
                  <c:v>−2σ</c:v>
                </c:pt>
              </c:strCache>
            </c:strRef>
          </c:tx>
          <c:spPr>
            <a:ln w="12700" cap="rnd">
              <a:solidFill>
                <a:srgbClr val="ED7D31"/>
              </a:solidFill>
              <a:prstDash val="sysDot"/>
              <a:round/>
            </a:ln>
          </c:spPr>
          <c:marker>
            <c:symbol val="none"/>
          </c:marker>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Sheet1!$G$2:$G$523</c:f>
              <c:numCache>
                <c:formatCode>General</c:formatCode>
                <c:ptCount val="522"/>
                <c:pt idx="0">
                  <c:v>8.01</c:v>
                </c:pt>
                <c:pt idx="1">
                  <c:v>8.01</c:v>
                </c:pt>
                <c:pt idx="2">
                  <c:v>8.01</c:v>
                </c:pt>
                <c:pt idx="3">
                  <c:v>8.01</c:v>
                </c:pt>
                <c:pt idx="4">
                  <c:v>8.01</c:v>
                </c:pt>
                <c:pt idx="5">
                  <c:v>8.01</c:v>
                </c:pt>
                <c:pt idx="6">
                  <c:v>8.01</c:v>
                </c:pt>
                <c:pt idx="7">
                  <c:v>8.01</c:v>
                </c:pt>
                <c:pt idx="8">
                  <c:v>8.01</c:v>
                </c:pt>
                <c:pt idx="9">
                  <c:v>8.01</c:v>
                </c:pt>
                <c:pt idx="10">
                  <c:v>8.01</c:v>
                </c:pt>
                <c:pt idx="11">
                  <c:v>8.01</c:v>
                </c:pt>
                <c:pt idx="12">
                  <c:v>8.01</c:v>
                </c:pt>
                <c:pt idx="13">
                  <c:v>8.01</c:v>
                </c:pt>
                <c:pt idx="14">
                  <c:v>8.01</c:v>
                </c:pt>
                <c:pt idx="15">
                  <c:v>8.01</c:v>
                </c:pt>
                <c:pt idx="16">
                  <c:v>8.01</c:v>
                </c:pt>
                <c:pt idx="17">
                  <c:v>8.01</c:v>
                </c:pt>
                <c:pt idx="18">
                  <c:v>8.01</c:v>
                </c:pt>
                <c:pt idx="19">
                  <c:v>8.01</c:v>
                </c:pt>
                <c:pt idx="20">
                  <c:v>8.01</c:v>
                </c:pt>
                <c:pt idx="21">
                  <c:v>8.01</c:v>
                </c:pt>
                <c:pt idx="22">
                  <c:v>8.01</c:v>
                </c:pt>
                <c:pt idx="23">
                  <c:v>8.01</c:v>
                </c:pt>
                <c:pt idx="24">
                  <c:v>8.01</c:v>
                </c:pt>
                <c:pt idx="25">
                  <c:v>8.01</c:v>
                </c:pt>
                <c:pt idx="26">
                  <c:v>8.01</c:v>
                </c:pt>
                <c:pt idx="27">
                  <c:v>8.01</c:v>
                </c:pt>
                <c:pt idx="28">
                  <c:v>8.01</c:v>
                </c:pt>
                <c:pt idx="29">
                  <c:v>8.01</c:v>
                </c:pt>
                <c:pt idx="30">
                  <c:v>8.01</c:v>
                </c:pt>
                <c:pt idx="31">
                  <c:v>8.01</c:v>
                </c:pt>
                <c:pt idx="32">
                  <c:v>8.01</c:v>
                </c:pt>
                <c:pt idx="33">
                  <c:v>8.01</c:v>
                </c:pt>
                <c:pt idx="34">
                  <c:v>8.01</c:v>
                </c:pt>
                <c:pt idx="35">
                  <c:v>8.01</c:v>
                </c:pt>
                <c:pt idx="36">
                  <c:v>8.01</c:v>
                </c:pt>
                <c:pt idx="37">
                  <c:v>8.01</c:v>
                </c:pt>
                <c:pt idx="38">
                  <c:v>8.01</c:v>
                </c:pt>
                <c:pt idx="39">
                  <c:v>8.01</c:v>
                </c:pt>
                <c:pt idx="40">
                  <c:v>8.01</c:v>
                </c:pt>
                <c:pt idx="41">
                  <c:v>8.01</c:v>
                </c:pt>
                <c:pt idx="42">
                  <c:v>8.01</c:v>
                </c:pt>
                <c:pt idx="43">
                  <c:v>8.01</c:v>
                </c:pt>
                <c:pt idx="44">
                  <c:v>8.01</c:v>
                </c:pt>
                <c:pt idx="45">
                  <c:v>8.01</c:v>
                </c:pt>
                <c:pt idx="46">
                  <c:v>8.01</c:v>
                </c:pt>
                <c:pt idx="47">
                  <c:v>8.01</c:v>
                </c:pt>
                <c:pt idx="48">
                  <c:v>8.01</c:v>
                </c:pt>
                <c:pt idx="49">
                  <c:v>8.01</c:v>
                </c:pt>
                <c:pt idx="50">
                  <c:v>8.01</c:v>
                </c:pt>
                <c:pt idx="51">
                  <c:v>8.01</c:v>
                </c:pt>
                <c:pt idx="52">
                  <c:v>8.01</c:v>
                </c:pt>
                <c:pt idx="53">
                  <c:v>8.01</c:v>
                </c:pt>
                <c:pt idx="54">
                  <c:v>8.01</c:v>
                </c:pt>
                <c:pt idx="55">
                  <c:v>8.01</c:v>
                </c:pt>
                <c:pt idx="56">
                  <c:v>8.01</c:v>
                </c:pt>
                <c:pt idx="57">
                  <c:v>8.01</c:v>
                </c:pt>
                <c:pt idx="58">
                  <c:v>8.01</c:v>
                </c:pt>
                <c:pt idx="59">
                  <c:v>8.01</c:v>
                </c:pt>
                <c:pt idx="60">
                  <c:v>8.01</c:v>
                </c:pt>
                <c:pt idx="61">
                  <c:v>8.01</c:v>
                </c:pt>
                <c:pt idx="62">
                  <c:v>8.01</c:v>
                </c:pt>
                <c:pt idx="63">
                  <c:v>8.01</c:v>
                </c:pt>
                <c:pt idx="64">
                  <c:v>8.01</c:v>
                </c:pt>
                <c:pt idx="65">
                  <c:v>8.01</c:v>
                </c:pt>
                <c:pt idx="66">
                  <c:v>8.01</c:v>
                </c:pt>
                <c:pt idx="67">
                  <c:v>8.01</c:v>
                </c:pt>
                <c:pt idx="68">
                  <c:v>8.01</c:v>
                </c:pt>
                <c:pt idx="69">
                  <c:v>8.01</c:v>
                </c:pt>
                <c:pt idx="70">
                  <c:v>8.01</c:v>
                </c:pt>
                <c:pt idx="71">
                  <c:v>8.01</c:v>
                </c:pt>
                <c:pt idx="72">
                  <c:v>8.01</c:v>
                </c:pt>
                <c:pt idx="73">
                  <c:v>8.01</c:v>
                </c:pt>
                <c:pt idx="74">
                  <c:v>8.01</c:v>
                </c:pt>
                <c:pt idx="75">
                  <c:v>8.01</c:v>
                </c:pt>
                <c:pt idx="76">
                  <c:v>8.01</c:v>
                </c:pt>
                <c:pt idx="77">
                  <c:v>8.01</c:v>
                </c:pt>
                <c:pt idx="78">
                  <c:v>8.01</c:v>
                </c:pt>
                <c:pt idx="79">
                  <c:v>8.01</c:v>
                </c:pt>
                <c:pt idx="80">
                  <c:v>8.01</c:v>
                </c:pt>
                <c:pt idx="81">
                  <c:v>8.01</c:v>
                </c:pt>
                <c:pt idx="82">
                  <c:v>8.01</c:v>
                </c:pt>
                <c:pt idx="83">
                  <c:v>8.01</c:v>
                </c:pt>
                <c:pt idx="84">
                  <c:v>8.01</c:v>
                </c:pt>
                <c:pt idx="85">
                  <c:v>8.01</c:v>
                </c:pt>
                <c:pt idx="86">
                  <c:v>8.01</c:v>
                </c:pt>
                <c:pt idx="87">
                  <c:v>8.01</c:v>
                </c:pt>
                <c:pt idx="88">
                  <c:v>8.01</c:v>
                </c:pt>
                <c:pt idx="89">
                  <c:v>8.01</c:v>
                </c:pt>
                <c:pt idx="90">
                  <c:v>8.01</c:v>
                </c:pt>
                <c:pt idx="91">
                  <c:v>8.01</c:v>
                </c:pt>
                <c:pt idx="92">
                  <c:v>8.01</c:v>
                </c:pt>
                <c:pt idx="93">
                  <c:v>8.01</c:v>
                </c:pt>
                <c:pt idx="94">
                  <c:v>8.01</c:v>
                </c:pt>
                <c:pt idx="95">
                  <c:v>8.01</c:v>
                </c:pt>
                <c:pt idx="96">
                  <c:v>8.01</c:v>
                </c:pt>
                <c:pt idx="97">
                  <c:v>8.01</c:v>
                </c:pt>
                <c:pt idx="98">
                  <c:v>8.01</c:v>
                </c:pt>
                <c:pt idx="99">
                  <c:v>8.01</c:v>
                </c:pt>
                <c:pt idx="100">
                  <c:v>8.01</c:v>
                </c:pt>
                <c:pt idx="101">
                  <c:v>8.01</c:v>
                </c:pt>
                <c:pt idx="102">
                  <c:v>8.01</c:v>
                </c:pt>
                <c:pt idx="103">
                  <c:v>8.01</c:v>
                </c:pt>
                <c:pt idx="104">
                  <c:v>8.01</c:v>
                </c:pt>
                <c:pt idx="105">
                  <c:v>8.01</c:v>
                </c:pt>
                <c:pt idx="106">
                  <c:v>8.01</c:v>
                </c:pt>
                <c:pt idx="107">
                  <c:v>8.01</c:v>
                </c:pt>
                <c:pt idx="108">
                  <c:v>8.01</c:v>
                </c:pt>
                <c:pt idx="109">
                  <c:v>8.01</c:v>
                </c:pt>
                <c:pt idx="110">
                  <c:v>8.01</c:v>
                </c:pt>
                <c:pt idx="111">
                  <c:v>8.01</c:v>
                </c:pt>
                <c:pt idx="112">
                  <c:v>8.01</c:v>
                </c:pt>
                <c:pt idx="113">
                  <c:v>8.01</c:v>
                </c:pt>
                <c:pt idx="114">
                  <c:v>8.01</c:v>
                </c:pt>
                <c:pt idx="115">
                  <c:v>8.01</c:v>
                </c:pt>
                <c:pt idx="116">
                  <c:v>8.01</c:v>
                </c:pt>
                <c:pt idx="117">
                  <c:v>8.01</c:v>
                </c:pt>
                <c:pt idx="118">
                  <c:v>8.01</c:v>
                </c:pt>
                <c:pt idx="119">
                  <c:v>8.01</c:v>
                </c:pt>
                <c:pt idx="120">
                  <c:v>8.01</c:v>
                </c:pt>
                <c:pt idx="121">
                  <c:v>8.01</c:v>
                </c:pt>
                <c:pt idx="122">
                  <c:v>8.01</c:v>
                </c:pt>
                <c:pt idx="123">
                  <c:v>8.01</c:v>
                </c:pt>
                <c:pt idx="124">
                  <c:v>8.01</c:v>
                </c:pt>
                <c:pt idx="125">
                  <c:v>8.01</c:v>
                </c:pt>
                <c:pt idx="126">
                  <c:v>8.01</c:v>
                </c:pt>
                <c:pt idx="127">
                  <c:v>8.01</c:v>
                </c:pt>
                <c:pt idx="128">
                  <c:v>8.01</c:v>
                </c:pt>
                <c:pt idx="129">
                  <c:v>8.01</c:v>
                </c:pt>
                <c:pt idx="130">
                  <c:v>8.01</c:v>
                </c:pt>
                <c:pt idx="131">
                  <c:v>8.01</c:v>
                </c:pt>
                <c:pt idx="132">
                  <c:v>8.01</c:v>
                </c:pt>
                <c:pt idx="133">
                  <c:v>8.01</c:v>
                </c:pt>
                <c:pt idx="134">
                  <c:v>8.01</c:v>
                </c:pt>
                <c:pt idx="135">
                  <c:v>8.01</c:v>
                </c:pt>
                <c:pt idx="136">
                  <c:v>8.01</c:v>
                </c:pt>
                <c:pt idx="137">
                  <c:v>8.01</c:v>
                </c:pt>
                <c:pt idx="138">
                  <c:v>8.01</c:v>
                </c:pt>
                <c:pt idx="139">
                  <c:v>8.01</c:v>
                </c:pt>
                <c:pt idx="140">
                  <c:v>8.01</c:v>
                </c:pt>
                <c:pt idx="141">
                  <c:v>8.01</c:v>
                </c:pt>
                <c:pt idx="142">
                  <c:v>8.01</c:v>
                </c:pt>
                <c:pt idx="143">
                  <c:v>8.01</c:v>
                </c:pt>
                <c:pt idx="144">
                  <c:v>8.01</c:v>
                </c:pt>
                <c:pt idx="145">
                  <c:v>8.01</c:v>
                </c:pt>
                <c:pt idx="146">
                  <c:v>8.01</c:v>
                </c:pt>
                <c:pt idx="147">
                  <c:v>8.01</c:v>
                </c:pt>
                <c:pt idx="148">
                  <c:v>8.01</c:v>
                </c:pt>
                <c:pt idx="149">
                  <c:v>8.01</c:v>
                </c:pt>
                <c:pt idx="150">
                  <c:v>8.01</c:v>
                </c:pt>
                <c:pt idx="151">
                  <c:v>8.01</c:v>
                </c:pt>
                <c:pt idx="152">
                  <c:v>8.01</c:v>
                </c:pt>
                <c:pt idx="153">
                  <c:v>8.01</c:v>
                </c:pt>
                <c:pt idx="154">
                  <c:v>8.01</c:v>
                </c:pt>
                <c:pt idx="155">
                  <c:v>8.01</c:v>
                </c:pt>
                <c:pt idx="156">
                  <c:v>8.01</c:v>
                </c:pt>
                <c:pt idx="157">
                  <c:v>8.01</c:v>
                </c:pt>
                <c:pt idx="158">
                  <c:v>8.01</c:v>
                </c:pt>
                <c:pt idx="159">
                  <c:v>8.01</c:v>
                </c:pt>
                <c:pt idx="160">
                  <c:v>8.01</c:v>
                </c:pt>
                <c:pt idx="161">
                  <c:v>8.01</c:v>
                </c:pt>
                <c:pt idx="162">
                  <c:v>8.01</c:v>
                </c:pt>
                <c:pt idx="163">
                  <c:v>8.01</c:v>
                </c:pt>
                <c:pt idx="164">
                  <c:v>8.01</c:v>
                </c:pt>
                <c:pt idx="165">
                  <c:v>8.01</c:v>
                </c:pt>
                <c:pt idx="166">
                  <c:v>8.01</c:v>
                </c:pt>
                <c:pt idx="167">
                  <c:v>8.01</c:v>
                </c:pt>
                <c:pt idx="168">
                  <c:v>8.01</c:v>
                </c:pt>
                <c:pt idx="169">
                  <c:v>8.01</c:v>
                </c:pt>
                <c:pt idx="170">
                  <c:v>8.01</c:v>
                </c:pt>
                <c:pt idx="171">
                  <c:v>8.01</c:v>
                </c:pt>
                <c:pt idx="172">
                  <c:v>8.01</c:v>
                </c:pt>
                <c:pt idx="173">
                  <c:v>8.01</c:v>
                </c:pt>
                <c:pt idx="174">
                  <c:v>8.01</c:v>
                </c:pt>
                <c:pt idx="175">
                  <c:v>8.01</c:v>
                </c:pt>
                <c:pt idx="176">
                  <c:v>8.01</c:v>
                </c:pt>
                <c:pt idx="177">
                  <c:v>8.01</c:v>
                </c:pt>
                <c:pt idx="178">
                  <c:v>8.01</c:v>
                </c:pt>
                <c:pt idx="179">
                  <c:v>8.01</c:v>
                </c:pt>
                <c:pt idx="180">
                  <c:v>8.01</c:v>
                </c:pt>
                <c:pt idx="181">
                  <c:v>8.01</c:v>
                </c:pt>
                <c:pt idx="182">
                  <c:v>8.01</c:v>
                </c:pt>
                <c:pt idx="183">
                  <c:v>8.01</c:v>
                </c:pt>
                <c:pt idx="184">
                  <c:v>8.01</c:v>
                </c:pt>
                <c:pt idx="185">
                  <c:v>8.01</c:v>
                </c:pt>
                <c:pt idx="186">
                  <c:v>8.01</c:v>
                </c:pt>
                <c:pt idx="187">
                  <c:v>8.01</c:v>
                </c:pt>
                <c:pt idx="188">
                  <c:v>8.01</c:v>
                </c:pt>
                <c:pt idx="189">
                  <c:v>8.01</c:v>
                </c:pt>
                <c:pt idx="190">
                  <c:v>8.01</c:v>
                </c:pt>
                <c:pt idx="191">
                  <c:v>8.01</c:v>
                </c:pt>
                <c:pt idx="192">
                  <c:v>8.01</c:v>
                </c:pt>
                <c:pt idx="193">
                  <c:v>8.01</c:v>
                </c:pt>
                <c:pt idx="194">
                  <c:v>8.01</c:v>
                </c:pt>
                <c:pt idx="195">
                  <c:v>8.01</c:v>
                </c:pt>
                <c:pt idx="196">
                  <c:v>8.01</c:v>
                </c:pt>
                <c:pt idx="197">
                  <c:v>8.01</c:v>
                </c:pt>
                <c:pt idx="198">
                  <c:v>8.01</c:v>
                </c:pt>
                <c:pt idx="199">
                  <c:v>8.01</c:v>
                </c:pt>
                <c:pt idx="200">
                  <c:v>8.01</c:v>
                </c:pt>
                <c:pt idx="201">
                  <c:v>8.01</c:v>
                </c:pt>
                <c:pt idx="202">
                  <c:v>8.01</c:v>
                </c:pt>
                <c:pt idx="203">
                  <c:v>8.01</c:v>
                </c:pt>
                <c:pt idx="204">
                  <c:v>8.01</c:v>
                </c:pt>
                <c:pt idx="205">
                  <c:v>8.01</c:v>
                </c:pt>
                <c:pt idx="206">
                  <c:v>8.01</c:v>
                </c:pt>
                <c:pt idx="207">
                  <c:v>8.01</c:v>
                </c:pt>
                <c:pt idx="208">
                  <c:v>8.01</c:v>
                </c:pt>
                <c:pt idx="209">
                  <c:v>8.01</c:v>
                </c:pt>
                <c:pt idx="210">
                  <c:v>8.01</c:v>
                </c:pt>
                <c:pt idx="211">
                  <c:v>8.01</c:v>
                </c:pt>
                <c:pt idx="212">
                  <c:v>8.01</c:v>
                </c:pt>
                <c:pt idx="213">
                  <c:v>8.01</c:v>
                </c:pt>
                <c:pt idx="214">
                  <c:v>8.01</c:v>
                </c:pt>
                <c:pt idx="215">
                  <c:v>8.01</c:v>
                </c:pt>
                <c:pt idx="216">
                  <c:v>8.01</c:v>
                </c:pt>
                <c:pt idx="217">
                  <c:v>8.01</c:v>
                </c:pt>
                <c:pt idx="218">
                  <c:v>8.01</c:v>
                </c:pt>
                <c:pt idx="219">
                  <c:v>8.01</c:v>
                </c:pt>
                <c:pt idx="220">
                  <c:v>8.01</c:v>
                </c:pt>
                <c:pt idx="221">
                  <c:v>8.01</c:v>
                </c:pt>
                <c:pt idx="222">
                  <c:v>8.01</c:v>
                </c:pt>
                <c:pt idx="223">
                  <c:v>8.01</c:v>
                </c:pt>
                <c:pt idx="224">
                  <c:v>8.01</c:v>
                </c:pt>
                <c:pt idx="225">
                  <c:v>8.01</c:v>
                </c:pt>
                <c:pt idx="226">
                  <c:v>8.01</c:v>
                </c:pt>
                <c:pt idx="227">
                  <c:v>8.01</c:v>
                </c:pt>
                <c:pt idx="228">
                  <c:v>8.01</c:v>
                </c:pt>
                <c:pt idx="229">
                  <c:v>8.01</c:v>
                </c:pt>
                <c:pt idx="230">
                  <c:v>8.01</c:v>
                </c:pt>
                <c:pt idx="231">
                  <c:v>8.01</c:v>
                </c:pt>
                <c:pt idx="232">
                  <c:v>8.01</c:v>
                </c:pt>
                <c:pt idx="233">
                  <c:v>8.01</c:v>
                </c:pt>
                <c:pt idx="234">
                  <c:v>8.01</c:v>
                </c:pt>
                <c:pt idx="235">
                  <c:v>8.01</c:v>
                </c:pt>
                <c:pt idx="236">
                  <c:v>8.01</c:v>
                </c:pt>
                <c:pt idx="237">
                  <c:v>8.01</c:v>
                </c:pt>
                <c:pt idx="238">
                  <c:v>8.01</c:v>
                </c:pt>
                <c:pt idx="239">
                  <c:v>8.01</c:v>
                </c:pt>
                <c:pt idx="240">
                  <c:v>8.01</c:v>
                </c:pt>
                <c:pt idx="241">
                  <c:v>8.01</c:v>
                </c:pt>
                <c:pt idx="242">
                  <c:v>8.01</c:v>
                </c:pt>
                <c:pt idx="243">
                  <c:v>8.01</c:v>
                </c:pt>
                <c:pt idx="244">
                  <c:v>8.01</c:v>
                </c:pt>
                <c:pt idx="245">
                  <c:v>8.01</c:v>
                </c:pt>
                <c:pt idx="246">
                  <c:v>8.01</c:v>
                </c:pt>
                <c:pt idx="247">
                  <c:v>8.01</c:v>
                </c:pt>
                <c:pt idx="248">
                  <c:v>8.01</c:v>
                </c:pt>
                <c:pt idx="249">
                  <c:v>8.01</c:v>
                </c:pt>
                <c:pt idx="250">
                  <c:v>8.01</c:v>
                </c:pt>
                <c:pt idx="251">
                  <c:v>8.01</c:v>
                </c:pt>
                <c:pt idx="252">
                  <c:v>8.01</c:v>
                </c:pt>
                <c:pt idx="253">
                  <c:v>8.01</c:v>
                </c:pt>
                <c:pt idx="254">
                  <c:v>8.01</c:v>
                </c:pt>
                <c:pt idx="255">
                  <c:v>8.01</c:v>
                </c:pt>
                <c:pt idx="256">
                  <c:v>8.01</c:v>
                </c:pt>
                <c:pt idx="257">
                  <c:v>8.01</c:v>
                </c:pt>
                <c:pt idx="258">
                  <c:v>8.01</c:v>
                </c:pt>
                <c:pt idx="259">
                  <c:v>8.01</c:v>
                </c:pt>
                <c:pt idx="260">
                  <c:v>8.01</c:v>
                </c:pt>
                <c:pt idx="261">
                  <c:v>8.01</c:v>
                </c:pt>
                <c:pt idx="262">
                  <c:v>8.01</c:v>
                </c:pt>
                <c:pt idx="263">
                  <c:v>8.01</c:v>
                </c:pt>
                <c:pt idx="264">
                  <c:v>8.01</c:v>
                </c:pt>
                <c:pt idx="265">
                  <c:v>8.01</c:v>
                </c:pt>
                <c:pt idx="266">
                  <c:v>8.01</c:v>
                </c:pt>
                <c:pt idx="267">
                  <c:v>8.01</c:v>
                </c:pt>
                <c:pt idx="268">
                  <c:v>8.01</c:v>
                </c:pt>
                <c:pt idx="269">
                  <c:v>8.01</c:v>
                </c:pt>
                <c:pt idx="270">
                  <c:v>8.01</c:v>
                </c:pt>
                <c:pt idx="271">
                  <c:v>8.01</c:v>
                </c:pt>
                <c:pt idx="272">
                  <c:v>8.01</c:v>
                </c:pt>
                <c:pt idx="273">
                  <c:v>8.01</c:v>
                </c:pt>
                <c:pt idx="274">
                  <c:v>8.01</c:v>
                </c:pt>
                <c:pt idx="275">
                  <c:v>8.01</c:v>
                </c:pt>
                <c:pt idx="276">
                  <c:v>8.01</c:v>
                </c:pt>
                <c:pt idx="277">
                  <c:v>8.01</c:v>
                </c:pt>
                <c:pt idx="278">
                  <c:v>8.01</c:v>
                </c:pt>
                <c:pt idx="279">
                  <c:v>8.01</c:v>
                </c:pt>
                <c:pt idx="280">
                  <c:v>8.01</c:v>
                </c:pt>
                <c:pt idx="281">
                  <c:v>8.01</c:v>
                </c:pt>
                <c:pt idx="282">
                  <c:v>8.01</c:v>
                </c:pt>
                <c:pt idx="283">
                  <c:v>8.01</c:v>
                </c:pt>
                <c:pt idx="284">
                  <c:v>8.01</c:v>
                </c:pt>
                <c:pt idx="285">
                  <c:v>8.01</c:v>
                </c:pt>
                <c:pt idx="286">
                  <c:v>8.01</c:v>
                </c:pt>
                <c:pt idx="287">
                  <c:v>8.01</c:v>
                </c:pt>
                <c:pt idx="288">
                  <c:v>8.01</c:v>
                </c:pt>
                <c:pt idx="289">
                  <c:v>8.01</c:v>
                </c:pt>
                <c:pt idx="290">
                  <c:v>8.01</c:v>
                </c:pt>
                <c:pt idx="291">
                  <c:v>8.01</c:v>
                </c:pt>
                <c:pt idx="292">
                  <c:v>8.01</c:v>
                </c:pt>
                <c:pt idx="293">
                  <c:v>8.01</c:v>
                </c:pt>
                <c:pt idx="294">
                  <c:v>8.01</c:v>
                </c:pt>
                <c:pt idx="295">
                  <c:v>8.01</c:v>
                </c:pt>
                <c:pt idx="296">
                  <c:v>8.01</c:v>
                </c:pt>
                <c:pt idx="297">
                  <c:v>8.01</c:v>
                </c:pt>
                <c:pt idx="298">
                  <c:v>8.01</c:v>
                </c:pt>
                <c:pt idx="299">
                  <c:v>8.01</c:v>
                </c:pt>
                <c:pt idx="300">
                  <c:v>8.01</c:v>
                </c:pt>
                <c:pt idx="301">
                  <c:v>8.01</c:v>
                </c:pt>
                <c:pt idx="302">
                  <c:v>8.01</c:v>
                </c:pt>
                <c:pt idx="303">
                  <c:v>8.01</c:v>
                </c:pt>
                <c:pt idx="304">
                  <c:v>8.01</c:v>
                </c:pt>
                <c:pt idx="305">
                  <c:v>8.01</c:v>
                </c:pt>
                <c:pt idx="306">
                  <c:v>8.01</c:v>
                </c:pt>
                <c:pt idx="307">
                  <c:v>8.01</c:v>
                </c:pt>
                <c:pt idx="308">
                  <c:v>8.01</c:v>
                </c:pt>
                <c:pt idx="309">
                  <c:v>8.01</c:v>
                </c:pt>
                <c:pt idx="310">
                  <c:v>8.01</c:v>
                </c:pt>
                <c:pt idx="311">
                  <c:v>8.01</c:v>
                </c:pt>
                <c:pt idx="312">
                  <c:v>8.01</c:v>
                </c:pt>
                <c:pt idx="313">
                  <c:v>8.01</c:v>
                </c:pt>
                <c:pt idx="314">
                  <c:v>8.01</c:v>
                </c:pt>
                <c:pt idx="315">
                  <c:v>8.01</c:v>
                </c:pt>
                <c:pt idx="316">
                  <c:v>8.01</c:v>
                </c:pt>
                <c:pt idx="317">
                  <c:v>8.01</c:v>
                </c:pt>
                <c:pt idx="318">
                  <c:v>8.01</c:v>
                </c:pt>
                <c:pt idx="319">
                  <c:v>8.01</c:v>
                </c:pt>
                <c:pt idx="320">
                  <c:v>8.01</c:v>
                </c:pt>
                <c:pt idx="321">
                  <c:v>8.01</c:v>
                </c:pt>
                <c:pt idx="322">
                  <c:v>8.01</c:v>
                </c:pt>
                <c:pt idx="323">
                  <c:v>8.01</c:v>
                </c:pt>
                <c:pt idx="324">
                  <c:v>8.01</c:v>
                </c:pt>
                <c:pt idx="325">
                  <c:v>8.01</c:v>
                </c:pt>
                <c:pt idx="326">
                  <c:v>8.01</c:v>
                </c:pt>
                <c:pt idx="327">
                  <c:v>8.01</c:v>
                </c:pt>
                <c:pt idx="328">
                  <c:v>8.01</c:v>
                </c:pt>
                <c:pt idx="329">
                  <c:v>8.01</c:v>
                </c:pt>
                <c:pt idx="330">
                  <c:v>8.01</c:v>
                </c:pt>
                <c:pt idx="331">
                  <c:v>8.01</c:v>
                </c:pt>
                <c:pt idx="332">
                  <c:v>8.01</c:v>
                </c:pt>
                <c:pt idx="333">
                  <c:v>8.01</c:v>
                </c:pt>
                <c:pt idx="334">
                  <c:v>8.01</c:v>
                </c:pt>
                <c:pt idx="335">
                  <c:v>8.01</c:v>
                </c:pt>
                <c:pt idx="336">
                  <c:v>8.01</c:v>
                </c:pt>
                <c:pt idx="337">
                  <c:v>8.01</c:v>
                </c:pt>
                <c:pt idx="338">
                  <c:v>8.01</c:v>
                </c:pt>
                <c:pt idx="339">
                  <c:v>8.01</c:v>
                </c:pt>
                <c:pt idx="340">
                  <c:v>8.01</c:v>
                </c:pt>
                <c:pt idx="341">
                  <c:v>8.01</c:v>
                </c:pt>
                <c:pt idx="342">
                  <c:v>8.01</c:v>
                </c:pt>
                <c:pt idx="343">
                  <c:v>8.01</c:v>
                </c:pt>
                <c:pt idx="344">
                  <c:v>8.01</c:v>
                </c:pt>
                <c:pt idx="345">
                  <c:v>8.01</c:v>
                </c:pt>
                <c:pt idx="346">
                  <c:v>8.01</c:v>
                </c:pt>
                <c:pt idx="347">
                  <c:v>8.01</c:v>
                </c:pt>
                <c:pt idx="348">
                  <c:v>8.01</c:v>
                </c:pt>
                <c:pt idx="349">
                  <c:v>8.01</c:v>
                </c:pt>
                <c:pt idx="350">
                  <c:v>8.01</c:v>
                </c:pt>
                <c:pt idx="351">
                  <c:v>8.01</c:v>
                </c:pt>
                <c:pt idx="352">
                  <c:v>8.01</c:v>
                </c:pt>
                <c:pt idx="353">
                  <c:v>8.01</c:v>
                </c:pt>
                <c:pt idx="354">
                  <c:v>8.01</c:v>
                </c:pt>
                <c:pt idx="355">
                  <c:v>8.01</c:v>
                </c:pt>
                <c:pt idx="356">
                  <c:v>8.01</c:v>
                </c:pt>
                <c:pt idx="357">
                  <c:v>8.01</c:v>
                </c:pt>
                <c:pt idx="358">
                  <c:v>8.01</c:v>
                </c:pt>
                <c:pt idx="359">
                  <c:v>8.01</c:v>
                </c:pt>
                <c:pt idx="360">
                  <c:v>8.01</c:v>
                </c:pt>
                <c:pt idx="361">
                  <c:v>8.01</c:v>
                </c:pt>
                <c:pt idx="362">
                  <c:v>8.01</c:v>
                </c:pt>
                <c:pt idx="363">
                  <c:v>8.01</c:v>
                </c:pt>
                <c:pt idx="364">
                  <c:v>8.01</c:v>
                </c:pt>
                <c:pt idx="365">
                  <c:v>8.01</c:v>
                </c:pt>
                <c:pt idx="366">
                  <c:v>8.01</c:v>
                </c:pt>
                <c:pt idx="367">
                  <c:v>8.01</c:v>
                </c:pt>
                <c:pt idx="368">
                  <c:v>8.01</c:v>
                </c:pt>
                <c:pt idx="369">
                  <c:v>8.01</c:v>
                </c:pt>
                <c:pt idx="370">
                  <c:v>8.01</c:v>
                </c:pt>
                <c:pt idx="371">
                  <c:v>8.01</c:v>
                </c:pt>
                <c:pt idx="372">
                  <c:v>8.01</c:v>
                </c:pt>
                <c:pt idx="373">
                  <c:v>8.01</c:v>
                </c:pt>
                <c:pt idx="374">
                  <c:v>8.01</c:v>
                </c:pt>
                <c:pt idx="375">
                  <c:v>8.01</c:v>
                </c:pt>
                <c:pt idx="376">
                  <c:v>8.01</c:v>
                </c:pt>
                <c:pt idx="377">
                  <c:v>8.01</c:v>
                </c:pt>
                <c:pt idx="378">
                  <c:v>8.01</c:v>
                </c:pt>
                <c:pt idx="379">
                  <c:v>8.01</c:v>
                </c:pt>
                <c:pt idx="380">
                  <c:v>8.01</c:v>
                </c:pt>
                <c:pt idx="381">
                  <c:v>8.01</c:v>
                </c:pt>
                <c:pt idx="382">
                  <c:v>8.01</c:v>
                </c:pt>
                <c:pt idx="383">
                  <c:v>8.01</c:v>
                </c:pt>
                <c:pt idx="384">
                  <c:v>8.01</c:v>
                </c:pt>
                <c:pt idx="385">
                  <c:v>8.01</c:v>
                </c:pt>
                <c:pt idx="386">
                  <c:v>8.01</c:v>
                </c:pt>
                <c:pt idx="387">
                  <c:v>8.01</c:v>
                </c:pt>
                <c:pt idx="388">
                  <c:v>8.01</c:v>
                </c:pt>
                <c:pt idx="389">
                  <c:v>8.01</c:v>
                </c:pt>
                <c:pt idx="390">
                  <c:v>8.01</c:v>
                </c:pt>
                <c:pt idx="391">
                  <c:v>8.01</c:v>
                </c:pt>
                <c:pt idx="392">
                  <c:v>8.01</c:v>
                </c:pt>
                <c:pt idx="393">
                  <c:v>8.01</c:v>
                </c:pt>
                <c:pt idx="394">
                  <c:v>8.01</c:v>
                </c:pt>
                <c:pt idx="395">
                  <c:v>8.01</c:v>
                </c:pt>
                <c:pt idx="396">
                  <c:v>8.01</c:v>
                </c:pt>
                <c:pt idx="397">
                  <c:v>8.01</c:v>
                </c:pt>
                <c:pt idx="398">
                  <c:v>8.01</c:v>
                </c:pt>
                <c:pt idx="399">
                  <c:v>8.01</c:v>
                </c:pt>
                <c:pt idx="400">
                  <c:v>8.01</c:v>
                </c:pt>
                <c:pt idx="401">
                  <c:v>8.01</c:v>
                </c:pt>
                <c:pt idx="402">
                  <c:v>8.01</c:v>
                </c:pt>
                <c:pt idx="403">
                  <c:v>8.01</c:v>
                </c:pt>
                <c:pt idx="404">
                  <c:v>8.01</c:v>
                </c:pt>
                <c:pt idx="405">
                  <c:v>8.01</c:v>
                </c:pt>
                <c:pt idx="406">
                  <c:v>8.01</c:v>
                </c:pt>
                <c:pt idx="407">
                  <c:v>8.01</c:v>
                </c:pt>
                <c:pt idx="408">
                  <c:v>8.01</c:v>
                </c:pt>
                <c:pt idx="409">
                  <c:v>8.01</c:v>
                </c:pt>
                <c:pt idx="410">
                  <c:v>8.01</c:v>
                </c:pt>
                <c:pt idx="411">
                  <c:v>8.01</c:v>
                </c:pt>
                <c:pt idx="412">
                  <c:v>8.01</c:v>
                </c:pt>
                <c:pt idx="413">
                  <c:v>8.01</c:v>
                </c:pt>
                <c:pt idx="414">
                  <c:v>8.01</c:v>
                </c:pt>
                <c:pt idx="415">
                  <c:v>8.01</c:v>
                </c:pt>
                <c:pt idx="416">
                  <c:v>8.01</c:v>
                </c:pt>
                <c:pt idx="417">
                  <c:v>8.01</c:v>
                </c:pt>
                <c:pt idx="418">
                  <c:v>8.01</c:v>
                </c:pt>
                <c:pt idx="419">
                  <c:v>8.01</c:v>
                </c:pt>
                <c:pt idx="420">
                  <c:v>8.01</c:v>
                </c:pt>
                <c:pt idx="421">
                  <c:v>8.01</c:v>
                </c:pt>
                <c:pt idx="422">
                  <c:v>8.01</c:v>
                </c:pt>
                <c:pt idx="423">
                  <c:v>8.01</c:v>
                </c:pt>
                <c:pt idx="424">
                  <c:v>8.01</c:v>
                </c:pt>
                <c:pt idx="425">
                  <c:v>8.01</c:v>
                </c:pt>
                <c:pt idx="426">
                  <c:v>8.01</c:v>
                </c:pt>
                <c:pt idx="427">
                  <c:v>8.01</c:v>
                </c:pt>
                <c:pt idx="428">
                  <c:v>8.01</c:v>
                </c:pt>
                <c:pt idx="429">
                  <c:v>8.01</c:v>
                </c:pt>
                <c:pt idx="430">
                  <c:v>8.01</c:v>
                </c:pt>
                <c:pt idx="431">
                  <c:v>8.01</c:v>
                </c:pt>
                <c:pt idx="432">
                  <c:v>8.01</c:v>
                </c:pt>
                <c:pt idx="433">
                  <c:v>8.01</c:v>
                </c:pt>
                <c:pt idx="434">
                  <c:v>8.01</c:v>
                </c:pt>
                <c:pt idx="435">
                  <c:v>8.01</c:v>
                </c:pt>
                <c:pt idx="436">
                  <c:v>8.01</c:v>
                </c:pt>
                <c:pt idx="437">
                  <c:v>8.01</c:v>
                </c:pt>
                <c:pt idx="438">
                  <c:v>8.01</c:v>
                </c:pt>
                <c:pt idx="439">
                  <c:v>8.01</c:v>
                </c:pt>
                <c:pt idx="440">
                  <c:v>8.01</c:v>
                </c:pt>
                <c:pt idx="441">
                  <c:v>8.01</c:v>
                </c:pt>
                <c:pt idx="442">
                  <c:v>8.01</c:v>
                </c:pt>
                <c:pt idx="443">
                  <c:v>8.01</c:v>
                </c:pt>
                <c:pt idx="444">
                  <c:v>8.01</c:v>
                </c:pt>
                <c:pt idx="445">
                  <c:v>8.01</c:v>
                </c:pt>
                <c:pt idx="446">
                  <c:v>8.01</c:v>
                </c:pt>
                <c:pt idx="447">
                  <c:v>8.01</c:v>
                </c:pt>
                <c:pt idx="448">
                  <c:v>8.01</c:v>
                </c:pt>
                <c:pt idx="449">
                  <c:v>8.01</c:v>
                </c:pt>
                <c:pt idx="450">
                  <c:v>8.01</c:v>
                </c:pt>
                <c:pt idx="451">
                  <c:v>8.01</c:v>
                </c:pt>
                <c:pt idx="452">
                  <c:v>8.01</c:v>
                </c:pt>
                <c:pt idx="453">
                  <c:v>8.01</c:v>
                </c:pt>
                <c:pt idx="454">
                  <c:v>8.01</c:v>
                </c:pt>
                <c:pt idx="455">
                  <c:v>8.01</c:v>
                </c:pt>
                <c:pt idx="456">
                  <c:v>8.01</c:v>
                </c:pt>
                <c:pt idx="457">
                  <c:v>8.01</c:v>
                </c:pt>
                <c:pt idx="458">
                  <c:v>8.01</c:v>
                </c:pt>
                <c:pt idx="459">
                  <c:v>8.01</c:v>
                </c:pt>
                <c:pt idx="460">
                  <c:v>8.01</c:v>
                </c:pt>
                <c:pt idx="461">
                  <c:v>8.01</c:v>
                </c:pt>
                <c:pt idx="462">
                  <c:v>8.01</c:v>
                </c:pt>
                <c:pt idx="463">
                  <c:v>8.01</c:v>
                </c:pt>
                <c:pt idx="464">
                  <c:v>8.01</c:v>
                </c:pt>
                <c:pt idx="465">
                  <c:v>8.01</c:v>
                </c:pt>
                <c:pt idx="466">
                  <c:v>8.01</c:v>
                </c:pt>
                <c:pt idx="467">
                  <c:v>8.01</c:v>
                </c:pt>
                <c:pt idx="468">
                  <c:v>8.01</c:v>
                </c:pt>
                <c:pt idx="469">
                  <c:v>8.01</c:v>
                </c:pt>
                <c:pt idx="470">
                  <c:v>8.01</c:v>
                </c:pt>
                <c:pt idx="471">
                  <c:v>8.01</c:v>
                </c:pt>
                <c:pt idx="472">
                  <c:v>8.01</c:v>
                </c:pt>
                <c:pt idx="473">
                  <c:v>8.01</c:v>
                </c:pt>
                <c:pt idx="474">
                  <c:v>8.01</c:v>
                </c:pt>
                <c:pt idx="475">
                  <c:v>8.01</c:v>
                </c:pt>
                <c:pt idx="476">
                  <c:v>8.01</c:v>
                </c:pt>
                <c:pt idx="477">
                  <c:v>8.01</c:v>
                </c:pt>
                <c:pt idx="478">
                  <c:v>8.01</c:v>
                </c:pt>
                <c:pt idx="479">
                  <c:v>8.01</c:v>
                </c:pt>
                <c:pt idx="480">
                  <c:v>8.01</c:v>
                </c:pt>
                <c:pt idx="481">
                  <c:v>8.01</c:v>
                </c:pt>
                <c:pt idx="482">
                  <c:v>8.01</c:v>
                </c:pt>
                <c:pt idx="483">
                  <c:v>8.01</c:v>
                </c:pt>
                <c:pt idx="484">
                  <c:v>8.01</c:v>
                </c:pt>
                <c:pt idx="485">
                  <c:v>8.01</c:v>
                </c:pt>
                <c:pt idx="486">
                  <c:v>8.01</c:v>
                </c:pt>
                <c:pt idx="487">
                  <c:v>8.01</c:v>
                </c:pt>
                <c:pt idx="488">
                  <c:v>8.01</c:v>
                </c:pt>
                <c:pt idx="489">
                  <c:v>8.01</c:v>
                </c:pt>
                <c:pt idx="490">
                  <c:v>8.01</c:v>
                </c:pt>
                <c:pt idx="491">
                  <c:v>8.01</c:v>
                </c:pt>
                <c:pt idx="492">
                  <c:v>8.01</c:v>
                </c:pt>
                <c:pt idx="493">
                  <c:v>8.01</c:v>
                </c:pt>
                <c:pt idx="494">
                  <c:v>8.01</c:v>
                </c:pt>
                <c:pt idx="495">
                  <c:v>8.01</c:v>
                </c:pt>
                <c:pt idx="496">
                  <c:v>8.01</c:v>
                </c:pt>
                <c:pt idx="497">
                  <c:v>8.01</c:v>
                </c:pt>
                <c:pt idx="498">
                  <c:v>8.01</c:v>
                </c:pt>
                <c:pt idx="499">
                  <c:v>8.01</c:v>
                </c:pt>
                <c:pt idx="500">
                  <c:v>8.01</c:v>
                </c:pt>
                <c:pt idx="501">
                  <c:v>8.01</c:v>
                </c:pt>
                <c:pt idx="502">
                  <c:v>8.01</c:v>
                </c:pt>
                <c:pt idx="503">
                  <c:v>8.01</c:v>
                </c:pt>
                <c:pt idx="504">
                  <c:v>8.01</c:v>
                </c:pt>
                <c:pt idx="505">
                  <c:v>8.01</c:v>
                </c:pt>
                <c:pt idx="506">
                  <c:v>8.01</c:v>
                </c:pt>
                <c:pt idx="507">
                  <c:v>8.01</c:v>
                </c:pt>
                <c:pt idx="508">
                  <c:v>8.01</c:v>
                </c:pt>
                <c:pt idx="509">
                  <c:v>8.01</c:v>
                </c:pt>
                <c:pt idx="510">
                  <c:v>8.01</c:v>
                </c:pt>
                <c:pt idx="511">
                  <c:v>8.01</c:v>
                </c:pt>
                <c:pt idx="512">
                  <c:v>8.01</c:v>
                </c:pt>
                <c:pt idx="513">
                  <c:v>8.01</c:v>
                </c:pt>
                <c:pt idx="514">
                  <c:v>8.01</c:v>
                </c:pt>
                <c:pt idx="515">
                  <c:v>8.01</c:v>
                </c:pt>
                <c:pt idx="516">
                  <c:v>8.01</c:v>
                </c:pt>
                <c:pt idx="517">
                  <c:v>8.01</c:v>
                </c:pt>
                <c:pt idx="518">
                  <c:v>8.01</c:v>
                </c:pt>
                <c:pt idx="519">
                  <c:v>8.01</c:v>
                </c:pt>
                <c:pt idx="520">
                  <c:v>8.01</c:v>
                </c:pt>
                <c:pt idx="521">
                  <c:v>8.01</c:v>
                </c:pt>
              </c:numCache>
            </c:numRef>
          </c:val>
          <c:smooth val="0"/>
        </c:ser>
        <c:marker val="1"/>
        <c:axId val="111"/>
        <c:axId val="222"/>
      </c:lineChart>
      <c:dateAx>
        <c:axId val="111"/>
        <c:scaling>
          <c:orientation val="minMax"/>
          <c:max val="46304"/>
          <c:min val="42657"/>
        </c:scaling>
        <c:delete val="0"/>
        <c:axPos val="b"/>
        <c:numFmt formatCode="yyyy" sourceLinked="0"/>
        <c:majorTickMark val="out"/>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222"/>
        <c:crosses val="autoZero"/>
        <c:auto val="1"/>
        <c:lblOffset val="100"/>
        <c:baseTimeUnit val="days"/>
        <c:majorUnit val="2"/>
        <c:majorTimeUnit val="years"/>
      </c:dateAx>
      <c:valAx>
        <c:axId val="222"/>
        <c:scaling>
          <c:orientation val="minMax"/>
          <c:max val="50"/>
          <c:min val="0"/>
        </c:scaling>
        <c:delete val="0"/>
        <c:axPos val="l"/>
        <c:numFmt formatCode="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111"/>
        <c:crosses val="autoZero"/>
        <c:crossBetween val="between"/>
        <c:majorUnit val="10"/>
      </c:valAx>
      <c:spPr>
        <a:noFill/>
        <a:ln>
          <a:noFill/>
        </a:ln>
      </c:spPr>
    </c:plotArea>
    <c:legend>
      <c:legendPos val="t"/>
      <c:legendEntry>
        <c:idx val="3"/>
        <c:delete val="1"/>
      </c:legendEntry>
      <c:legendEntry>
        <c:idx val="5"/>
        <c:delete val="1"/>
      </c:legendEntry>
      <c:layout>
        <c:manualLayout>
          <c:xMode val="edge"/>
          <c:yMode val="edge"/>
          <c:x val="0"/>
          <c:y val="0"/>
          <c:w val="1"/>
          <c:h val="0.12"/>
        </c:manualLayout>
      </c:layout>
      <c:overlay val="0"/>
      <c:txPr>
        <a:bodyPr/>
        <a:lstStyle/>
        <a:p>
          <a:pPr>
            <a:defRPr sz="800" b="1" i="0">
              <a:solidFill>
                <a:srgbClr val="000000"/>
              </a:solidFill>
              <a:latin typeface="Calibri"/>
            </a:defRPr>
          </a:pPr>
          <a:endParaRPr lang="en-US"/>
        </a:p>
      </c:txPr>
    </c:legend>
    <c:plotVisOnly val="1"/>
    <c:dispBlanksAs val="gap"/>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roundedCorners val="0"/>
  <c:style val="2"/>
  <c:chart>
    <c:autoTitleDeleted val="1"/>
    <c:plotArea>
      <c:layout>
        <c:manualLayout>
          <c:layoutTarget val="inner"/>
          <c:xMode val="edge"/>
          <c:yMode val="edge"/>
          <c:x val="0.1"/>
          <c:y val="0.14"/>
          <c:w val="0.86"/>
          <c:h val="0.68"/>
        </c:manualLayout>
      </c:layout>
      <c:lineChart>
        <c:grouping val="standard"/>
        <c:varyColors val="0"/>
        <c:ser>
          <c:idx val="0"/>
          <c:order val="0"/>
          <c:tx>
            <c:strRef>
              <c:f>Sheet1!$B$1</c:f>
              <c:strCache>
                <c:ptCount val="1"/>
                <c:pt idx="0">
                  <c:v>Kondisi Ekonomi Saat Ini (IKE)</c:v>
                </c:pt>
              </c:strCache>
            </c:strRef>
          </c:tx>
          <c:spPr>
            <a:ln w="22225" cap="rnd">
              <a:solidFill>
                <a:srgbClr val="ED7D31"/>
              </a:solidFill>
              <a:prstDash val="solid"/>
              <a:round/>
            </a:ln>
          </c:spPr>
          <c:marker>
            <c:symbol val="none"/>
          </c:marker>
          <c:dLbls>
            <c:dLbl>
              <c:idx val="20"/>
              <c:layout>
                <c:manualLayout>
                  <c:x val="-0.1"/>
                  <c:y val="0.07"/>
                </c:manualLayout>
              </c:layout>
              <c:numFmt formatCode="0.0" sourceLinked="0"/>
              <c:spPr>
                <a:solidFill>
                  <a:srgbClr val="ED7D31"/>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dLbl>
            <c:spPr>
              <a:noFill/>
              <a:ln>
                <a:noFill/>
              </a:ln>
            </c:spPr>
            <c:showLegendKey val="0"/>
            <c:showVal val="0"/>
            <c:showCatName val="0"/>
            <c:showSerName val="0"/>
            <c:showPercent val="0"/>
            <c:showBubbleSize val="0"/>
          </c:dLbls>
          <c:cat>
            <c:strRef>
              <c:f>Sheet1!$A$2:$A$22</c:f>
              <c:strCache>
                <c:ptCount val="21"/>
                <c:pt idx="0">
                  <c:v>Jan-25</c:v>
                </c:pt>
                <c:pt idx="1">
                  <c:v>Feb-25</c:v>
                </c:pt>
                <c:pt idx="2">
                  <c:v>Mar-25</c:v>
                </c:pt>
                <c:pt idx="3">
                  <c:v>Apr-25</c:v>
                </c:pt>
                <c:pt idx="4">
                  <c:v>May-25</c:v>
                </c:pt>
                <c:pt idx="5">
                  <c:v>Jun-25</c:v>
                </c:pt>
                <c:pt idx="6">
                  <c:v>Jul-25</c:v>
                </c:pt>
                <c:pt idx="7">
                  <c:v>Aug-25</c:v>
                </c:pt>
                <c:pt idx="8">
                  <c:v>Sep-25</c:v>
                </c:pt>
                <c:pt idx="9">
                  <c:v>Oct-25</c:v>
                </c:pt>
                <c:pt idx="10">
                  <c:v>Nov-25</c:v>
                </c:pt>
                <c:pt idx="11">
                  <c:v>Dec-25</c:v>
                </c:pt>
                <c:pt idx="12">
                  <c:v>Jan-26</c:v>
                </c:pt>
                <c:pt idx="13">
                  <c:v>Feb-26</c:v>
                </c:pt>
                <c:pt idx="14">
                  <c:v>Mar-26</c:v>
                </c:pt>
                <c:pt idx="15">
                  <c:v>Apr-26</c:v>
                </c:pt>
                <c:pt idx="16">
                  <c:v>May-26</c:v>
                </c:pt>
                <c:pt idx="17">
                  <c:v>Jun-26</c:v>
                </c:pt>
                <c:pt idx="18">
                  <c:v>Jul-26</c:v>
                </c:pt>
                <c:pt idx="19">
                  <c:v>Aug-26</c:v>
                </c:pt>
                <c:pt idx="20">
                  <c:v>Sep-26</c:v>
                </c:pt>
              </c:strCache>
            </c:strRef>
          </c:cat>
          <c:val>
            <c:numRef>
              <c:f>Sheet1!$B$2:$B$22</c:f>
              <c:numCache>
                <c:formatCode>General</c:formatCode>
                <c:ptCount val="21"/>
                <c:pt idx="0">
                  <c:v>113.5</c:v>
                </c:pt>
                <c:pt idx="1">
                  <c:v>114.2</c:v>
                </c:pt>
                <c:pt idx="2">
                  <c:v>110.6</c:v>
                </c:pt>
                <c:pt idx="3">
                  <c:v>113.7</c:v>
                </c:pt>
                <c:pt idx="4">
                  <c:v>106.0</c:v>
                </c:pt>
                <c:pt idx="5">
                  <c:v>106.7</c:v>
                </c:pt>
                <c:pt idx="6">
                  <c:v>106.6</c:v>
                </c:pt>
                <c:pt idx="7">
                  <c:v>105.1</c:v>
                </c:pt>
                <c:pt idx="8">
                  <c:v>102.7</c:v>
                </c:pt>
                <c:pt idx="9">
                  <c:v>109.1</c:v>
                </c:pt>
                <c:pt idx="10">
                  <c:v>111.5</c:v>
                </c:pt>
                <c:pt idx="11">
                  <c:v>111.4</c:v>
                </c:pt>
                <c:pt idx="12">
                  <c:v>115.1</c:v>
                </c:pt>
                <c:pt idx="13">
                  <c:v>115.9</c:v>
                </c:pt>
                <c:pt idx="14">
                  <c:v>115.4</c:v>
                </c:pt>
                <c:pt idx="15">
                  <c:v>116.5</c:v>
                </c:pt>
                <c:pt idx="16">
                  <c:v>112.2</c:v>
                </c:pt>
                <c:pt idx="17">
                  <c:v>109.2</c:v>
                </c:pt>
                <c:pt idx="18">
                  <c:v>107.9</c:v>
                </c:pt>
                <c:pt idx="19">
                  <c:v>109.4</c:v>
                </c:pt>
                <c:pt idx="20">
                  <c:v>107.5</c:v>
                </c:pt>
              </c:numCache>
            </c:numRef>
          </c:val>
          <c:smooth val="0"/>
        </c:ser>
        <c:ser>
          <c:idx val="1"/>
          <c:order val="1"/>
          <c:tx>
            <c:strRef>
              <c:f>Sheet1!$C$1</c:f>
              <c:strCache>
                <c:ptCount val="1"/>
                <c:pt idx="0">
                  <c:v>Ekspektasi Konsumen (IEK)</c:v>
                </c:pt>
              </c:strCache>
            </c:strRef>
          </c:tx>
          <c:spPr>
            <a:ln w="22225" cap="rnd">
              <a:solidFill>
                <a:srgbClr val="0051A2"/>
              </a:solidFill>
              <a:prstDash val="solid"/>
              <a:round/>
            </a:ln>
          </c:spPr>
          <c:marker>
            <c:symbol val="none"/>
          </c:marker>
          <c:dLbls>
            <c:dLbl>
              <c:idx val="20"/>
              <c:layout>
                <c:manualLayout>
                  <c:x val="-0.1"/>
                  <c:y val="-0.08"/>
                </c:manualLayout>
              </c:layout>
              <c:numFmt formatCode="0.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dLbl>
            <c:spPr>
              <a:noFill/>
              <a:ln>
                <a:noFill/>
              </a:ln>
            </c:spPr>
            <c:showLegendKey val="0"/>
            <c:showVal val="0"/>
            <c:showCatName val="0"/>
            <c:showSerName val="0"/>
            <c:showPercent val="0"/>
            <c:showBubbleSize val="0"/>
          </c:dLbls>
          <c:cat>
            <c:strRef>
              <c:f>Sheet1!$A$2:$A$22</c:f>
              <c:strCache>
                <c:ptCount val="21"/>
                <c:pt idx="0">
                  <c:v>Jan-25</c:v>
                </c:pt>
                <c:pt idx="1">
                  <c:v>Feb-25</c:v>
                </c:pt>
                <c:pt idx="2">
                  <c:v>Mar-25</c:v>
                </c:pt>
                <c:pt idx="3">
                  <c:v>Apr-25</c:v>
                </c:pt>
                <c:pt idx="4">
                  <c:v>May-25</c:v>
                </c:pt>
                <c:pt idx="5">
                  <c:v>Jun-25</c:v>
                </c:pt>
                <c:pt idx="6">
                  <c:v>Jul-25</c:v>
                </c:pt>
                <c:pt idx="7">
                  <c:v>Aug-25</c:v>
                </c:pt>
                <c:pt idx="8">
                  <c:v>Sep-25</c:v>
                </c:pt>
                <c:pt idx="9">
                  <c:v>Oct-25</c:v>
                </c:pt>
                <c:pt idx="10">
                  <c:v>Nov-25</c:v>
                </c:pt>
                <c:pt idx="11">
                  <c:v>Dec-25</c:v>
                </c:pt>
                <c:pt idx="12">
                  <c:v>Jan-26</c:v>
                </c:pt>
                <c:pt idx="13">
                  <c:v>Feb-26</c:v>
                </c:pt>
                <c:pt idx="14">
                  <c:v>Mar-26</c:v>
                </c:pt>
                <c:pt idx="15">
                  <c:v>Apr-26</c:v>
                </c:pt>
                <c:pt idx="16">
                  <c:v>May-26</c:v>
                </c:pt>
                <c:pt idx="17">
                  <c:v>Jun-26</c:v>
                </c:pt>
                <c:pt idx="18">
                  <c:v>Jul-26</c:v>
                </c:pt>
                <c:pt idx="19">
                  <c:v>Aug-26</c:v>
                </c:pt>
                <c:pt idx="20">
                  <c:v>Sep-26</c:v>
                </c:pt>
              </c:strCache>
            </c:strRef>
          </c:cat>
          <c:val>
            <c:numRef>
              <c:f>Sheet1!$C$2:$C$22</c:f>
              <c:numCache>
                <c:formatCode>General</c:formatCode>
                <c:ptCount val="21"/>
                <c:pt idx="0">
                  <c:v>140.8</c:v>
                </c:pt>
                <c:pt idx="1">
                  <c:v>138.7</c:v>
                </c:pt>
                <c:pt idx="2">
                  <c:v>131.7</c:v>
                </c:pt>
                <c:pt idx="3">
                  <c:v>129.8</c:v>
                </c:pt>
                <c:pt idx="4">
                  <c:v>129.0</c:v>
                </c:pt>
                <c:pt idx="5">
                  <c:v>128.9</c:v>
                </c:pt>
                <c:pt idx="6">
                  <c:v>129.6</c:v>
                </c:pt>
                <c:pt idx="7">
                  <c:v>129.2</c:v>
                </c:pt>
                <c:pt idx="8">
                  <c:v>127.2</c:v>
                </c:pt>
                <c:pt idx="9">
                  <c:v>133.4</c:v>
                </c:pt>
                <c:pt idx="10">
                  <c:v>136.6</c:v>
                </c:pt>
                <c:pt idx="11">
                  <c:v>135.6</c:v>
                </c:pt>
                <c:pt idx="12">
                  <c:v>138.8</c:v>
                </c:pt>
                <c:pt idx="13">
                  <c:v>134.4</c:v>
                </c:pt>
                <c:pt idx="14">
                  <c:v>130.4</c:v>
                </c:pt>
                <c:pt idx="15">
                  <c:v>129.6</c:v>
                </c:pt>
                <c:pt idx="16">
                  <c:v>129.7</c:v>
                </c:pt>
                <c:pt idx="17">
                  <c:v>126.4</c:v>
                </c:pt>
                <c:pt idx="18">
                  <c:v>125.7</c:v>
                </c:pt>
                <c:pt idx="19">
                  <c:v>127.6</c:v>
                </c:pt>
                <c:pt idx="20">
                  <c:v>128.7</c:v>
                </c:pt>
              </c:numCache>
            </c:numRef>
          </c:val>
          <c:smooth val="0"/>
        </c:ser>
        <c:marker val="1"/>
        <c:axId val="111"/>
        <c:axId val="222"/>
      </c:lineChart>
      <c:catAx>
        <c:axId val="111"/>
        <c:scaling>
          <c:orientation val="minMax"/>
        </c:scaling>
        <c:delete val="0"/>
        <c:axPos val="b"/>
        <c:numFmt formatCode="General" sourceLinked="0"/>
        <c:majorTickMark val="none"/>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222"/>
        <c:crosses val="autoZero"/>
        <c:auto val="1"/>
        <c:lblAlgn val="ctr"/>
        <c:lblOffset val="100"/>
        <c:tickLblSkip val="4"/>
        <c:tickMarkSkip val="4"/>
        <c:noMultiLvlLbl val="0"/>
      </c:catAx>
      <c:valAx>
        <c:axId val="222"/>
        <c:scaling>
          <c:orientation val="minMax"/>
          <c:max val="150"/>
          <c:min val="90"/>
        </c:scaling>
        <c:delete val="0"/>
        <c:axPos val="l"/>
        <c:numFmt formatCode="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111"/>
        <c:crosses val="autoZero"/>
        <c:crossBetween val="between"/>
        <c:majorUnit val="10"/>
      </c:valAx>
      <c:spPr>
        <a:noFill/>
        <a:ln>
          <a:noFill/>
        </a:ln>
      </c:spPr>
    </c:plotArea>
    <c:legend>
      <c:legendPos val="t"/>
      <c:layout>
        <c:manualLayout>
          <c:xMode val="edge"/>
          <c:yMode val="edge"/>
          <c:x val="0"/>
          <c:y val="0"/>
          <c:w val="1"/>
          <c:h val="0.12"/>
        </c:manualLayout>
      </c:layout>
      <c:overlay val="0"/>
      <c:txPr>
        <a:bodyPr/>
        <a:lstStyle/>
        <a:p>
          <a:pPr>
            <a:defRPr sz="800" b="1" i="0">
              <a:solidFill>
                <a:srgbClr val="000000"/>
              </a:solidFill>
              <a:latin typeface="Calibri"/>
            </a:defRPr>
          </a:pPr>
          <a:endParaRPr lang="en-US"/>
        </a:p>
      </c:txPr>
    </c:legend>
    <c:plotVisOnly val="1"/>
    <c:dispBlanksAs val="gap"/>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en-US"/>
  <c:roundedCorners val="0"/>
  <c:style val="2"/>
  <c:chart>
    <c:autoTitleDeleted val="1"/>
    <c:plotArea>
      <c:layout>
        <c:manualLayout>
          <c:layoutTarget val="inner"/>
          <c:xMode val="edge"/>
          <c:yMode val="edge"/>
          <c:x val="0.08"/>
          <c:y val="0.16"/>
          <c:w val="0.88"/>
          <c:h val="0.66"/>
        </c:manualLayout>
      </c:layout>
      <c:lineChart>
        <c:grouping val="standard"/>
        <c:varyColors val="0"/>
        <c:ser>
          <c:idx val="0"/>
          <c:order val="0"/>
          <c:tx>
            <c:strRef>
              <c:f>Sheet1!$B$1</c:f>
              <c:strCache>
                <c:ptCount val="1"/>
                <c:pt idx="0">
                  <c:v>Fwd P/E</c:v>
                </c:pt>
              </c:strCache>
            </c:strRef>
          </c:tx>
          <c:spPr>
            <a:ln w="19050" cap="rnd">
              <a:solidFill>
                <a:srgbClr val="0051A2"/>
              </a:solidFill>
              <a:prstDash val="solid"/>
              <a:round/>
            </a:ln>
          </c:spPr>
          <c:marker>
            <c:symbol val="none"/>
          </c:marker>
          <c:dLbls>
            <c:dLbl>
              <c:idx val="521"/>
              <c:layout>
                <c:manualLayout>
                  <c:x val="-0.08"/>
                  <c:y val="0.08"/>
                </c:manualLayout>
              </c:layout>
              <c:numFmt formatCode="0.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dLbl>
            <c:spPr>
              <a:noFill/>
              <a:ln>
                <a:noFill/>
              </a:ln>
            </c:spPr>
            <c:showLegendKey val="0"/>
            <c:showVal val="0"/>
            <c:showCatName val="0"/>
            <c:showSerName val="0"/>
            <c:showPercent val="0"/>
            <c:showBubbleSize val="0"/>
          </c:dLbls>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Sheet1!$B$2:$B$523</c:f>
              <c:numCache>
                <c:formatCode>General</c:formatCode>
                <c:ptCount val="522"/>
                <c:pt idx="0">
                  <c:v>18.7441</c:v>
                </c:pt>
                <c:pt idx="1">
                  <c:v>18.7165</c:v>
                </c:pt>
                <c:pt idx="2">
                  <c:v>18.6006</c:v>
                </c:pt>
                <c:pt idx="3">
                  <c:v>18.3014</c:v>
                </c:pt>
                <c:pt idx="4">
                  <c:v>17.4658</c:v>
                </c:pt>
                <c:pt idx="5">
                  <c:v>17.3369</c:v>
                </c:pt>
                <c:pt idx="6">
                  <c:v>16.8922</c:v>
                </c:pt>
                <c:pt idx="7">
                  <c:v>17.5664</c:v>
                </c:pt>
                <c:pt idx="8">
                  <c:v>17.8255</c:v>
                </c:pt>
                <c:pt idx="9">
                  <c:v>17.4529</c:v>
                </c:pt>
                <c:pt idx="10">
                  <c:v>16.7192</c:v>
                </c:pt>
                <c:pt idx="11">
                  <c:v>17.9208</c:v>
                </c:pt>
                <c:pt idx="12">
                  <c:v>18.2013</c:v>
                </c:pt>
                <c:pt idx="13">
                  <c:v>17.8722</c:v>
                </c:pt>
                <c:pt idx="14">
                  <c:v>17.761</c:v>
                </c:pt>
                <c:pt idx="15">
                  <c:v>17.9712</c:v>
                </c:pt>
                <c:pt idx="16">
                  <c:v>18.1076</c:v>
                </c:pt>
                <c:pt idx="17">
                  <c:v>18.1329</c:v>
                </c:pt>
                <c:pt idx="18">
                  <c:v>18.186</c:v>
                </c:pt>
                <c:pt idx="19">
                  <c:v>18.4088</c:v>
                </c:pt>
                <c:pt idx="20">
                  <c:v>18.4319</c:v>
                </c:pt>
                <c:pt idx="21">
                  <c:v>18.3007</c:v>
                </c:pt>
                <c:pt idx="22">
                  <c:v>16.2569</c:v>
                </c:pt>
                <c:pt idx="23">
                  <c:v>16.3746</c:v>
                </c:pt>
                <c:pt idx="24">
                  <c:v>16.2964</c:v>
                </c:pt>
                <c:pt idx="25">
                  <c:v>16.5617</c:v>
                </c:pt>
                <c:pt idx="26">
                  <c:v>16.3704</c:v>
                </c:pt>
                <c:pt idx="27">
                  <c:v>16.6677</c:v>
                </c:pt>
                <c:pt idx="28">
                  <c:v>16.6879</c:v>
                </c:pt>
                <c:pt idx="29">
                  <c:v>16.8198</c:v>
                </c:pt>
                <c:pt idx="30">
                  <c:v>16.8967</c:v>
                </c:pt>
                <c:pt idx="31">
                  <c:v>17.2615</c:v>
                </c:pt>
                <c:pt idx="32">
                  <c:v>17.1158</c:v>
                </c:pt>
                <c:pt idx="33">
                  <c:v>17.2326</c:v>
                </c:pt>
                <c:pt idx="34">
                  <c:v>16.9975</c:v>
                </c:pt>
                <c:pt idx="35">
                  <c:v>17.2129</c:v>
                </c:pt>
                <c:pt idx="36">
                  <c:v>17.5814</c:v>
                </c:pt>
                <c:pt idx="37">
                  <c:v>17.5723</c:v>
                </c:pt>
                <c:pt idx="38">
                  <c:v>17.5832</c:v>
                </c:pt>
                <c:pt idx="39">
                  <c:v>17.5744</c:v>
                </c:pt>
                <c:pt idx="40">
                  <c:v>17.2505</c:v>
                </c:pt>
                <c:pt idx="41">
                  <c:v>17.4504</c:v>
                </c:pt>
                <c:pt idx="42">
                  <c:v>17.3122</c:v>
                </c:pt>
                <c:pt idx="43">
                  <c:v>17.2729</c:v>
                </c:pt>
                <c:pt idx="44">
                  <c:v>17.6184</c:v>
                </c:pt>
                <c:pt idx="45">
                  <c:v>17.7183</c:v>
                </c:pt>
                <c:pt idx="46">
                  <c:v>17.4969</c:v>
                </c:pt>
                <c:pt idx="47">
                  <c:v>17.531</c:v>
                </c:pt>
                <c:pt idx="48">
                  <c:v>17.5352</c:v>
                </c:pt>
                <c:pt idx="49">
                  <c:v>17.6931</c:v>
                </c:pt>
                <c:pt idx="50">
                  <c:v>17.6948</c:v>
                </c:pt>
                <c:pt idx="51">
                  <c:v>17.8192</c:v>
                </c:pt>
                <c:pt idx="52">
                  <c:v>17.9079</c:v>
                </c:pt>
                <c:pt idx="53">
                  <c:v>17.7101</c:v>
                </c:pt>
                <c:pt idx="54">
                  <c:v>17.6549</c:v>
                </c:pt>
                <c:pt idx="55">
                  <c:v>18.1115</c:v>
                </c:pt>
                <c:pt idx="56">
                  <c:v>18.0176</c:v>
                </c:pt>
                <c:pt idx="57">
                  <c:v>18.1725</c:v>
                </c:pt>
                <c:pt idx="58">
                  <c:v>18.3415</c:v>
                </c:pt>
                <c:pt idx="59">
                  <c:v>17.6747</c:v>
                </c:pt>
                <c:pt idx="60">
                  <c:v>18.132</c:v>
                </c:pt>
                <c:pt idx="61">
                  <c:v>18.4135</c:v>
                </c:pt>
                <c:pt idx="62">
                  <c:v>18.76</c:v>
                </c:pt>
                <c:pt idx="63">
                  <c:v>19.2381</c:v>
                </c:pt>
                <c:pt idx="64">
                  <c:v>19.2922</c:v>
                </c:pt>
                <c:pt idx="65">
                  <c:v>19.1875</c:v>
                </c:pt>
                <c:pt idx="66">
                  <c:v>19.4697</c:v>
                </c:pt>
                <c:pt idx="67">
                  <c:v>19.8253</c:v>
                </c:pt>
                <c:pt idx="68">
                  <c:v>19.6354</c:v>
                </c:pt>
                <c:pt idx="69">
                  <c:v>19.2877</c:v>
                </c:pt>
                <c:pt idx="70">
                  <c:v>19.532</c:v>
                </c:pt>
                <c:pt idx="71">
                  <c:v>19.5994</c:v>
                </c:pt>
                <c:pt idx="72">
                  <c:v>19.2873</c:v>
                </c:pt>
                <c:pt idx="73">
                  <c:v>18.9104</c:v>
                </c:pt>
                <c:pt idx="74">
                  <c:v>16.1816</c:v>
                </c:pt>
                <c:pt idx="75">
                  <c:v>15.9741</c:v>
                </c:pt>
                <c:pt idx="76">
                  <c:v>15.8632</c:v>
                </c:pt>
                <c:pt idx="77">
                  <c:v>15.81</c:v>
                </c:pt>
                <c:pt idx="78">
                  <c:v>16.1436</c:v>
                </c:pt>
                <c:pt idx="79">
                  <c:v>16.3469</c:v>
                </c:pt>
                <c:pt idx="80">
                  <c:v>15.0911</c:v>
                </c:pt>
                <c:pt idx="81">
                  <c:v>14.7742</c:v>
                </c:pt>
                <c:pt idx="82">
                  <c:v>15.2624</c:v>
                </c:pt>
                <c:pt idx="83">
                  <c:v>14.5064</c:v>
                </c:pt>
                <c:pt idx="84">
                  <c:v>15.2529</c:v>
                </c:pt>
                <c:pt idx="85">
                  <c:v>14.9994</c:v>
                </c:pt>
                <c:pt idx="86">
                  <c:v>14.9613</c:v>
                </c:pt>
                <c:pt idx="87">
                  <c:v>14.9624</c:v>
                </c:pt>
                <c:pt idx="88">
                  <c:v>14.4279</c:v>
                </c:pt>
                <c:pt idx="89">
                  <c:v>14.3079</c:v>
                </c:pt>
                <c:pt idx="90">
                  <c:v>14.0635</c:v>
                </c:pt>
                <c:pt idx="91">
                  <c:v>14.8747</c:v>
                </c:pt>
                <c:pt idx="92">
                  <c:v>14.706</c:v>
                </c:pt>
                <c:pt idx="93">
                  <c:v>15.0555</c:v>
                </c:pt>
                <c:pt idx="94">
                  <c:v>15.2406</c:v>
                </c:pt>
                <c:pt idx="95">
                  <c:v>15.5171</c:v>
                </c:pt>
                <c:pt idx="96">
                  <c:v>14.6222</c:v>
                </c:pt>
                <c:pt idx="97">
                  <c:v>15.2772</c:v>
                </c:pt>
                <c:pt idx="98">
                  <c:v>15.4075</c:v>
                </c:pt>
                <c:pt idx="99">
                  <c:v>14.9779</c:v>
                </c:pt>
                <c:pt idx="100">
                  <c:v>15.1651</c:v>
                </c:pt>
                <c:pt idx="101">
                  <c:v>15.2925</c:v>
                </c:pt>
                <c:pt idx="102">
                  <c:v>15.4541</c:v>
                </c:pt>
                <c:pt idx="103">
                  <c:v>14.5562</c:v>
                </c:pt>
                <c:pt idx="104">
                  <c:v>14.6426</c:v>
                </c:pt>
                <c:pt idx="105">
                  <c:v>15.0196</c:v>
                </c:pt>
                <c:pt idx="106">
                  <c:v>14.8171</c:v>
                </c:pt>
                <c:pt idx="107">
                  <c:v>15.5924</c:v>
                </c:pt>
                <c:pt idx="108">
                  <c:v>15.5075</c:v>
                </c:pt>
                <c:pt idx="109">
                  <c:v>16.0507</c:v>
                </c:pt>
                <c:pt idx="110">
                  <c:v>16.0438</c:v>
                </c:pt>
                <c:pt idx="111">
                  <c:v>16.0882</c:v>
                </c:pt>
                <c:pt idx="112">
                  <c:v>16.3163</c:v>
                </c:pt>
                <c:pt idx="113">
                  <c:v>16.4229</c:v>
                </c:pt>
                <c:pt idx="114">
                  <c:v>16.3158</c:v>
                </c:pt>
                <c:pt idx="115">
                  <c:v>16.3368</c:v>
                </c:pt>
                <c:pt idx="116">
                  <c:v>16.5535</c:v>
                </c:pt>
                <c:pt idx="117">
                  <c:v>16.8919</c:v>
                </c:pt>
                <c:pt idx="118">
                  <c:v>17.3003</c:v>
                </c:pt>
                <c:pt idx="119">
                  <c:v>17.2318</c:v>
                </c:pt>
                <c:pt idx="120">
                  <c:v>17.3095</c:v>
                </c:pt>
                <c:pt idx="121">
                  <c:v>17.0526</c:v>
                </c:pt>
                <c:pt idx="122">
                  <c:v>16.4675</c:v>
                </c:pt>
                <c:pt idx="123">
                  <c:v>16.7383</c:v>
                </c:pt>
                <c:pt idx="124">
                  <c:v>16.7471</c:v>
                </c:pt>
                <c:pt idx="125">
                  <c:v>16.4706</c:v>
                </c:pt>
                <c:pt idx="126">
                  <c:v>16.7966</c:v>
                </c:pt>
                <c:pt idx="127">
                  <c:v>17.1059</c:v>
                </c:pt>
                <c:pt idx="128">
                  <c:v>15.4892</c:v>
                </c:pt>
                <c:pt idx="129">
                  <c:v>15.6247</c:v>
                </c:pt>
                <c:pt idx="130">
                  <c:v>15.4245</c:v>
                </c:pt>
                <c:pt idx="131">
                  <c:v>15.7856</c:v>
                </c:pt>
                <c:pt idx="132">
                  <c:v>15.5515</c:v>
                </c:pt>
                <c:pt idx="133">
                  <c:v>15.2816</c:v>
                </c:pt>
                <c:pt idx="134">
                  <c:v>14.9761</c:v>
                </c:pt>
                <c:pt idx="135">
                  <c:v>14.083</c:v>
                </c:pt>
                <c:pt idx="136">
                  <c:v>14.9236</c:v>
                </c:pt>
                <c:pt idx="137">
                  <c:v>15.6169</c:v>
                </c:pt>
                <c:pt idx="138">
                  <c:v>15.6216</c:v>
                </c:pt>
                <c:pt idx="139">
                  <c:v>15.7325</c:v>
                </c:pt>
                <c:pt idx="140">
                  <c:v>16.0041</c:v>
                </c:pt>
                <c:pt idx="141">
                  <c:v>16.1797</c:v>
                </c:pt>
                <c:pt idx="142">
                  <c:v>16.2629</c:v>
                </c:pt>
                <c:pt idx="143">
                  <c:v>16.2904</c:v>
                </c:pt>
                <c:pt idx="144">
                  <c:v>16.4742</c:v>
                </c:pt>
                <c:pt idx="145">
                  <c:v>16.1192</c:v>
                </c:pt>
                <c:pt idx="146">
                  <c:v>16.2353</c:v>
                </c:pt>
                <c:pt idx="147">
                  <c:v>16.164</c:v>
                </c:pt>
                <c:pt idx="148">
                  <c:v>16.0466</c:v>
                </c:pt>
                <c:pt idx="149">
                  <c:v>16.0642</c:v>
                </c:pt>
                <c:pt idx="150">
                  <c:v>16.4799</c:v>
                </c:pt>
                <c:pt idx="151">
                  <c:v>16.3654</c:v>
                </c:pt>
                <c:pt idx="152">
                  <c:v>16.423</c:v>
                </c:pt>
                <c:pt idx="153">
                  <c:v>16.2116</c:v>
                </c:pt>
                <c:pt idx="154">
                  <c:v>16.156</c:v>
                </c:pt>
                <c:pt idx="155">
                  <c:v>15.744</c:v>
                </c:pt>
                <c:pt idx="156">
                  <c:v>15.8414</c:v>
                </c:pt>
                <c:pt idx="157">
                  <c:v>16.4197</c:v>
                </c:pt>
                <c:pt idx="158">
                  <c:v>16.7602</c:v>
                </c:pt>
                <c:pt idx="159">
                  <c:v>16.5902</c:v>
                </c:pt>
                <c:pt idx="160">
                  <c:v>16.5795</c:v>
                </c:pt>
                <c:pt idx="161">
                  <c:v>16.5095</c:v>
                </c:pt>
                <c:pt idx="162">
                  <c:v>16.6291</c:v>
                </c:pt>
                <c:pt idx="163">
                  <c:v>16.5426</c:v>
                </c:pt>
                <c:pt idx="164">
                  <c:v>17.0603</c:v>
                </c:pt>
                <c:pt idx="165">
                  <c:v>17.0892</c:v>
                </c:pt>
                <c:pt idx="166">
                  <c:v>17.526</c:v>
                </c:pt>
                <c:pt idx="167">
                  <c:v>17.3591</c:v>
                </c:pt>
                <c:pt idx="168">
                  <c:v>17.452</c:v>
                </c:pt>
                <c:pt idx="169">
                  <c:v>17.397</c:v>
                </c:pt>
                <c:pt idx="170">
                  <c:v>17.6302</c:v>
                </c:pt>
                <c:pt idx="171">
                  <c:v>17.6276</c:v>
                </c:pt>
                <c:pt idx="172">
                  <c:v>16.6116</c:v>
                </c:pt>
                <c:pt idx="173">
                  <c:v>16.8684</c:v>
                </c:pt>
                <c:pt idx="174">
                  <c:v>16.4694</c:v>
                </c:pt>
                <c:pt idx="175">
                  <c:v>16.5649</c:v>
                </c:pt>
                <c:pt idx="176">
                  <c:v>15.2089</c:v>
                </c:pt>
                <c:pt idx="177">
                  <c:v>15.3279</c:v>
                </c:pt>
                <c:pt idx="178">
                  <c:v>13.5628</c:v>
                </c:pt>
                <c:pt idx="179">
                  <c:v>11.0508</c:v>
                </c:pt>
                <c:pt idx="180">
                  <c:v>11.8789</c:v>
                </c:pt>
                <c:pt idx="181">
                  <c:v>12.0782</c:v>
                </c:pt>
                <c:pt idx="182">
                  <c:v>12.2126</c:v>
                </c:pt>
                <c:pt idx="183">
                  <c:v>12.4769</c:v>
                </c:pt>
                <c:pt idx="184">
                  <c:v>12.0073</c:v>
                </c:pt>
                <c:pt idx="185">
                  <c:v>13.1665</c:v>
                </c:pt>
                <c:pt idx="186">
                  <c:v>12.9334</c:v>
                </c:pt>
                <c:pt idx="187">
                  <c:v>12.9085</c:v>
                </c:pt>
                <c:pt idx="188">
                  <c:v>13.736</c:v>
                </c:pt>
                <c:pt idx="189">
                  <c:v>15.4057</c:v>
                </c:pt>
                <c:pt idx="190">
                  <c:v>16.7347</c:v>
                </c:pt>
                <c:pt idx="191">
                  <c:v>17.3846</c:v>
                </c:pt>
                <c:pt idx="192">
                  <c:v>18.0339</c:v>
                </c:pt>
                <c:pt idx="193">
                  <c:v>18.5527</c:v>
                </c:pt>
                <c:pt idx="194">
                  <c:v>18.8521</c:v>
                </c:pt>
                <c:pt idx="195">
                  <c:v>19.0193</c:v>
                </c:pt>
                <c:pt idx="196">
                  <c:v>19.2457</c:v>
                </c:pt>
                <c:pt idx="197">
                  <c:v>19.1806</c:v>
                </c:pt>
                <c:pt idx="198">
                  <c:v>19.6763</c:v>
                </c:pt>
                <c:pt idx="199">
                  <c:v>19.797</c:v>
                </c:pt>
                <c:pt idx="200">
                  <c:v>20.5196</c:v>
                </c:pt>
                <c:pt idx="201">
                  <c:v>20.7493</c:v>
                </c:pt>
                <c:pt idx="202">
                  <c:v>21.1339</c:v>
                </c:pt>
                <c:pt idx="203">
                  <c:v>20.5714</c:v>
                </c:pt>
                <c:pt idx="204">
                  <c:v>19.1578</c:v>
                </c:pt>
                <c:pt idx="205">
                  <c:v>19.136</c:v>
                </c:pt>
                <c:pt idx="206">
                  <c:v>18.4813</c:v>
                </c:pt>
                <c:pt idx="207">
                  <c:v>18.2031</c:v>
                </c:pt>
                <c:pt idx="208">
                  <c:v>18.7553</c:v>
                </c:pt>
                <c:pt idx="209">
                  <c:v>18.9087</c:v>
                </c:pt>
                <c:pt idx="210">
                  <c:v>19.0277</c:v>
                </c:pt>
                <c:pt idx="211">
                  <c:v>18.9232</c:v>
                </c:pt>
                <c:pt idx="212">
                  <c:v>20.4476</c:v>
                </c:pt>
                <c:pt idx="213">
                  <c:v>21.1284</c:v>
                </c:pt>
                <c:pt idx="214">
                  <c:v>21.3504</c:v>
                </c:pt>
                <c:pt idx="215">
                  <c:v>21.8618</c:v>
                </c:pt>
                <c:pt idx="216">
                  <c:v>22.003</c:v>
                </c:pt>
                <c:pt idx="217">
                  <c:v>22.423</c:v>
                </c:pt>
                <c:pt idx="218">
                  <c:v>22.9898</c:v>
                </c:pt>
                <c:pt idx="219">
                  <c:v>22.3639</c:v>
                </c:pt>
                <c:pt idx="220">
                  <c:v>22.257</c:v>
                </c:pt>
                <c:pt idx="221">
                  <c:v>23.2356</c:v>
                </c:pt>
                <c:pt idx="222">
                  <c:v>23.3862</c:v>
                </c:pt>
                <c:pt idx="223">
                  <c:v>23.5303</c:v>
                </c:pt>
                <c:pt idx="224">
                  <c:v>21.7555</c:v>
                </c:pt>
                <c:pt idx="225">
                  <c:v>22.7994</c:v>
                </c:pt>
                <c:pt idx="226">
                  <c:v>22.5037</c:v>
                </c:pt>
                <c:pt idx="227">
                  <c:v>22.4049</c:v>
                </c:pt>
                <c:pt idx="228">
                  <c:v>22.2621</c:v>
                </c:pt>
                <c:pt idx="229">
                  <c:v>22.0753</c:v>
                </c:pt>
                <c:pt idx="230">
                  <c:v>22.2216</c:v>
                </c:pt>
                <c:pt idx="231">
                  <c:v>22.3792</c:v>
                </c:pt>
                <c:pt idx="232">
                  <c:v>21.6521</c:v>
                </c:pt>
                <c:pt idx="233">
                  <c:v>16.4065</c:v>
                </c:pt>
                <c:pt idx="234">
                  <c:v>16.4925</c:v>
                </c:pt>
                <c:pt idx="235">
                  <c:v>16.5424</c:v>
                </c:pt>
                <c:pt idx="236">
                  <c:v>16.4832</c:v>
                </c:pt>
                <c:pt idx="237">
                  <c:v>16.2691</c:v>
                </c:pt>
                <c:pt idx="238">
                  <c:v>16.0321</c:v>
                </c:pt>
                <c:pt idx="239">
                  <c:v>16.1397</c:v>
                </c:pt>
                <c:pt idx="240">
                  <c:v>15.9121</c:v>
                </c:pt>
                <c:pt idx="241">
                  <c:v>16.3725</c:v>
                </c:pt>
                <c:pt idx="242">
                  <c:v>17.1034</c:v>
                </c:pt>
                <c:pt idx="243">
                  <c:v>16.9523</c:v>
                </c:pt>
                <c:pt idx="244">
                  <c:v>16.2573</c:v>
                </c:pt>
                <c:pt idx="245">
                  <c:v>16.0988</c:v>
                </c:pt>
                <c:pt idx="246">
                  <c:v>16.0529</c:v>
                </c:pt>
                <c:pt idx="247">
                  <c:v>15.8283</c:v>
                </c:pt>
                <c:pt idx="248">
                  <c:v>15.9521</c:v>
                </c:pt>
                <c:pt idx="249">
                  <c:v>15.9083</c:v>
                </c:pt>
                <c:pt idx="250">
                  <c:v>15.638</c:v>
                </c:pt>
                <c:pt idx="251">
                  <c:v>16.1927</c:v>
                </c:pt>
                <c:pt idx="252">
                  <c:v>16.4767</c:v>
                </c:pt>
                <c:pt idx="253">
                  <c:v>16.6949</c:v>
                </c:pt>
                <c:pt idx="254">
                  <c:v>16.456</c:v>
                </c:pt>
                <c:pt idx="255">
                  <c:v>16.9339</c:v>
                </c:pt>
                <c:pt idx="256">
                  <c:v>16.8006</c:v>
                </c:pt>
                <c:pt idx="257">
                  <c:v>16.6436</c:v>
                </c:pt>
                <c:pt idx="258">
                  <c:v>16.7032</c:v>
                </c:pt>
                <c:pt idx="259">
                  <c:v>17.0503</c:v>
                </c:pt>
                <c:pt idx="260">
                  <c:v>18.1174</c:v>
                </c:pt>
                <c:pt idx="261">
                  <c:v>18.7404</c:v>
                </c:pt>
                <c:pt idx="262">
                  <c:v>18.7087</c:v>
                </c:pt>
                <c:pt idx="263">
                  <c:v>18.2437</c:v>
                </c:pt>
                <c:pt idx="264">
                  <c:v>18.0184</c:v>
                </c:pt>
                <c:pt idx="265">
                  <c:v>18.149</c:v>
                </c:pt>
                <c:pt idx="266">
                  <c:v>17.9563</c:v>
                </c:pt>
                <c:pt idx="267">
                  <c:v>17.4982</c:v>
                </c:pt>
                <c:pt idx="268">
                  <c:v>17.4671</c:v>
                </c:pt>
                <c:pt idx="269">
                  <c:v>17.614</c:v>
                </c:pt>
                <c:pt idx="270">
                  <c:v>17.4678</c:v>
                </c:pt>
                <c:pt idx="271">
                  <c:v>17.2966</c:v>
                </c:pt>
                <c:pt idx="272">
                  <c:v>17.3083</c:v>
                </c:pt>
                <c:pt idx="273">
                  <c:v>17.7655</c:v>
                </c:pt>
                <c:pt idx="274">
                  <c:v>17.9089</c:v>
                </c:pt>
                <c:pt idx="275">
                  <c:v>18.0947</c:v>
                </c:pt>
                <c:pt idx="276">
                  <c:v>17.538</c:v>
                </c:pt>
                <c:pt idx="277">
                  <c:v>16.9151</c:v>
                </c:pt>
                <c:pt idx="278">
                  <c:v>17.3028</c:v>
                </c:pt>
                <c:pt idx="279">
                  <c:v>17.4688</c:v>
                </c:pt>
                <c:pt idx="280">
                  <c:v>17.6105</c:v>
                </c:pt>
                <c:pt idx="281">
                  <c:v>17.3446</c:v>
                </c:pt>
                <c:pt idx="282">
                  <c:v>17.4082</c:v>
                </c:pt>
                <c:pt idx="283">
                  <c:v>17.468</c:v>
                </c:pt>
                <c:pt idx="284">
                  <c:v>17.5696</c:v>
                </c:pt>
                <c:pt idx="285">
                  <c:v>16.4172</c:v>
                </c:pt>
                <c:pt idx="286">
                  <c:v>16.3554</c:v>
                </c:pt>
                <c:pt idx="287">
                  <c:v>16.0854</c:v>
                </c:pt>
                <c:pt idx="288">
                  <c:v>16.2283</c:v>
                </c:pt>
                <c:pt idx="289">
                  <c:v>16.5145</c:v>
                </c:pt>
                <c:pt idx="290">
                  <c:v>16.4129</c:v>
                </c:pt>
                <c:pt idx="291">
                  <c:v>14.7617</c:v>
                </c:pt>
                <c:pt idx="292">
                  <c:v>14.9539</c:v>
                </c:pt>
                <c:pt idx="293">
                  <c:v>15.1755</c:v>
                </c:pt>
                <c:pt idx="294">
                  <c:v>15.2175</c:v>
                </c:pt>
                <c:pt idx="295">
                  <c:v>14.7029</c:v>
                </c:pt>
                <c:pt idx="296">
                  <c:v>14.366</c:v>
                </c:pt>
                <c:pt idx="297">
                  <c:v>14.527</c:v>
                </c:pt>
                <c:pt idx="298">
                  <c:v>13.9036</c:v>
                </c:pt>
                <c:pt idx="299">
                  <c:v>13.8739</c:v>
                </c:pt>
                <c:pt idx="300">
                  <c:v>13.4619</c:v>
                </c:pt>
                <c:pt idx="301">
                  <c:v>14.1719</c:v>
                </c:pt>
                <c:pt idx="302">
                  <c:v>14.199</c:v>
                </c:pt>
                <c:pt idx="303">
                  <c:v>14.5931</c:v>
                </c:pt>
                <c:pt idx="304">
                  <c:v>14.4865</c:v>
                </c:pt>
                <c:pt idx="305">
                  <c:v>14.3842</c:v>
                </c:pt>
                <c:pt idx="306">
                  <c:v>14.2279</c:v>
                </c:pt>
                <c:pt idx="307">
                  <c:v>14.3223</c:v>
                </c:pt>
                <c:pt idx="308">
                  <c:v>14.5006</c:v>
                </c:pt>
                <c:pt idx="309">
                  <c:v>14.4788</c:v>
                </c:pt>
                <c:pt idx="310">
                  <c:v>14.5512</c:v>
                </c:pt>
                <c:pt idx="311">
                  <c:v>14.3638</c:v>
                </c:pt>
                <c:pt idx="312">
                  <c:v>14.0844</c:v>
                </c:pt>
                <c:pt idx="313">
                  <c:v>13.7583</c:v>
                </c:pt>
                <c:pt idx="314">
                  <c:v>14.2581</c:v>
                </c:pt>
                <c:pt idx="315">
                  <c:v>14.3355</c:v>
                </c:pt>
                <c:pt idx="316">
                  <c:v>14.2345</c:v>
                </c:pt>
                <c:pt idx="317">
                  <c:v>14.3864</c:v>
                </c:pt>
                <c:pt idx="318">
                  <c:v>14.2365</c:v>
                </c:pt>
                <c:pt idx="319">
                  <c:v>14.3093</c:v>
                </c:pt>
                <c:pt idx="320">
                  <c:v>14.1955</c:v>
                </c:pt>
                <c:pt idx="321">
                  <c:v>13.5134</c:v>
                </c:pt>
                <c:pt idx="322">
                  <c:v>13.7597</c:v>
                </c:pt>
                <c:pt idx="323">
                  <c:v>13.5284</c:v>
                </c:pt>
                <c:pt idx="324">
                  <c:v>13.5515</c:v>
                </c:pt>
                <c:pt idx="325">
                  <c:v>13.2444</c:v>
                </c:pt>
                <c:pt idx="326">
                  <c:v>12.9845</c:v>
                </c:pt>
                <c:pt idx="327">
                  <c:v>13.3844</c:v>
                </c:pt>
                <c:pt idx="328">
                  <c:v>13.4043</c:v>
                </c:pt>
                <c:pt idx="329">
                  <c:v>13.3245</c:v>
                </c:pt>
                <c:pt idx="330">
                  <c:v>13.4114</c:v>
                </c:pt>
                <c:pt idx="331">
                  <c:v>13.3303</c:v>
                </c:pt>
                <c:pt idx="332">
                  <c:v>13.2493</c:v>
                </c:pt>
                <c:pt idx="333">
                  <c:v>12.6977</c:v>
                </c:pt>
                <c:pt idx="334">
                  <c:v>12.6709</c:v>
                </c:pt>
                <c:pt idx="335">
                  <c:v>12.6188</c:v>
                </c:pt>
                <c:pt idx="336">
                  <c:v>12.8919</c:v>
                </c:pt>
                <c:pt idx="337">
                  <c:v>12.7242</c:v>
                </c:pt>
                <c:pt idx="338">
                  <c:v>12.8275</c:v>
                </c:pt>
                <c:pt idx="339">
                  <c:v>13.1673</c:v>
                </c:pt>
                <c:pt idx="340">
                  <c:v>13.1532</c:v>
                </c:pt>
                <c:pt idx="341">
                  <c:v>13.2302</c:v>
                </c:pt>
                <c:pt idx="342">
                  <c:v>13.0935</c:v>
                </c:pt>
                <c:pt idx="343">
                  <c:v>12.7938</c:v>
                </c:pt>
                <c:pt idx="344">
                  <c:v>12.9355</c:v>
                </c:pt>
                <c:pt idx="345">
                  <c:v>13.098</c:v>
                </c:pt>
                <c:pt idx="346">
                  <c:v>14.9276</c:v>
                </c:pt>
                <c:pt idx="347">
                  <c:v>14.8909</c:v>
                </c:pt>
                <c:pt idx="348">
                  <c:v>14.8746</c:v>
                </c:pt>
                <c:pt idx="349">
                  <c:v>14.699</c:v>
                </c:pt>
                <c:pt idx="350">
                  <c:v>14.7878</c:v>
                </c:pt>
                <c:pt idx="351">
                  <c:v>14.8048</c:v>
                </c:pt>
                <c:pt idx="352">
                  <c:v>15.0909</c:v>
                </c:pt>
                <c:pt idx="353">
                  <c:v>15.1267</c:v>
                </c:pt>
                <c:pt idx="354">
                  <c:v>15.0869</c:v>
                </c:pt>
                <c:pt idx="355">
                  <c:v>15.0054</c:v>
                </c:pt>
                <c:pt idx="356">
                  <c:v>15.0914</c:v>
                </c:pt>
                <c:pt idx="357">
                  <c:v>14.8437</c:v>
                </c:pt>
                <c:pt idx="358">
                  <c:v>14.9609</c:v>
                </c:pt>
                <c:pt idx="359">
                  <c:v>15.0372</c:v>
                </c:pt>
                <c:pt idx="360">
                  <c:v>14.8013</c:v>
                </c:pt>
                <c:pt idx="361">
                  <c:v>14.8217</c:v>
                </c:pt>
                <c:pt idx="362">
                  <c:v>14.9298</c:v>
                </c:pt>
                <c:pt idx="363">
                  <c:v>14.6297</c:v>
                </c:pt>
                <c:pt idx="364">
                  <c:v>14.516</c:v>
                </c:pt>
                <c:pt idx="365">
                  <c:v>14.4149</c:v>
                </c:pt>
                <c:pt idx="366">
                  <c:v>13.9805</c:v>
                </c:pt>
                <c:pt idx="367">
                  <c:v>13.6817</c:v>
                </c:pt>
                <c:pt idx="368">
                  <c:v>13.8175</c:v>
                </c:pt>
                <c:pt idx="369">
                  <c:v>13.7869</c:v>
                </c:pt>
                <c:pt idx="370">
                  <c:v>14.073</c:v>
                </c:pt>
                <c:pt idx="371">
                  <c:v>14.1333</c:v>
                </c:pt>
                <c:pt idx="372">
                  <c:v>14.5679</c:v>
                </c:pt>
                <c:pt idx="373">
                  <c:v>14.5552</c:v>
                </c:pt>
                <c:pt idx="374">
                  <c:v>14.8109</c:v>
                </c:pt>
                <c:pt idx="375">
                  <c:v>14.896</c:v>
                </c:pt>
                <c:pt idx="376">
                  <c:v>14.9914</c:v>
                </c:pt>
                <c:pt idx="377">
                  <c:v>15.182</c:v>
                </c:pt>
                <c:pt idx="378">
                  <c:v>15.4715</c:v>
                </c:pt>
                <c:pt idx="379">
                  <c:v>15.3245</c:v>
                </c:pt>
                <c:pt idx="380">
                  <c:v>14.8544</c:v>
                </c:pt>
                <c:pt idx="381">
                  <c:v>15.2227</c:v>
                </c:pt>
                <c:pt idx="382">
                  <c:v>15.2276</c:v>
                </c:pt>
                <c:pt idx="383">
                  <c:v>15.6677</c:v>
                </c:pt>
                <c:pt idx="384">
                  <c:v>15.4472</c:v>
                </c:pt>
                <c:pt idx="385">
                  <c:v>15.1628</c:v>
                </c:pt>
                <c:pt idx="386">
                  <c:v>15.4185</c:v>
                </c:pt>
                <c:pt idx="387">
                  <c:v>15.3649</c:v>
                </c:pt>
                <c:pt idx="388">
                  <c:v>15.2348</c:v>
                </c:pt>
                <c:pt idx="389">
                  <c:v>14.0271</c:v>
                </c:pt>
                <c:pt idx="390">
                  <c:v>13.7842</c:v>
                </c:pt>
                <c:pt idx="391">
                  <c:v>13.7883</c:v>
                </c:pt>
                <c:pt idx="392">
                  <c:v>13.1631</c:v>
                </c:pt>
                <c:pt idx="393">
                  <c:v>12.9365</c:v>
                </c:pt>
                <c:pt idx="394">
                  <c:v>13.168</c:v>
                </c:pt>
                <c:pt idx="395">
                  <c:v>12.9417</c:v>
                </c:pt>
                <c:pt idx="396">
                  <c:v>13.3949</c:v>
                </c:pt>
                <c:pt idx="397">
                  <c:v>13.0039</c:v>
                </c:pt>
                <c:pt idx="398">
                  <c:v>12.6427</c:v>
                </c:pt>
                <c:pt idx="399">
                  <c:v>13.4237</c:v>
                </c:pt>
                <c:pt idx="400">
                  <c:v>12.8614</c:v>
                </c:pt>
                <c:pt idx="401">
                  <c:v>13.3143</c:v>
                </c:pt>
                <c:pt idx="402">
                  <c:v>13.6815</c:v>
                </c:pt>
                <c:pt idx="403">
                  <c:v>13.9429</c:v>
                </c:pt>
                <c:pt idx="404">
                  <c:v>14.1686</c:v>
                </c:pt>
                <c:pt idx="405">
                  <c:v>14.1858</c:v>
                </c:pt>
                <c:pt idx="406">
                  <c:v>14.1743</c:v>
                </c:pt>
                <c:pt idx="407">
                  <c:v>14.1737</c:v>
                </c:pt>
                <c:pt idx="408">
                  <c:v>14.1264</c:v>
                </c:pt>
                <c:pt idx="409">
                  <c:v>14.4855</c:v>
                </c:pt>
                <c:pt idx="410">
                  <c:v>14.6805</c:v>
                </c:pt>
                <c:pt idx="411">
                  <c:v>14.7434</c:v>
                </c:pt>
                <c:pt idx="412">
                  <c:v>14.7438</c:v>
                </c:pt>
                <c:pt idx="413">
                  <c:v>14.9172</c:v>
                </c:pt>
                <c:pt idx="414">
                  <c:v>15.1454</c:v>
                </c:pt>
                <c:pt idx="415">
                  <c:v>14.9612</c:v>
                </c:pt>
                <c:pt idx="416">
                  <c:v>14.516</c:v>
                </c:pt>
                <c:pt idx="417">
                  <c:v>14.4812</c:v>
                </c:pt>
                <c:pt idx="418">
                  <c:v>14.9618</c:v>
                </c:pt>
                <c:pt idx="419">
                  <c:v>14.7646</c:v>
                </c:pt>
                <c:pt idx="420">
                  <c:v>14.2669</c:v>
                </c:pt>
                <c:pt idx="421">
                  <c:v>13.7204</c:v>
                </c:pt>
                <c:pt idx="422">
                  <c:v>13.5263</c:v>
                </c:pt>
                <c:pt idx="423">
                  <c:v>13.4671</c:v>
                </c:pt>
                <c:pt idx="424">
                  <c:v>13.2061</c:v>
                </c:pt>
                <c:pt idx="425">
                  <c:v>13.5775</c:v>
                </c:pt>
                <c:pt idx="426">
                  <c:v>13.3632</c:v>
                </c:pt>
                <c:pt idx="427">
                  <c:v>12.6265</c:v>
                </c:pt>
                <c:pt idx="428">
                  <c:v>12.8112</c:v>
                </c:pt>
                <c:pt idx="429">
                  <c:v>12.9611</c:v>
                </c:pt>
                <c:pt idx="430">
                  <c:v>12.6619</c:v>
                </c:pt>
                <c:pt idx="431">
                  <c:v>12.9022</c:v>
                </c:pt>
                <c:pt idx="432">
                  <c:v>12.8223</c:v>
                </c:pt>
                <c:pt idx="433">
                  <c:v>12.8291</c:v>
                </c:pt>
                <c:pt idx="434">
                  <c:v>12.2903</c:v>
                </c:pt>
                <c:pt idx="435">
                  <c:v>12.1099</c:v>
                </c:pt>
                <c:pt idx="436">
                  <c:v>12.1894</c:v>
                </c:pt>
                <c:pt idx="437">
                  <c:v>10.9689</c:v>
                </c:pt>
                <c:pt idx="438">
                  <c:v>12.2629</c:v>
                </c:pt>
                <c:pt idx="439">
                  <c:v>11.8677</c:v>
                </c:pt>
                <c:pt idx="440">
                  <c:v>10.7202</c:v>
                </c:pt>
                <c:pt idx="441">
                  <c:v>11.4855</c:v>
                </c:pt>
                <c:pt idx="442">
                  <c:v>11.4883</c:v>
                </c:pt>
                <c:pt idx="443">
                  <c:v>11.0746</c:v>
                </c:pt>
                <c:pt idx="444">
                  <c:v>11.3758</c:v>
                </c:pt>
                <c:pt idx="445">
                  <c:v>11.7606</c:v>
                </c:pt>
                <c:pt idx="446">
                  <c:v>12.0964</c:v>
                </c:pt>
                <c:pt idx="447">
                  <c:v>12.117</c:v>
                </c:pt>
                <c:pt idx="448">
                  <c:v>12.8168</c:v>
                </c:pt>
                <c:pt idx="449">
                  <c:v>13.0566</c:v>
                </c:pt>
                <c:pt idx="450">
                  <c:v>12.9873</c:v>
                </c:pt>
                <c:pt idx="451">
                  <c:v>12.8196</c:v>
                </c:pt>
                <c:pt idx="452">
                  <c:v>12.8455</c:v>
                </c:pt>
                <c:pt idx="453">
                  <c:v>11.6615</c:v>
                </c:pt>
                <c:pt idx="454">
                  <c:v>11.7826</c:v>
                </c:pt>
                <c:pt idx="455">
                  <c:v>12.2363</c:v>
                </c:pt>
                <c:pt idx="456">
                  <c:v>12.5472</c:v>
                </c:pt>
                <c:pt idx="457">
                  <c:v>12.4114</c:v>
                </c:pt>
                <c:pt idx="458">
                  <c:v>12.5768</c:v>
                </c:pt>
                <c:pt idx="459">
                  <c:v>12.6356</c:v>
                </c:pt>
                <c:pt idx="460">
                  <c:v>12.5597</c:v>
                </c:pt>
                <c:pt idx="461">
                  <c:v>13.1708</c:v>
                </c:pt>
                <c:pt idx="462">
                  <c:v>13.1483</c:v>
                </c:pt>
                <c:pt idx="463">
                  <c:v>13.4494</c:v>
                </c:pt>
                <c:pt idx="464">
                  <c:v>13.4168</c:v>
                </c:pt>
                <c:pt idx="465">
                  <c:v>13.4241</c:v>
                </c:pt>
                <c:pt idx="466">
                  <c:v>14.3329</c:v>
                </c:pt>
                <c:pt idx="467">
                  <c:v>14.2305</c:v>
                </c:pt>
                <c:pt idx="468">
                  <c:v>13.9274</c:v>
                </c:pt>
                <c:pt idx="469">
                  <c:v>14.1733</c:v>
                </c:pt>
                <c:pt idx="470">
                  <c:v>13.7873</c:v>
                </c:pt>
                <c:pt idx="471">
                  <c:v>14.7488</c:v>
                </c:pt>
                <c:pt idx="472">
                  <c:v>14.6183</c:v>
                </c:pt>
                <c:pt idx="473">
                  <c:v>15.0392</c:v>
                </c:pt>
                <c:pt idx="474">
                  <c:v>14.8284</c:v>
                </c:pt>
                <c:pt idx="475">
                  <c:v>14.8877</c:v>
                </c:pt>
                <c:pt idx="476">
                  <c:v>15.4365</c:v>
                </c:pt>
                <c:pt idx="477">
                  <c:v>15.5229</c:v>
                </c:pt>
                <c:pt idx="478">
                  <c:v>15.3833</c:v>
                </c:pt>
                <c:pt idx="479">
                  <c:v>15.4143</c:v>
                </c:pt>
                <c:pt idx="480">
                  <c:v>15.2323</c:v>
                </c:pt>
                <c:pt idx="481">
                  <c:v>15.3285</c:v>
                </c:pt>
                <c:pt idx="482">
                  <c:v>15.4123</c:v>
                </c:pt>
                <c:pt idx="483">
                  <c:v>15.6169</c:v>
                </c:pt>
                <c:pt idx="484">
                  <c:v>15.1572</c:v>
                </c:pt>
                <c:pt idx="485">
                  <c:v>14.6117</c:v>
                </c:pt>
                <c:pt idx="486">
                  <c:v>14.2811</c:v>
                </c:pt>
                <c:pt idx="487">
                  <c:v>14.3392</c:v>
                </c:pt>
                <c:pt idx="488">
                  <c:v>14.3441</c:v>
                </c:pt>
                <c:pt idx="489">
                  <c:v>14.2575</c:v>
                </c:pt>
                <c:pt idx="490">
                  <c:v>13.2023</c:v>
                </c:pt>
                <c:pt idx="491">
                  <c:v>12.3929</c:v>
                </c:pt>
                <c:pt idx="492">
                  <c:v>12.6049</c:v>
                </c:pt>
                <c:pt idx="493">
                  <c:v>11.2336</c:v>
                </c:pt>
                <c:pt idx="494">
                  <c:v>11.2961</c:v>
                </c:pt>
                <c:pt idx="495">
                  <c:v>11.9721</c:v>
                </c:pt>
                <c:pt idx="496">
                  <c:v>12.0342</c:v>
                </c:pt>
                <c:pt idx="497">
                  <c:v>11.2118</c:v>
                </c:pt>
                <c:pt idx="498">
                  <c:v>10.8616</c:v>
                </c:pt>
                <c:pt idx="499">
                  <c:v>11.1919</c:v>
                </c:pt>
                <c:pt idx="500">
                  <c:v>10.7659</c:v>
                </c:pt>
                <c:pt idx="501">
                  <c:v>10.0532</c:v>
                </c:pt>
                <c:pt idx="502">
                  <c:v>10.0059</c:v>
                </c:pt>
                <c:pt idx="503">
                  <c:v>8.6739</c:v>
                </c:pt>
                <c:pt idx="504">
                  <c:v>9.4285</c:v>
                </c:pt>
                <c:pt idx="505">
                  <c:v>9.6869</c:v>
                </c:pt>
                <c:pt idx="506">
                  <c:v>9.2525</c:v>
                </c:pt>
                <c:pt idx="507">
                  <c:v>9.1616</c:v>
                </c:pt>
                <c:pt idx="508">
                  <c:v>9.3375</c:v>
                </c:pt>
                <c:pt idx="509">
                  <c:v>9.9334</c:v>
                </c:pt>
                <c:pt idx="510">
                  <c:v>9.7445</c:v>
                </c:pt>
                <c:pt idx="511">
                  <c:v>9.894</c:v>
                </c:pt>
                <c:pt idx="512">
                  <c:v>10.0945</c:v>
                </c:pt>
                <c:pt idx="513">
                  <c:v>9.9636</c:v>
                </c:pt>
                <c:pt idx="514">
                  <c:v>10.1508</c:v>
                </c:pt>
                <c:pt idx="515">
                  <c:v>10.1707</c:v>
                </c:pt>
                <c:pt idx="516">
                  <c:v>10.1695</c:v>
                </c:pt>
                <c:pt idx="517">
                  <c:v>9.8676</c:v>
                </c:pt>
                <c:pt idx="518">
                  <c:v>9.7872</c:v>
                </c:pt>
                <c:pt idx="519">
                  <c:v>9.4227</c:v>
                </c:pt>
                <c:pt idx="520">
                  <c:v>9.1676</c:v>
                </c:pt>
                <c:pt idx="521">
                  <c:v>9.2078</c:v>
                </c:pt>
              </c:numCache>
            </c:numRef>
          </c:val>
          <c:smooth val="0"/>
        </c:ser>
        <c:ser>
          <c:idx val="1"/>
          <c:order val="1"/>
          <c:tx>
            <c:strRef>
              <c:f>Sheet1!$C$1</c:f>
              <c:strCache>
                <c:ptCount val="1"/>
                <c:pt idx="0">
                  <c:v>Rata-rata 10Y</c:v>
                </c:pt>
              </c:strCache>
            </c:strRef>
          </c:tx>
          <c:spPr>
            <a:ln w="12700" cap="rnd">
              <a:solidFill>
                <a:srgbClr val="002060"/>
              </a:solidFill>
              <a:prstDash val="dash"/>
              <a:round/>
            </a:ln>
          </c:spPr>
          <c:marker>
            <c:symbol val="none"/>
          </c:marker>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Sheet1!$C$2:$C$523</c:f>
              <c:numCache>
                <c:formatCode>General</c:formatCode>
                <c:ptCount val="522"/>
                <c:pt idx="0">
                  <c:v>15.52</c:v>
                </c:pt>
                <c:pt idx="1">
                  <c:v>15.52</c:v>
                </c:pt>
                <c:pt idx="2">
                  <c:v>15.52</c:v>
                </c:pt>
                <c:pt idx="3">
                  <c:v>15.52</c:v>
                </c:pt>
                <c:pt idx="4">
                  <c:v>15.52</c:v>
                </c:pt>
                <c:pt idx="5">
                  <c:v>15.52</c:v>
                </c:pt>
                <c:pt idx="6">
                  <c:v>15.52</c:v>
                </c:pt>
                <c:pt idx="7">
                  <c:v>15.52</c:v>
                </c:pt>
                <c:pt idx="8">
                  <c:v>15.52</c:v>
                </c:pt>
                <c:pt idx="9">
                  <c:v>15.52</c:v>
                </c:pt>
                <c:pt idx="10">
                  <c:v>15.52</c:v>
                </c:pt>
                <c:pt idx="11">
                  <c:v>15.52</c:v>
                </c:pt>
                <c:pt idx="12">
                  <c:v>15.52</c:v>
                </c:pt>
                <c:pt idx="13">
                  <c:v>15.52</c:v>
                </c:pt>
                <c:pt idx="14">
                  <c:v>15.52</c:v>
                </c:pt>
                <c:pt idx="15">
                  <c:v>15.52</c:v>
                </c:pt>
                <c:pt idx="16">
                  <c:v>15.52</c:v>
                </c:pt>
                <c:pt idx="17">
                  <c:v>15.52</c:v>
                </c:pt>
                <c:pt idx="18">
                  <c:v>15.52</c:v>
                </c:pt>
                <c:pt idx="19">
                  <c:v>15.52</c:v>
                </c:pt>
                <c:pt idx="20">
                  <c:v>15.52</c:v>
                </c:pt>
                <c:pt idx="21">
                  <c:v>15.52</c:v>
                </c:pt>
                <c:pt idx="22">
                  <c:v>15.52</c:v>
                </c:pt>
                <c:pt idx="23">
                  <c:v>15.52</c:v>
                </c:pt>
                <c:pt idx="24">
                  <c:v>15.52</c:v>
                </c:pt>
                <c:pt idx="25">
                  <c:v>15.52</c:v>
                </c:pt>
                <c:pt idx="26">
                  <c:v>15.52</c:v>
                </c:pt>
                <c:pt idx="27">
                  <c:v>15.52</c:v>
                </c:pt>
                <c:pt idx="28">
                  <c:v>15.52</c:v>
                </c:pt>
                <c:pt idx="29">
                  <c:v>15.52</c:v>
                </c:pt>
                <c:pt idx="30">
                  <c:v>15.52</c:v>
                </c:pt>
                <c:pt idx="31">
                  <c:v>15.52</c:v>
                </c:pt>
                <c:pt idx="32">
                  <c:v>15.52</c:v>
                </c:pt>
                <c:pt idx="33">
                  <c:v>15.52</c:v>
                </c:pt>
                <c:pt idx="34">
                  <c:v>15.52</c:v>
                </c:pt>
                <c:pt idx="35">
                  <c:v>15.52</c:v>
                </c:pt>
                <c:pt idx="36">
                  <c:v>15.52</c:v>
                </c:pt>
                <c:pt idx="37">
                  <c:v>15.52</c:v>
                </c:pt>
                <c:pt idx="38">
                  <c:v>15.52</c:v>
                </c:pt>
                <c:pt idx="39">
                  <c:v>15.52</c:v>
                </c:pt>
                <c:pt idx="40">
                  <c:v>15.52</c:v>
                </c:pt>
                <c:pt idx="41">
                  <c:v>15.52</c:v>
                </c:pt>
                <c:pt idx="42">
                  <c:v>15.52</c:v>
                </c:pt>
                <c:pt idx="43">
                  <c:v>15.52</c:v>
                </c:pt>
                <c:pt idx="44">
                  <c:v>15.52</c:v>
                </c:pt>
                <c:pt idx="45">
                  <c:v>15.52</c:v>
                </c:pt>
                <c:pt idx="46">
                  <c:v>15.52</c:v>
                </c:pt>
                <c:pt idx="47">
                  <c:v>15.52</c:v>
                </c:pt>
                <c:pt idx="48">
                  <c:v>15.52</c:v>
                </c:pt>
                <c:pt idx="49">
                  <c:v>15.52</c:v>
                </c:pt>
                <c:pt idx="50">
                  <c:v>15.52</c:v>
                </c:pt>
                <c:pt idx="51">
                  <c:v>15.52</c:v>
                </c:pt>
                <c:pt idx="52">
                  <c:v>15.52</c:v>
                </c:pt>
                <c:pt idx="53">
                  <c:v>15.52</c:v>
                </c:pt>
                <c:pt idx="54">
                  <c:v>15.52</c:v>
                </c:pt>
                <c:pt idx="55">
                  <c:v>15.52</c:v>
                </c:pt>
                <c:pt idx="56">
                  <c:v>15.52</c:v>
                </c:pt>
                <c:pt idx="57">
                  <c:v>15.52</c:v>
                </c:pt>
                <c:pt idx="58">
                  <c:v>15.52</c:v>
                </c:pt>
                <c:pt idx="59">
                  <c:v>15.52</c:v>
                </c:pt>
                <c:pt idx="60">
                  <c:v>15.52</c:v>
                </c:pt>
                <c:pt idx="61">
                  <c:v>15.52</c:v>
                </c:pt>
                <c:pt idx="62">
                  <c:v>15.52</c:v>
                </c:pt>
                <c:pt idx="63">
                  <c:v>15.52</c:v>
                </c:pt>
                <c:pt idx="64">
                  <c:v>15.52</c:v>
                </c:pt>
                <c:pt idx="65">
                  <c:v>15.52</c:v>
                </c:pt>
                <c:pt idx="66">
                  <c:v>15.52</c:v>
                </c:pt>
                <c:pt idx="67">
                  <c:v>15.52</c:v>
                </c:pt>
                <c:pt idx="68">
                  <c:v>15.52</c:v>
                </c:pt>
                <c:pt idx="69">
                  <c:v>15.52</c:v>
                </c:pt>
                <c:pt idx="70">
                  <c:v>15.52</c:v>
                </c:pt>
                <c:pt idx="71">
                  <c:v>15.52</c:v>
                </c:pt>
                <c:pt idx="72">
                  <c:v>15.52</c:v>
                </c:pt>
                <c:pt idx="73">
                  <c:v>15.52</c:v>
                </c:pt>
                <c:pt idx="74">
                  <c:v>15.52</c:v>
                </c:pt>
                <c:pt idx="75">
                  <c:v>15.52</c:v>
                </c:pt>
                <c:pt idx="76">
                  <c:v>15.52</c:v>
                </c:pt>
                <c:pt idx="77">
                  <c:v>15.52</c:v>
                </c:pt>
                <c:pt idx="78">
                  <c:v>15.52</c:v>
                </c:pt>
                <c:pt idx="79">
                  <c:v>15.52</c:v>
                </c:pt>
                <c:pt idx="80">
                  <c:v>15.52</c:v>
                </c:pt>
                <c:pt idx="81">
                  <c:v>15.52</c:v>
                </c:pt>
                <c:pt idx="82">
                  <c:v>15.52</c:v>
                </c:pt>
                <c:pt idx="83">
                  <c:v>15.52</c:v>
                </c:pt>
                <c:pt idx="84">
                  <c:v>15.52</c:v>
                </c:pt>
                <c:pt idx="85">
                  <c:v>15.52</c:v>
                </c:pt>
                <c:pt idx="86">
                  <c:v>15.52</c:v>
                </c:pt>
                <c:pt idx="87">
                  <c:v>15.52</c:v>
                </c:pt>
                <c:pt idx="88">
                  <c:v>15.52</c:v>
                </c:pt>
                <c:pt idx="89">
                  <c:v>15.52</c:v>
                </c:pt>
                <c:pt idx="90">
                  <c:v>15.52</c:v>
                </c:pt>
                <c:pt idx="91">
                  <c:v>15.52</c:v>
                </c:pt>
                <c:pt idx="92">
                  <c:v>15.52</c:v>
                </c:pt>
                <c:pt idx="93">
                  <c:v>15.52</c:v>
                </c:pt>
                <c:pt idx="94">
                  <c:v>15.52</c:v>
                </c:pt>
                <c:pt idx="95">
                  <c:v>15.52</c:v>
                </c:pt>
                <c:pt idx="96">
                  <c:v>15.52</c:v>
                </c:pt>
                <c:pt idx="97">
                  <c:v>15.52</c:v>
                </c:pt>
                <c:pt idx="98">
                  <c:v>15.52</c:v>
                </c:pt>
                <c:pt idx="99">
                  <c:v>15.52</c:v>
                </c:pt>
                <c:pt idx="100">
                  <c:v>15.52</c:v>
                </c:pt>
                <c:pt idx="101">
                  <c:v>15.52</c:v>
                </c:pt>
                <c:pt idx="102">
                  <c:v>15.52</c:v>
                </c:pt>
                <c:pt idx="103">
                  <c:v>15.52</c:v>
                </c:pt>
                <c:pt idx="104">
                  <c:v>15.52</c:v>
                </c:pt>
                <c:pt idx="105">
                  <c:v>15.52</c:v>
                </c:pt>
                <c:pt idx="106">
                  <c:v>15.52</c:v>
                </c:pt>
                <c:pt idx="107">
                  <c:v>15.52</c:v>
                </c:pt>
                <c:pt idx="108">
                  <c:v>15.52</c:v>
                </c:pt>
                <c:pt idx="109">
                  <c:v>15.52</c:v>
                </c:pt>
                <c:pt idx="110">
                  <c:v>15.52</c:v>
                </c:pt>
                <c:pt idx="111">
                  <c:v>15.52</c:v>
                </c:pt>
                <c:pt idx="112">
                  <c:v>15.52</c:v>
                </c:pt>
                <c:pt idx="113">
                  <c:v>15.52</c:v>
                </c:pt>
                <c:pt idx="114">
                  <c:v>15.52</c:v>
                </c:pt>
                <c:pt idx="115">
                  <c:v>15.52</c:v>
                </c:pt>
                <c:pt idx="116">
                  <c:v>15.52</c:v>
                </c:pt>
                <c:pt idx="117">
                  <c:v>15.52</c:v>
                </c:pt>
                <c:pt idx="118">
                  <c:v>15.52</c:v>
                </c:pt>
                <c:pt idx="119">
                  <c:v>15.52</c:v>
                </c:pt>
                <c:pt idx="120">
                  <c:v>15.52</c:v>
                </c:pt>
                <c:pt idx="121">
                  <c:v>15.52</c:v>
                </c:pt>
                <c:pt idx="122">
                  <c:v>15.52</c:v>
                </c:pt>
                <c:pt idx="123">
                  <c:v>15.52</c:v>
                </c:pt>
                <c:pt idx="124">
                  <c:v>15.52</c:v>
                </c:pt>
                <c:pt idx="125">
                  <c:v>15.52</c:v>
                </c:pt>
                <c:pt idx="126">
                  <c:v>15.52</c:v>
                </c:pt>
                <c:pt idx="127">
                  <c:v>15.52</c:v>
                </c:pt>
                <c:pt idx="128">
                  <c:v>15.52</c:v>
                </c:pt>
                <c:pt idx="129">
                  <c:v>15.52</c:v>
                </c:pt>
                <c:pt idx="130">
                  <c:v>15.52</c:v>
                </c:pt>
                <c:pt idx="131">
                  <c:v>15.52</c:v>
                </c:pt>
                <c:pt idx="132">
                  <c:v>15.52</c:v>
                </c:pt>
                <c:pt idx="133">
                  <c:v>15.52</c:v>
                </c:pt>
                <c:pt idx="134">
                  <c:v>15.52</c:v>
                </c:pt>
                <c:pt idx="135">
                  <c:v>15.52</c:v>
                </c:pt>
                <c:pt idx="136">
                  <c:v>15.52</c:v>
                </c:pt>
                <c:pt idx="137">
                  <c:v>15.52</c:v>
                </c:pt>
                <c:pt idx="138">
                  <c:v>15.52</c:v>
                </c:pt>
                <c:pt idx="139">
                  <c:v>15.52</c:v>
                </c:pt>
                <c:pt idx="140">
                  <c:v>15.52</c:v>
                </c:pt>
                <c:pt idx="141">
                  <c:v>15.52</c:v>
                </c:pt>
                <c:pt idx="142">
                  <c:v>15.52</c:v>
                </c:pt>
                <c:pt idx="143">
                  <c:v>15.52</c:v>
                </c:pt>
                <c:pt idx="144">
                  <c:v>15.52</c:v>
                </c:pt>
                <c:pt idx="145">
                  <c:v>15.52</c:v>
                </c:pt>
                <c:pt idx="146">
                  <c:v>15.52</c:v>
                </c:pt>
                <c:pt idx="147">
                  <c:v>15.52</c:v>
                </c:pt>
                <c:pt idx="148">
                  <c:v>15.52</c:v>
                </c:pt>
                <c:pt idx="149">
                  <c:v>15.52</c:v>
                </c:pt>
                <c:pt idx="150">
                  <c:v>15.52</c:v>
                </c:pt>
                <c:pt idx="151">
                  <c:v>15.52</c:v>
                </c:pt>
                <c:pt idx="152">
                  <c:v>15.52</c:v>
                </c:pt>
                <c:pt idx="153">
                  <c:v>15.52</c:v>
                </c:pt>
                <c:pt idx="154">
                  <c:v>15.52</c:v>
                </c:pt>
                <c:pt idx="155">
                  <c:v>15.52</c:v>
                </c:pt>
                <c:pt idx="156">
                  <c:v>15.52</c:v>
                </c:pt>
                <c:pt idx="157">
                  <c:v>15.52</c:v>
                </c:pt>
                <c:pt idx="158">
                  <c:v>15.52</c:v>
                </c:pt>
                <c:pt idx="159">
                  <c:v>15.52</c:v>
                </c:pt>
                <c:pt idx="160">
                  <c:v>15.52</c:v>
                </c:pt>
                <c:pt idx="161">
                  <c:v>15.52</c:v>
                </c:pt>
                <c:pt idx="162">
                  <c:v>15.52</c:v>
                </c:pt>
                <c:pt idx="163">
                  <c:v>15.52</c:v>
                </c:pt>
                <c:pt idx="164">
                  <c:v>15.52</c:v>
                </c:pt>
                <c:pt idx="165">
                  <c:v>15.52</c:v>
                </c:pt>
                <c:pt idx="166">
                  <c:v>15.52</c:v>
                </c:pt>
                <c:pt idx="167">
                  <c:v>15.52</c:v>
                </c:pt>
                <c:pt idx="168">
                  <c:v>15.52</c:v>
                </c:pt>
                <c:pt idx="169">
                  <c:v>15.52</c:v>
                </c:pt>
                <c:pt idx="170">
                  <c:v>15.52</c:v>
                </c:pt>
                <c:pt idx="171">
                  <c:v>15.52</c:v>
                </c:pt>
                <c:pt idx="172">
                  <c:v>15.52</c:v>
                </c:pt>
                <c:pt idx="173">
                  <c:v>15.52</c:v>
                </c:pt>
                <c:pt idx="174">
                  <c:v>15.52</c:v>
                </c:pt>
                <c:pt idx="175">
                  <c:v>15.52</c:v>
                </c:pt>
                <c:pt idx="176">
                  <c:v>15.52</c:v>
                </c:pt>
                <c:pt idx="177">
                  <c:v>15.52</c:v>
                </c:pt>
                <c:pt idx="178">
                  <c:v>15.52</c:v>
                </c:pt>
                <c:pt idx="179">
                  <c:v>15.52</c:v>
                </c:pt>
                <c:pt idx="180">
                  <c:v>15.52</c:v>
                </c:pt>
                <c:pt idx="181">
                  <c:v>15.52</c:v>
                </c:pt>
                <c:pt idx="182">
                  <c:v>15.52</c:v>
                </c:pt>
                <c:pt idx="183">
                  <c:v>15.52</c:v>
                </c:pt>
                <c:pt idx="184">
                  <c:v>15.52</c:v>
                </c:pt>
                <c:pt idx="185">
                  <c:v>15.52</c:v>
                </c:pt>
                <c:pt idx="186">
                  <c:v>15.52</c:v>
                </c:pt>
                <c:pt idx="187">
                  <c:v>15.52</c:v>
                </c:pt>
                <c:pt idx="188">
                  <c:v>15.52</c:v>
                </c:pt>
                <c:pt idx="189">
                  <c:v>15.52</c:v>
                </c:pt>
                <c:pt idx="190">
                  <c:v>15.52</c:v>
                </c:pt>
                <c:pt idx="191">
                  <c:v>15.52</c:v>
                </c:pt>
                <c:pt idx="192">
                  <c:v>15.52</c:v>
                </c:pt>
                <c:pt idx="193">
                  <c:v>15.52</c:v>
                </c:pt>
                <c:pt idx="194">
                  <c:v>15.52</c:v>
                </c:pt>
                <c:pt idx="195">
                  <c:v>15.52</c:v>
                </c:pt>
                <c:pt idx="196">
                  <c:v>15.52</c:v>
                </c:pt>
                <c:pt idx="197">
                  <c:v>15.52</c:v>
                </c:pt>
                <c:pt idx="198">
                  <c:v>15.52</c:v>
                </c:pt>
                <c:pt idx="199">
                  <c:v>15.52</c:v>
                </c:pt>
                <c:pt idx="200">
                  <c:v>15.52</c:v>
                </c:pt>
                <c:pt idx="201">
                  <c:v>15.52</c:v>
                </c:pt>
                <c:pt idx="202">
                  <c:v>15.52</c:v>
                </c:pt>
                <c:pt idx="203">
                  <c:v>15.52</c:v>
                </c:pt>
                <c:pt idx="204">
                  <c:v>15.52</c:v>
                </c:pt>
                <c:pt idx="205">
                  <c:v>15.52</c:v>
                </c:pt>
                <c:pt idx="206">
                  <c:v>15.52</c:v>
                </c:pt>
                <c:pt idx="207">
                  <c:v>15.52</c:v>
                </c:pt>
                <c:pt idx="208">
                  <c:v>15.52</c:v>
                </c:pt>
                <c:pt idx="209">
                  <c:v>15.52</c:v>
                </c:pt>
                <c:pt idx="210">
                  <c:v>15.52</c:v>
                </c:pt>
                <c:pt idx="211">
                  <c:v>15.52</c:v>
                </c:pt>
                <c:pt idx="212">
                  <c:v>15.52</c:v>
                </c:pt>
                <c:pt idx="213">
                  <c:v>15.52</c:v>
                </c:pt>
                <c:pt idx="214">
                  <c:v>15.52</c:v>
                </c:pt>
                <c:pt idx="215">
                  <c:v>15.52</c:v>
                </c:pt>
                <c:pt idx="216">
                  <c:v>15.52</c:v>
                </c:pt>
                <c:pt idx="217">
                  <c:v>15.52</c:v>
                </c:pt>
                <c:pt idx="218">
                  <c:v>15.52</c:v>
                </c:pt>
                <c:pt idx="219">
                  <c:v>15.52</c:v>
                </c:pt>
                <c:pt idx="220">
                  <c:v>15.52</c:v>
                </c:pt>
                <c:pt idx="221">
                  <c:v>15.52</c:v>
                </c:pt>
                <c:pt idx="222">
                  <c:v>15.52</c:v>
                </c:pt>
                <c:pt idx="223">
                  <c:v>15.52</c:v>
                </c:pt>
                <c:pt idx="224">
                  <c:v>15.52</c:v>
                </c:pt>
                <c:pt idx="225">
                  <c:v>15.52</c:v>
                </c:pt>
                <c:pt idx="226">
                  <c:v>15.52</c:v>
                </c:pt>
                <c:pt idx="227">
                  <c:v>15.52</c:v>
                </c:pt>
                <c:pt idx="228">
                  <c:v>15.52</c:v>
                </c:pt>
                <c:pt idx="229">
                  <c:v>15.52</c:v>
                </c:pt>
                <c:pt idx="230">
                  <c:v>15.52</c:v>
                </c:pt>
                <c:pt idx="231">
                  <c:v>15.52</c:v>
                </c:pt>
                <c:pt idx="232">
                  <c:v>15.52</c:v>
                </c:pt>
                <c:pt idx="233">
                  <c:v>15.52</c:v>
                </c:pt>
                <c:pt idx="234">
                  <c:v>15.52</c:v>
                </c:pt>
                <c:pt idx="235">
                  <c:v>15.52</c:v>
                </c:pt>
                <c:pt idx="236">
                  <c:v>15.52</c:v>
                </c:pt>
                <c:pt idx="237">
                  <c:v>15.52</c:v>
                </c:pt>
                <c:pt idx="238">
                  <c:v>15.52</c:v>
                </c:pt>
                <c:pt idx="239">
                  <c:v>15.52</c:v>
                </c:pt>
                <c:pt idx="240">
                  <c:v>15.52</c:v>
                </c:pt>
                <c:pt idx="241">
                  <c:v>15.52</c:v>
                </c:pt>
                <c:pt idx="242">
                  <c:v>15.52</c:v>
                </c:pt>
                <c:pt idx="243">
                  <c:v>15.52</c:v>
                </c:pt>
                <c:pt idx="244">
                  <c:v>15.52</c:v>
                </c:pt>
                <c:pt idx="245">
                  <c:v>15.52</c:v>
                </c:pt>
                <c:pt idx="246">
                  <c:v>15.52</c:v>
                </c:pt>
                <c:pt idx="247">
                  <c:v>15.52</c:v>
                </c:pt>
                <c:pt idx="248">
                  <c:v>15.52</c:v>
                </c:pt>
                <c:pt idx="249">
                  <c:v>15.52</c:v>
                </c:pt>
                <c:pt idx="250">
                  <c:v>15.52</c:v>
                </c:pt>
                <c:pt idx="251">
                  <c:v>15.52</c:v>
                </c:pt>
                <c:pt idx="252">
                  <c:v>15.52</c:v>
                </c:pt>
                <c:pt idx="253">
                  <c:v>15.52</c:v>
                </c:pt>
                <c:pt idx="254">
                  <c:v>15.52</c:v>
                </c:pt>
                <c:pt idx="255">
                  <c:v>15.52</c:v>
                </c:pt>
                <c:pt idx="256">
                  <c:v>15.52</c:v>
                </c:pt>
                <c:pt idx="257">
                  <c:v>15.52</c:v>
                </c:pt>
                <c:pt idx="258">
                  <c:v>15.52</c:v>
                </c:pt>
                <c:pt idx="259">
                  <c:v>15.52</c:v>
                </c:pt>
                <c:pt idx="260">
                  <c:v>15.52</c:v>
                </c:pt>
                <c:pt idx="261">
                  <c:v>15.52</c:v>
                </c:pt>
                <c:pt idx="262">
                  <c:v>15.52</c:v>
                </c:pt>
                <c:pt idx="263">
                  <c:v>15.52</c:v>
                </c:pt>
                <c:pt idx="264">
                  <c:v>15.52</c:v>
                </c:pt>
                <c:pt idx="265">
                  <c:v>15.52</c:v>
                </c:pt>
                <c:pt idx="266">
                  <c:v>15.52</c:v>
                </c:pt>
                <c:pt idx="267">
                  <c:v>15.52</c:v>
                </c:pt>
                <c:pt idx="268">
                  <c:v>15.52</c:v>
                </c:pt>
                <c:pt idx="269">
                  <c:v>15.52</c:v>
                </c:pt>
                <c:pt idx="270">
                  <c:v>15.52</c:v>
                </c:pt>
                <c:pt idx="271">
                  <c:v>15.52</c:v>
                </c:pt>
                <c:pt idx="272">
                  <c:v>15.52</c:v>
                </c:pt>
                <c:pt idx="273">
                  <c:v>15.52</c:v>
                </c:pt>
                <c:pt idx="274">
                  <c:v>15.52</c:v>
                </c:pt>
                <c:pt idx="275">
                  <c:v>15.52</c:v>
                </c:pt>
                <c:pt idx="276">
                  <c:v>15.52</c:v>
                </c:pt>
                <c:pt idx="277">
                  <c:v>15.52</c:v>
                </c:pt>
                <c:pt idx="278">
                  <c:v>15.52</c:v>
                </c:pt>
                <c:pt idx="279">
                  <c:v>15.52</c:v>
                </c:pt>
                <c:pt idx="280">
                  <c:v>15.52</c:v>
                </c:pt>
                <c:pt idx="281">
                  <c:v>15.52</c:v>
                </c:pt>
                <c:pt idx="282">
                  <c:v>15.52</c:v>
                </c:pt>
                <c:pt idx="283">
                  <c:v>15.52</c:v>
                </c:pt>
                <c:pt idx="284">
                  <c:v>15.52</c:v>
                </c:pt>
                <c:pt idx="285">
                  <c:v>15.52</c:v>
                </c:pt>
                <c:pt idx="286">
                  <c:v>15.52</c:v>
                </c:pt>
                <c:pt idx="287">
                  <c:v>15.52</c:v>
                </c:pt>
                <c:pt idx="288">
                  <c:v>15.52</c:v>
                </c:pt>
                <c:pt idx="289">
                  <c:v>15.52</c:v>
                </c:pt>
                <c:pt idx="290">
                  <c:v>15.52</c:v>
                </c:pt>
                <c:pt idx="291">
                  <c:v>15.52</c:v>
                </c:pt>
                <c:pt idx="292">
                  <c:v>15.52</c:v>
                </c:pt>
                <c:pt idx="293">
                  <c:v>15.52</c:v>
                </c:pt>
                <c:pt idx="294">
                  <c:v>15.52</c:v>
                </c:pt>
                <c:pt idx="295">
                  <c:v>15.52</c:v>
                </c:pt>
                <c:pt idx="296">
                  <c:v>15.52</c:v>
                </c:pt>
                <c:pt idx="297">
                  <c:v>15.52</c:v>
                </c:pt>
                <c:pt idx="298">
                  <c:v>15.52</c:v>
                </c:pt>
                <c:pt idx="299">
                  <c:v>15.52</c:v>
                </c:pt>
                <c:pt idx="300">
                  <c:v>15.52</c:v>
                </c:pt>
                <c:pt idx="301">
                  <c:v>15.52</c:v>
                </c:pt>
                <c:pt idx="302">
                  <c:v>15.52</c:v>
                </c:pt>
                <c:pt idx="303">
                  <c:v>15.52</c:v>
                </c:pt>
                <c:pt idx="304">
                  <c:v>15.52</c:v>
                </c:pt>
                <c:pt idx="305">
                  <c:v>15.52</c:v>
                </c:pt>
                <c:pt idx="306">
                  <c:v>15.52</c:v>
                </c:pt>
                <c:pt idx="307">
                  <c:v>15.52</c:v>
                </c:pt>
                <c:pt idx="308">
                  <c:v>15.52</c:v>
                </c:pt>
                <c:pt idx="309">
                  <c:v>15.52</c:v>
                </c:pt>
                <c:pt idx="310">
                  <c:v>15.52</c:v>
                </c:pt>
                <c:pt idx="311">
                  <c:v>15.52</c:v>
                </c:pt>
                <c:pt idx="312">
                  <c:v>15.52</c:v>
                </c:pt>
                <c:pt idx="313">
                  <c:v>15.52</c:v>
                </c:pt>
                <c:pt idx="314">
                  <c:v>15.52</c:v>
                </c:pt>
                <c:pt idx="315">
                  <c:v>15.52</c:v>
                </c:pt>
                <c:pt idx="316">
                  <c:v>15.52</c:v>
                </c:pt>
                <c:pt idx="317">
                  <c:v>15.52</c:v>
                </c:pt>
                <c:pt idx="318">
                  <c:v>15.52</c:v>
                </c:pt>
                <c:pt idx="319">
                  <c:v>15.52</c:v>
                </c:pt>
                <c:pt idx="320">
                  <c:v>15.52</c:v>
                </c:pt>
                <c:pt idx="321">
                  <c:v>15.52</c:v>
                </c:pt>
                <c:pt idx="322">
                  <c:v>15.52</c:v>
                </c:pt>
                <c:pt idx="323">
                  <c:v>15.52</c:v>
                </c:pt>
                <c:pt idx="324">
                  <c:v>15.52</c:v>
                </c:pt>
                <c:pt idx="325">
                  <c:v>15.52</c:v>
                </c:pt>
                <c:pt idx="326">
                  <c:v>15.52</c:v>
                </c:pt>
                <c:pt idx="327">
                  <c:v>15.52</c:v>
                </c:pt>
                <c:pt idx="328">
                  <c:v>15.52</c:v>
                </c:pt>
                <c:pt idx="329">
                  <c:v>15.52</c:v>
                </c:pt>
                <c:pt idx="330">
                  <c:v>15.52</c:v>
                </c:pt>
                <c:pt idx="331">
                  <c:v>15.52</c:v>
                </c:pt>
                <c:pt idx="332">
                  <c:v>15.52</c:v>
                </c:pt>
                <c:pt idx="333">
                  <c:v>15.52</c:v>
                </c:pt>
                <c:pt idx="334">
                  <c:v>15.52</c:v>
                </c:pt>
                <c:pt idx="335">
                  <c:v>15.52</c:v>
                </c:pt>
                <c:pt idx="336">
                  <c:v>15.52</c:v>
                </c:pt>
                <c:pt idx="337">
                  <c:v>15.52</c:v>
                </c:pt>
                <c:pt idx="338">
                  <c:v>15.52</c:v>
                </c:pt>
                <c:pt idx="339">
                  <c:v>15.52</c:v>
                </c:pt>
                <c:pt idx="340">
                  <c:v>15.52</c:v>
                </c:pt>
                <c:pt idx="341">
                  <c:v>15.52</c:v>
                </c:pt>
                <c:pt idx="342">
                  <c:v>15.52</c:v>
                </c:pt>
                <c:pt idx="343">
                  <c:v>15.52</c:v>
                </c:pt>
                <c:pt idx="344">
                  <c:v>15.52</c:v>
                </c:pt>
                <c:pt idx="345">
                  <c:v>15.52</c:v>
                </c:pt>
                <c:pt idx="346">
                  <c:v>15.52</c:v>
                </c:pt>
                <c:pt idx="347">
                  <c:v>15.52</c:v>
                </c:pt>
                <c:pt idx="348">
                  <c:v>15.52</c:v>
                </c:pt>
                <c:pt idx="349">
                  <c:v>15.52</c:v>
                </c:pt>
                <c:pt idx="350">
                  <c:v>15.52</c:v>
                </c:pt>
                <c:pt idx="351">
                  <c:v>15.52</c:v>
                </c:pt>
                <c:pt idx="352">
                  <c:v>15.52</c:v>
                </c:pt>
                <c:pt idx="353">
                  <c:v>15.52</c:v>
                </c:pt>
                <c:pt idx="354">
                  <c:v>15.52</c:v>
                </c:pt>
                <c:pt idx="355">
                  <c:v>15.52</c:v>
                </c:pt>
                <c:pt idx="356">
                  <c:v>15.52</c:v>
                </c:pt>
                <c:pt idx="357">
                  <c:v>15.52</c:v>
                </c:pt>
                <c:pt idx="358">
                  <c:v>15.52</c:v>
                </c:pt>
                <c:pt idx="359">
                  <c:v>15.52</c:v>
                </c:pt>
                <c:pt idx="360">
                  <c:v>15.52</c:v>
                </c:pt>
                <c:pt idx="361">
                  <c:v>15.52</c:v>
                </c:pt>
                <c:pt idx="362">
                  <c:v>15.52</c:v>
                </c:pt>
                <c:pt idx="363">
                  <c:v>15.52</c:v>
                </c:pt>
                <c:pt idx="364">
                  <c:v>15.52</c:v>
                </c:pt>
                <c:pt idx="365">
                  <c:v>15.52</c:v>
                </c:pt>
                <c:pt idx="366">
                  <c:v>15.52</c:v>
                </c:pt>
                <c:pt idx="367">
                  <c:v>15.52</c:v>
                </c:pt>
                <c:pt idx="368">
                  <c:v>15.52</c:v>
                </c:pt>
                <c:pt idx="369">
                  <c:v>15.52</c:v>
                </c:pt>
                <c:pt idx="370">
                  <c:v>15.52</c:v>
                </c:pt>
                <c:pt idx="371">
                  <c:v>15.52</c:v>
                </c:pt>
                <c:pt idx="372">
                  <c:v>15.52</c:v>
                </c:pt>
                <c:pt idx="373">
                  <c:v>15.52</c:v>
                </c:pt>
                <c:pt idx="374">
                  <c:v>15.52</c:v>
                </c:pt>
                <c:pt idx="375">
                  <c:v>15.52</c:v>
                </c:pt>
                <c:pt idx="376">
                  <c:v>15.52</c:v>
                </c:pt>
                <c:pt idx="377">
                  <c:v>15.52</c:v>
                </c:pt>
                <c:pt idx="378">
                  <c:v>15.52</c:v>
                </c:pt>
                <c:pt idx="379">
                  <c:v>15.52</c:v>
                </c:pt>
                <c:pt idx="380">
                  <c:v>15.52</c:v>
                </c:pt>
                <c:pt idx="381">
                  <c:v>15.52</c:v>
                </c:pt>
                <c:pt idx="382">
                  <c:v>15.52</c:v>
                </c:pt>
                <c:pt idx="383">
                  <c:v>15.52</c:v>
                </c:pt>
                <c:pt idx="384">
                  <c:v>15.52</c:v>
                </c:pt>
                <c:pt idx="385">
                  <c:v>15.52</c:v>
                </c:pt>
                <c:pt idx="386">
                  <c:v>15.52</c:v>
                </c:pt>
                <c:pt idx="387">
                  <c:v>15.52</c:v>
                </c:pt>
                <c:pt idx="388">
                  <c:v>15.52</c:v>
                </c:pt>
                <c:pt idx="389">
                  <c:v>15.52</c:v>
                </c:pt>
                <c:pt idx="390">
                  <c:v>15.52</c:v>
                </c:pt>
                <c:pt idx="391">
                  <c:v>15.52</c:v>
                </c:pt>
                <c:pt idx="392">
                  <c:v>15.52</c:v>
                </c:pt>
                <c:pt idx="393">
                  <c:v>15.52</c:v>
                </c:pt>
                <c:pt idx="394">
                  <c:v>15.52</c:v>
                </c:pt>
                <c:pt idx="395">
                  <c:v>15.52</c:v>
                </c:pt>
                <c:pt idx="396">
                  <c:v>15.52</c:v>
                </c:pt>
                <c:pt idx="397">
                  <c:v>15.52</c:v>
                </c:pt>
                <c:pt idx="398">
                  <c:v>15.52</c:v>
                </c:pt>
                <c:pt idx="399">
                  <c:v>15.52</c:v>
                </c:pt>
                <c:pt idx="400">
                  <c:v>15.52</c:v>
                </c:pt>
                <c:pt idx="401">
                  <c:v>15.52</c:v>
                </c:pt>
                <c:pt idx="402">
                  <c:v>15.52</c:v>
                </c:pt>
                <c:pt idx="403">
                  <c:v>15.52</c:v>
                </c:pt>
                <c:pt idx="404">
                  <c:v>15.52</c:v>
                </c:pt>
                <c:pt idx="405">
                  <c:v>15.52</c:v>
                </c:pt>
                <c:pt idx="406">
                  <c:v>15.52</c:v>
                </c:pt>
                <c:pt idx="407">
                  <c:v>15.52</c:v>
                </c:pt>
                <c:pt idx="408">
                  <c:v>15.52</c:v>
                </c:pt>
                <c:pt idx="409">
                  <c:v>15.52</c:v>
                </c:pt>
                <c:pt idx="410">
                  <c:v>15.52</c:v>
                </c:pt>
                <c:pt idx="411">
                  <c:v>15.52</c:v>
                </c:pt>
                <c:pt idx="412">
                  <c:v>15.52</c:v>
                </c:pt>
                <c:pt idx="413">
                  <c:v>15.52</c:v>
                </c:pt>
                <c:pt idx="414">
                  <c:v>15.52</c:v>
                </c:pt>
                <c:pt idx="415">
                  <c:v>15.52</c:v>
                </c:pt>
                <c:pt idx="416">
                  <c:v>15.52</c:v>
                </c:pt>
                <c:pt idx="417">
                  <c:v>15.52</c:v>
                </c:pt>
                <c:pt idx="418">
                  <c:v>15.52</c:v>
                </c:pt>
                <c:pt idx="419">
                  <c:v>15.52</c:v>
                </c:pt>
                <c:pt idx="420">
                  <c:v>15.52</c:v>
                </c:pt>
                <c:pt idx="421">
                  <c:v>15.52</c:v>
                </c:pt>
                <c:pt idx="422">
                  <c:v>15.52</c:v>
                </c:pt>
                <c:pt idx="423">
                  <c:v>15.52</c:v>
                </c:pt>
                <c:pt idx="424">
                  <c:v>15.52</c:v>
                </c:pt>
                <c:pt idx="425">
                  <c:v>15.52</c:v>
                </c:pt>
                <c:pt idx="426">
                  <c:v>15.52</c:v>
                </c:pt>
                <c:pt idx="427">
                  <c:v>15.52</c:v>
                </c:pt>
                <c:pt idx="428">
                  <c:v>15.52</c:v>
                </c:pt>
                <c:pt idx="429">
                  <c:v>15.52</c:v>
                </c:pt>
                <c:pt idx="430">
                  <c:v>15.52</c:v>
                </c:pt>
                <c:pt idx="431">
                  <c:v>15.52</c:v>
                </c:pt>
                <c:pt idx="432">
                  <c:v>15.52</c:v>
                </c:pt>
                <c:pt idx="433">
                  <c:v>15.52</c:v>
                </c:pt>
                <c:pt idx="434">
                  <c:v>15.52</c:v>
                </c:pt>
                <c:pt idx="435">
                  <c:v>15.52</c:v>
                </c:pt>
                <c:pt idx="436">
                  <c:v>15.52</c:v>
                </c:pt>
                <c:pt idx="437">
                  <c:v>15.52</c:v>
                </c:pt>
                <c:pt idx="438">
                  <c:v>15.52</c:v>
                </c:pt>
                <c:pt idx="439">
                  <c:v>15.52</c:v>
                </c:pt>
                <c:pt idx="440">
                  <c:v>15.52</c:v>
                </c:pt>
                <c:pt idx="441">
                  <c:v>15.52</c:v>
                </c:pt>
                <c:pt idx="442">
                  <c:v>15.52</c:v>
                </c:pt>
                <c:pt idx="443">
                  <c:v>15.52</c:v>
                </c:pt>
                <c:pt idx="444">
                  <c:v>15.52</c:v>
                </c:pt>
                <c:pt idx="445">
                  <c:v>15.52</c:v>
                </c:pt>
                <c:pt idx="446">
                  <c:v>15.52</c:v>
                </c:pt>
                <c:pt idx="447">
                  <c:v>15.52</c:v>
                </c:pt>
                <c:pt idx="448">
                  <c:v>15.52</c:v>
                </c:pt>
                <c:pt idx="449">
                  <c:v>15.52</c:v>
                </c:pt>
                <c:pt idx="450">
                  <c:v>15.52</c:v>
                </c:pt>
                <c:pt idx="451">
                  <c:v>15.52</c:v>
                </c:pt>
                <c:pt idx="452">
                  <c:v>15.52</c:v>
                </c:pt>
                <c:pt idx="453">
                  <c:v>15.52</c:v>
                </c:pt>
                <c:pt idx="454">
                  <c:v>15.52</c:v>
                </c:pt>
                <c:pt idx="455">
                  <c:v>15.52</c:v>
                </c:pt>
                <c:pt idx="456">
                  <c:v>15.52</c:v>
                </c:pt>
                <c:pt idx="457">
                  <c:v>15.52</c:v>
                </c:pt>
                <c:pt idx="458">
                  <c:v>15.52</c:v>
                </c:pt>
                <c:pt idx="459">
                  <c:v>15.52</c:v>
                </c:pt>
                <c:pt idx="460">
                  <c:v>15.52</c:v>
                </c:pt>
                <c:pt idx="461">
                  <c:v>15.52</c:v>
                </c:pt>
                <c:pt idx="462">
                  <c:v>15.52</c:v>
                </c:pt>
                <c:pt idx="463">
                  <c:v>15.52</c:v>
                </c:pt>
                <c:pt idx="464">
                  <c:v>15.52</c:v>
                </c:pt>
                <c:pt idx="465">
                  <c:v>15.52</c:v>
                </c:pt>
                <c:pt idx="466">
                  <c:v>15.52</c:v>
                </c:pt>
                <c:pt idx="467">
                  <c:v>15.52</c:v>
                </c:pt>
                <c:pt idx="468">
                  <c:v>15.52</c:v>
                </c:pt>
                <c:pt idx="469">
                  <c:v>15.52</c:v>
                </c:pt>
                <c:pt idx="470">
                  <c:v>15.52</c:v>
                </c:pt>
                <c:pt idx="471">
                  <c:v>15.52</c:v>
                </c:pt>
                <c:pt idx="472">
                  <c:v>15.52</c:v>
                </c:pt>
                <c:pt idx="473">
                  <c:v>15.52</c:v>
                </c:pt>
                <c:pt idx="474">
                  <c:v>15.52</c:v>
                </c:pt>
                <c:pt idx="475">
                  <c:v>15.52</c:v>
                </c:pt>
                <c:pt idx="476">
                  <c:v>15.52</c:v>
                </c:pt>
                <c:pt idx="477">
                  <c:v>15.52</c:v>
                </c:pt>
                <c:pt idx="478">
                  <c:v>15.52</c:v>
                </c:pt>
                <c:pt idx="479">
                  <c:v>15.52</c:v>
                </c:pt>
                <c:pt idx="480">
                  <c:v>15.52</c:v>
                </c:pt>
                <c:pt idx="481">
                  <c:v>15.52</c:v>
                </c:pt>
                <c:pt idx="482">
                  <c:v>15.52</c:v>
                </c:pt>
                <c:pt idx="483">
                  <c:v>15.52</c:v>
                </c:pt>
                <c:pt idx="484">
                  <c:v>15.52</c:v>
                </c:pt>
                <c:pt idx="485">
                  <c:v>15.52</c:v>
                </c:pt>
                <c:pt idx="486">
                  <c:v>15.52</c:v>
                </c:pt>
                <c:pt idx="487">
                  <c:v>15.52</c:v>
                </c:pt>
                <c:pt idx="488">
                  <c:v>15.52</c:v>
                </c:pt>
                <c:pt idx="489">
                  <c:v>15.52</c:v>
                </c:pt>
                <c:pt idx="490">
                  <c:v>15.52</c:v>
                </c:pt>
                <c:pt idx="491">
                  <c:v>15.52</c:v>
                </c:pt>
                <c:pt idx="492">
                  <c:v>15.52</c:v>
                </c:pt>
                <c:pt idx="493">
                  <c:v>15.52</c:v>
                </c:pt>
                <c:pt idx="494">
                  <c:v>15.52</c:v>
                </c:pt>
                <c:pt idx="495">
                  <c:v>15.52</c:v>
                </c:pt>
                <c:pt idx="496">
                  <c:v>15.52</c:v>
                </c:pt>
                <c:pt idx="497">
                  <c:v>15.52</c:v>
                </c:pt>
                <c:pt idx="498">
                  <c:v>15.52</c:v>
                </c:pt>
                <c:pt idx="499">
                  <c:v>15.52</c:v>
                </c:pt>
                <c:pt idx="500">
                  <c:v>15.52</c:v>
                </c:pt>
                <c:pt idx="501">
                  <c:v>15.52</c:v>
                </c:pt>
                <c:pt idx="502">
                  <c:v>15.52</c:v>
                </c:pt>
                <c:pt idx="503">
                  <c:v>15.52</c:v>
                </c:pt>
                <c:pt idx="504">
                  <c:v>15.52</c:v>
                </c:pt>
                <c:pt idx="505">
                  <c:v>15.52</c:v>
                </c:pt>
                <c:pt idx="506">
                  <c:v>15.52</c:v>
                </c:pt>
                <c:pt idx="507">
                  <c:v>15.52</c:v>
                </c:pt>
                <c:pt idx="508">
                  <c:v>15.52</c:v>
                </c:pt>
                <c:pt idx="509">
                  <c:v>15.52</c:v>
                </c:pt>
                <c:pt idx="510">
                  <c:v>15.52</c:v>
                </c:pt>
                <c:pt idx="511">
                  <c:v>15.52</c:v>
                </c:pt>
                <c:pt idx="512">
                  <c:v>15.52</c:v>
                </c:pt>
                <c:pt idx="513">
                  <c:v>15.52</c:v>
                </c:pt>
                <c:pt idx="514">
                  <c:v>15.52</c:v>
                </c:pt>
                <c:pt idx="515">
                  <c:v>15.52</c:v>
                </c:pt>
                <c:pt idx="516">
                  <c:v>15.52</c:v>
                </c:pt>
                <c:pt idx="517">
                  <c:v>15.52</c:v>
                </c:pt>
                <c:pt idx="518">
                  <c:v>15.52</c:v>
                </c:pt>
                <c:pt idx="519">
                  <c:v>15.52</c:v>
                </c:pt>
                <c:pt idx="520">
                  <c:v>15.52</c:v>
                </c:pt>
                <c:pt idx="521">
                  <c:v>15.52</c:v>
                </c:pt>
              </c:numCache>
            </c:numRef>
          </c:val>
          <c:smooth val="0"/>
        </c:ser>
        <c:ser>
          <c:idx val="2"/>
          <c:order val="2"/>
          <c:tx>
            <c:strRef>
              <c:f>Sheet1!$D$1</c:f>
              <c:strCache>
                <c:ptCount val="1"/>
                <c:pt idx="0">
                  <c:v>±1σ</c:v>
                </c:pt>
              </c:strCache>
            </c:strRef>
          </c:tx>
          <c:spPr>
            <a:ln w="12700" cap="rnd">
              <a:solidFill>
                <a:srgbClr val="A5A5A5"/>
              </a:solidFill>
              <a:prstDash val="dash"/>
              <a:round/>
            </a:ln>
          </c:spPr>
          <c:marker>
            <c:symbol val="none"/>
          </c:marker>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Sheet1!$D$2:$D$523</c:f>
              <c:numCache>
                <c:formatCode>General</c:formatCode>
                <c:ptCount val="522"/>
                <c:pt idx="0">
                  <c:v>18.19</c:v>
                </c:pt>
                <c:pt idx="1">
                  <c:v>18.19</c:v>
                </c:pt>
                <c:pt idx="2">
                  <c:v>18.19</c:v>
                </c:pt>
                <c:pt idx="3">
                  <c:v>18.19</c:v>
                </c:pt>
                <c:pt idx="4">
                  <c:v>18.19</c:v>
                </c:pt>
                <c:pt idx="5">
                  <c:v>18.19</c:v>
                </c:pt>
                <c:pt idx="6">
                  <c:v>18.19</c:v>
                </c:pt>
                <c:pt idx="7">
                  <c:v>18.19</c:v>
                </c:pt>
                <c:pt idx="8">
                  <c:v>18.19</c:v>
                </c:pt>
                <c:pt idx="9">
                  <c:v>18.19</c:v>
                </c:pt>
                <c:pt idx="10">
                  <c:v>18.19</c:v>
                </c:pt>
                <c:pt idx="11">
                  <c:v>18.19</c:v>
                </c:pt>
                <c:pt idx="12">
                  <c:v>18.19</c:v>
                </c:pt>
                <c:pt idx="13">
                  <c:v>18.19</c:v>
                </c:pt>
                <c:pt idx="14">
                  <c:v>18.19</c:v>
                </c:pt>
                <c:pt idx="15">
                  <c:v>18.19</c:v>
                </c:pt>
                <c:pt idx="16">
                  <c:v>18.19</c:v>
                </c:pt>
                <c:pt idx="17">
                  <c:v>18.19</c:v>
                </c:pt>
                <c:pt idx="18">
                  <c:v>18.19</c:v>
                </c:pt>
                <c:pt idx="19">
                  <c:v>18.19</c:v>
                </c:pt>
                <c:pt idx="20">
                  <c:v>18.19</c:v>
                </c:pt>
                <c:pt idx="21">
                  <c:v>18.19</c:v>
                </c:pt>
                <c:pt idx="22">
                  <c:v>18.19</c:v>
                </c:pt>
                <c:pt idx="23">
                  <c:v>18.19</c:v>
                </c:pt>
                <c:pt idx="24">
                  <c:v>18.19</c:v>
                </c:pt>
                <c:pt idx="25">
                  <c:v>18.19</c:v>
                </c:pt>
                <c:pt idx="26">
                  <c:v>18.19</c:v>
                </c:pt>
                <c:pt idx="27">
                  <c:v>18.19</c:v>
                </c:pt>
                <c:pt idx="28">
                  <c:v>18.19</c:v>
                </c:pt>
                <c:pt idx="29">
                  <c:v>18.19</c:v>
                </c:pt>
                <c:pt idx="30">
                  <c:v>18.19</c:v>
                </c:pt>
                <c:pt idx="31">
                  <c:v>18.19</c:v>
                </c:pt>
                <c:pt idx="32">
                  <c:v>18.19</c:v>
                </c:pt>
                <c:pt idx="33">
                  <c:v>18.19</c:v>
                </c:pt>
                <c:pt idx="34">
                  <c:v>18.19</c:v>
                </c:pt>
                <c:pt idx="35">
                  <c:v>18.19</c:v>
                </c:pt>
                <c:pt idx="36">
                  <c:v>18.19</c:v>
                </c:pt>
                <c:pt idx="37">
                  <c:v>18.19</c:v>
                </c:pt>
                <c:pt idx="38">
                  <c:v>18.19</c:v>
                </c:pt>
                <c:pt idx="39">
                  <c:v>18.19</c:v>
                </c:pt>
                <c:pt idx="40">
                  <c:v>18.19</c:v>
                </c:pt>
                <c:pt idx="41">
                  <c:v>18.19</c:v>
                </c:pt>
                <c:pt idx="42">
                  <c:v>18.19</c:v>
                </c:pt>
                <c:pt idx="43">
                  <c:v>18.19</c:v>
                </c:pt>
                <c:pt idx="44">
                  <c:v>18.19</c:v>
                </c:pt>
                <c:pt idx="45">
                  <c:v>18.19</c:v>
                </c:pt>
                <c:pt idx="46">
                  <c:v>18.19</c:v>
                </c:pt>
                <c:pt idx="47">
                  <c:v>18.19</c:v>
                </c:pt>
                <c:pt idx="48">
                  <c:v>18.19</c:v>
                </c:pt>
                <c:pt idx="49">
                  <c:v>18.19</c:v>
                </c:pt>
                <c:pt idx="50">
                  <c:v>18.19</c:v>
                </c:pt>
                <c:pt idx="51">
                  <c:v>18.19</c:v>
                </c:pt>
                <c:pt idx="52">
                  <c:v>18.19</c:v>
                </c:pt>
                <c:pt idx="53">
                  <c:v>18.19</c:v>
                </c:pt>
                <c:pt idx="54">
                  <c:v>18.19</c:v>
                </c:pt>
                <c:pt idx="55">
                  <c:v>18.19</c:v>
                </c:pt>
                <c:pt idx="56">
                  <c:v>18.19</c:v>
                </c:pt>
                <c:pt idx="57">
                  <c:v>18.19</c:v>
                </c:pt>
                <c:pt idx="58">
                  <c:v>18.19</c:v>
                </c:pt>
                <c:pt idx="59">
                  <c:v>18.19</c:v>
                </c:pt>
                <c:pt idx="60">
                  <c:v>18.19</c:v>
                </c:pt>
                <c:pt idx="61">
                  <c:v>18.19</c:v>
                </c:pt>
                <c:pt idx="62">
                  <c:v>18.19</c:v>
                </c:pt>
                <c:pt idx="63">
                  <c:v>18.19</c:v>
                </c:pt>
                <c:pt idx="64">
                  <c:v>18.19</c:v>
                </c:pt>
                <c:pt idx="65">
                  <c:v>18.19</c:v>
                </c:pt>
                <c:pt idx="66">
                  <c:v>18.19</c:v>
                </c:pt>
                <c:pt idx="67">
                  <c:v>18.19</c:v>
                </c:pt>
                <c:pt idx="68">
                  <c:v>18.19</c:v>
                </c:pt>
                <c:pt idx="69">
                  <c:v>18.19</c:v>
                </c:pt>
                <c:pt idx="70">
                  <c:v>18.19</c:v>
                </c:pt>
                <c:pt idx="71">
                  <c:v>18.19</c:v>
                </c:pt>
                <c:pt idx="72">
                  <c:v>18.19</c:v>
                </c:pt>
                <c:pt idx="73">
                  <c:v>18.19</c:v>
                </c:pt>
                <c:pt idx="74">
                  <c:v>18.19</c:v>
                </c:pt>
                <c:pt idx="75">
                  <c:v>18.19</c:v>
                </c:pt>
                <c:pt idx="76">
                  <c:v>18.19</c:v>
                </c:pt>
                <c:pt idx="77">
                  <c:v>18.19</c:v>
                </c:pt>
                <c:pt idx="78">
                  <c:v>18.19</c:v>
                </c:pt>
                <c:pt idx="79">
                  <c:v>18.19</c:v>
                </c:pt>
                <c:pt idx="80">
                  <c:v>18.19</c:v>
                </c:pt>
                <c:pt idx="81">
                  <c:v>18.19</c:v>
                </c:pt>
                <c:pt idx="82">
                  <c:v>18.19</c:v>
                </c:pt>
                <c:pt idx="83">
                  <c:v>18.19</c:v>
                </c:pt>
                <c:pt idx="84">
                  <c:v>18.19</c:v>
                </c:pt>
                <c:pt idx="85">
                  <c:v>18.19</c:v>
                </c:pt>
                <c:pt idx="86">
                  <c:v>18.19</c:v>
                </c:pt>
                <c:pt idx="87">
                  <c:v>18.19</c:v>
                </c:pt>
                <c:pt idx="88">
                  <c:v>18.19</c:v>
                </c:pt>
                <c:pt idx="89">
                  <c:v>18.19</c:v>
                </c:pt>
                <c:pt idx="90">
                  <c:v>18.19</c:v>
                </c:pt>
                <c:pt idx="91">
                  <c:v>18.19</c:v>
                </c:pt>
                <c:pt idx="92">
                  <c:v>18.19</c:v>
                </c:pt>
                <c:pt idx="93">
                  <c:v>18.19</c:v>
                </c:pt>
                <c:pt idx="94">
                  <c:v>18.19</c:v>
                </c:pt>
                <c:pt idx="95">
                  <c:v>18.19</c:v>
                </c:pt>
                <c:pt idx="96">
                  <c:v>18.19</c:v>
                </c:pt>
                <c:pt idx="97">
                  <c:v>18.19</c:v>
                </c:pt>
                <c:pt idx="98">
                  <c:v>18.19</c:v>
                </c:pt>
                <c:pt idx="99">
                  <c:v>18.19</c:v>
                </c:pt>
                <c:pt idx="100">
                  <c:v>18.19</c:v>
                </c:pt>
                <c:pt idx="101">
                  <c:v>18.19</c:v>
                </c:pt>
                <c:pt idx="102">
                  <c:v>18.19</c:v>
                </c:pt>
                <c:pt idx="103">
                  <c:v>18.19</c:v>
                </c:pt>
                <c:pt idx="104">
                  <c:v>18.19</c:v>
                </c:pt>
                <c:pt idx="105">
                  <c:v>18.19</c:v>
                </c:pt>
                <c:pt idx="106">
                  <c:v>18.19</c:v>
                </c:pt>
                <c:pt idx="107">
                  <c:v>18.19</c:v>
                </c:pt>
                <c:pt idx="108">
                  <c:v>18.19</c:v>
                </c:pt>
                <c:pt idx="109">
                  <c:v>18.19</c:v>
                </c:pt>
                <c:pt idx="110">
                  <c:v>18.19</c:v>
                </c:pt>
                <c:pt idx="111">
                  <c:v>18.19</c:v>
                </c:pt>
                <c:pt idx="112">
                  <c:v>18.19</c:v>
                </c:pt>
                <c:pt idx="113">
                  <c:v>18.19</c:v>
                </c:pt>
                <c:pt idx="114">
                  <c:v>18.19</c:v>
                </c:pt>
                <c:pt idx="115">
                  <c:v>18.19</c:v>
                </c:pt>
                <c:pt idx="116">
                  <c:v>18.19</c:v>
                </c:pt>
                <c:pt idx="117">
                  <c:v>18.19</c:v>
                </c:pt>
                <c:pt idx="118">
                  <c:v>18.19</c:v>
                </c:pt>
                <c:pt idx="119">
                  <c:v>18.19</c:v>
                </c:pt>
                <c:pt idx="120">
                  <c:v>18.19</c:v>
                </c:pt>
                <c:pt idx="121">
                  <c:v>18.19</c:v>
                </c:pt>
                <c:pt idx="122">
                  <c:v>18.19</c:v>
                </c:pt>
                <c:pt idx="123">
                  <c:v>18.19</c:v>
                </c:pt>
                <c:pt idx="124">
                  <c:v>18.19</c:v>
                </c:pt>
                <c:pt idx="125">
                  <c:v>18.19</c:v>
                </c:pt>
                <c:pt idx="126">
                  <c:v>18.19</c:v>
                </c:pt>
                <c:pt idx="127">
                  <c:v>18.19</c:v>
                </c:pt>
                <c:pt idx="128">
                  <c:v>18.19</c:v>
                </c:pt>
                <c:pt idx="129">
                  <c:v>18.19</c:v>
                </c:pt>
                <c:pt idx="130">
                  <c:v>18.19</c:v>
                </c:pt>
                <c:pt idx="131">
                  <c:v>18.19</c:v>
                </c:pt>
                <c:pt idx="132">
                  <c:v>18.19</c:v>
                </c:pt>
                <c:pt idx="133">
                  <c:v>18.19</c:v>
                </c:pt>
                <c:pt idx="134">
                  <c:v>18.19</c:v>
                </c:pt>
                <c:pt idx="135">
                  <c:v>18.19</c:v>
                </c:pt>
                <c:pt idx="136">
                  <c:v>18.19</c:v>
                </c:pt>
                <c:pt idx="137">
                  <c:v>18.19</c:v>
                </c:pt>
                <c:pt idx="138">
                  <c:v>18.19</c:v>
                </c:pt>
                <c:pt idx="139">
                  <c:v>18.19</c:v>
                </c:pt>
                <c:pt idx="140">
                  <c:v>18.19</c:v>
                </c:pt>
                <c:pt idx="141">
                  <c:v>18.19</c:v>
                </c:pt>
                <c:pt idx="142">
                  <c:v>18.19</c:v>
                </c:pt>
                <c:pt idx="143">
                  <c:v>18.19</c:v>
                </c:pt>
                <c:pt idx="144">
                  <c:v>18.19</c:v>
                </c:pt>
                <c:pt idx="145">
                  <c:v>18.19</c:v>
                </c:pt>
                <c:pt idx="146">
                  <c:v>18.19</c:v>
                </c:pt>
                <c:pt idx="147">
                  <c:v>18.19</c:v>
                </c:pt>
                <c:pt idx="148">
                  <c:v>18.19</c:v>
                </c:pt>
                <c:pt idx="149">
                  <c:v>18.19</c:v>
                </c:pt>
                <c:pt idx="150">
                  <c:v>18.19</c:v>
                </c:pt>
                <c:pt idx="151">
                  <c:v>18.19</c:v>
                </c:pt>
                <c:pt idx="152">
                  <c:v>18.19</c:v>
                </c:pt>
                <c:pt idx="153">
                  <c:v>18.19</c:v>
                </c:pt>
                <c:pt idx="154">
                  <c:v>18.19</c:v>
                </c:pt>
                <c:pt idx="155">
                  <c:v>18.19</c:v>
                </c:pt>
                <c:pt idx="156">
                  <c:v>18.19</c:v>
                </c:pt>
                <c:pt idx="157">
                  <c:v>18.19</c:v>
                </c:pt>
                <c:pt idx="158">
                  <c:v>18.19</c:v>
                </c:pt>
                <c:pt idx="159">
                  <c:v>18.19</c:v>
                </c:pt>
                <c:pt idx="160">
                  <c:v>18.19</c:v>
                </c:pt>
                <c:pt idx="161">
                  <c:v>18.19</c:v>
                </c:pt>
                <c:pt idx="162">
                  <c:v>18.19</c:v>
                </c:pt>
                <c:pt idx="163">
                  <c:v>18.19</c:v>
                </c:pt>
                <c:pt idx="164">
                  <c:v>18.19</c:v>
                </c:pt>
                <c:pt idx="165">
                  <c:v>18.19</c:v>
                </c:pt>
                <c:pt idx="166">
                  <c:v>18.19</c:v>
                </c:pt>
                <c:pt idx="167">
                  <c:v>18.19</c:v>
                </c:pt>
                <c:pt idx="168">
                  <c:v>18.19</c:v>
                </c:pt>
                <c:pt idx="169">
                  <c:v>18.19</c:v>
                </c:pt>
                <c:pt idx="170">
                  <c:v>18.19</c:v>
                </c:pt>
                <c:pt idx="171">
                  <c:v>18.19</c:v>
                </c:pt>
                <c:pt idx="172">
                  <c:v>18.19</c:v>
                </c:pt>
                <c:pt idx="173">
                  <c:v>18.19</c:v>
                </c:pt>
                <c:pt idx="174">
                  <c:v>18.19</c:v>
                </c:pt>
                <c:pt idx="175">
                  <c:v>18.19</c:v>
                </c:pt>
                <c:pt idx="176">
                  <c:v>18.19</c:v>
                </c:pt>
                <c:pt idx="177">
                  <c:v>18.19</c:v>
                </c:pt>
                <c:pt idx="178">
                  <c:v>18.19</c:v>
                </c:pt>
                <c:pt idx="179">
                  <c:v>18.19</c:v>
                </c:pt>
                <c:pt idx="180">
                  <c:v>18.19</c:v>
                </c:pt>
                <c:pt idx="181">
                  <c:v>18.19</c:v>
                </c:pt>
                <c:pt idx="182">
                  <c:v>18.19</c:v>
                </c:pt>
                <c:pt idx="183">
                  <c:v>18.19</c:v>
                </c:pt>
                <c:pt idx="184">
                  <c:v>18.19</c:v>
                </c:pt>
                <c:pt idx="185">
                  <c:v>18.19</c:v>
                </c:pt>
                <c:pt idx="186">
                  <c:v>18.19</c:v>
                </c:pt>
                <c:pt idx="187">
                  <c:v>18.19</c:v>
                </c:pt>
                <c:pt idx="188">
                  <c:v>18.19</c:v>
                </c:pt>
                <c:pt idx="189">
                  <c:v>18.19</c:v>
                </c:pt>
                <c:pt idx="190">
                  <c:v>18.19</c:v>
                </c:pt>
                <c:pt idx="191">
                  <c:v>18.19</c:v>
                </c:pt>
                <c:pt idx="192">
                  <c:v>18.19</c:v>
                </c:pt>
                <c:pt idx="193">
                  <c:v>18.19</c:v>
                </c:pt>
                <c:pt idx="194">
                  <c:v>18.19</c:v>
                </c:pt>
                <c:pt idx="195">
                  <c:v>18.19</c:v>
                </c:pt>
                <c:pt idx="196">
                  <c:v>18.19</c:v>
                </c:pt>
                <c:pt idx="197">
                  <c:v>18.19</c:v>
                </c:pt>
                <c:pt idx="198">
                  <c:v>18.19</c:v>
                </c:pt>
                <c:pt idx="199">
                  <c:v>18.19</c:v>
                </c:pt>
                <c:pt idx="200">
                  <c:v>18.19</c:v>
                </c:pt>
                <c:pt idx="201">
                  <c:v>18.19</c:v>
                </c:pt>
                <c:pt idx="202">
                  <c:v>18.19</c:v>
                </c:pt>
                <c:pt idx="203">
                  <c:v>18.19</c:v>
                </c:pt>
                <c:pt idx="204">
                  <c:v>18.19</c:v>
                </c:pt>
                <c:pt idx="205">
                  <c:v>18.19</c:v>
                </c:pt>
                <c:pt idx="206">
                  <c:v>18.19</c:v>
                </c:pt>
                <c:pt idx="207">
                  <c:v>18.19</c:v>
                </c:pt>
                <c:pt idx="208">
                  <c:v>18.19</c:v>
                </c:pt>
                <c:pt idx="209">
                  <c:v>18.19</c:v>
                </c:pt>
                <c:pt idx="210">
                  <c:v>18.19</c:v>
                </c:pt>
                <c:pt idx="211">
                  <c:v>18.19</c:v>
                </c:pt>
                <c:pt idx="212">
                  <c:v>18.19</c:v>
                </c:pt>
                <c:pt idx="213">
                  <c:v>18.19</c:v>
                </c:pt>
                <c:pt idx="214">
                  <c:v>18.19</c:v>
                </c:pt>
                <c:pt idx="215">
                  <c:v>18.19</c:v>
                </c:pt>
                <c:pt idx="216">
                  <c:v>18.19</c:v>
                </c:pt>
                <c:pt idx="217">
                  <c:v>18.19</c:v>
                </c:pt>
                <c:pt idx="218">
                  <c:v>18.19</c:v>
                </c:pt>
                <c:pt idx="219">
                  <c:v>18.19</c:v>
                </c:pt>
                <c:pt idx="220">
                  <c:v>18.19</c:v>
                </c:pt>
                <c:pt idx="221">
                  <c:v>18.19</c:v>
                </c:pt>
                <c:pt idx="222">
                  <c:v>18.19</c:v>
                </c:pt>
                <c:pt idx="223">
                  <c:v>18.19</c:v>
                </c:pt>
                <c:pt idx="224">
                  <c:v>18.19</c:v>
                </c:pt>
                <c:pt idx="225">
                  <c:v>18.19</c:v>
                </c:pt>
                <c:pt idx="226">
                  <c:v>18.19</c:v>
                </c:pt>
                <c:pt idx="227">
                  <c:v>18.19</c:v>
                </c:pt>
                <c:pt idx="228">
                  <c:v>18.19</c:v>
                </c:pt>
                <c:pt idx="229">
                  <c:v>18.19</c:v>
                </c:pt>
                <c:pt idx="230">
                  <c:v>18.19</c:v>
                </c:pt>
                <c:pt idx="231">
                  <c:v>18.19</c:v>
                </c:pt>
                <c:pt idx="232">
                  <c:v>18.19</c:v>
                </c:pt>
                <c:pt idx="233">
                  <c:v>18.19</c:v>
                </c:pt>
                <c:pt idx="234">
                  <c:v>18.19</c:v>
                </c:pt>
                <c:pt idx="235">
                  <c:v>18.19</c:v>
                </c:pt>
                <c:pt idx="236">
                  <c:v>18.19</c:v>
                </c:pt>
                <c:pt idx="237">
                  <c:v>18.19</c:v>
                </c:pt>
                <c:pt idx="238">
                  <c:v>18.19</c:v>
                </c:pt>
                <c:pt idx="239">
                  <c:v>18.19</c:v>
                </c:pt>
                <c:pt idx="240">
                  <c:v>18.19</c:v>
                </c:pt>
                <c:pt idx="241">
                  <c:v>18.19</c:v>
                </c:pt>
                <c:pt idx="242">
                  <c:v>18.19</c:v>
                </c:pt>
                <c:pt idx="243">
                  <c:v>18.19</c:v>
                </c:pt>
                <c:pt idx="244">
                  <c:v>18.19</c:v>
                </c:pt>
                <c:pt idx="245">
                  <c:v>18.19</c:v>
                </c:pt>
                <c:pt idx="246">
                  <c:v>18.19</c:v>
                </c:pt>
                <c:pt idx="247">
                  <c:v>18.19</c:v>
                </c:pt>
                <c:pt idx="248">
                  <c:v>18.19</c:v>
                </c:pt>
                <c:pt idx="249">
                  <c:v>18.19</c:v>
                </c:pt>
                <c:pt idx="250">
                  <c:v>18.19</c:v>
                </c:pt>
                <c:pt idx="251">
                  <c:v>18.19</c:v>
                </c:pt>
                <c:pt idx="252">
                  <c:v>18.19</c:v>
                </c:pt>
                <c:pt idx="253">
                  <c:v>18.19</c:v>
                </c:pt>
                <c:pt idx="254">
                  <c:v>18.19</c:v>
                </c:pt>
                <c:pt idx="255">
                  <c:v>18.19</c:v>
                </c:pt>
                <c:pt idx="256">
                  <c:v>18.19</c:v>
                </c:pt>
                <c:pt idx="257">
                  <c:v>18.19</c:v>
                </c:pt>
                <c:pt idx="258">
                  <c:v>18.19</c:v>
                </c:pt>
                <c:pt idx="259">
                  <c:v>18.19</c:v>
                </c:pt>
                <c:pt idx="260">
                  <c:v>18.19</c:v>
                </c:pt>
                <c:pt idx="261">
                  <c:v>18.19</c:v>
                </c:pt>
                <c:pt idx="262">
                  <c:v>18.19</c:v>
                </c:pt>
                <c:pt idx="263">
                  <c:v>18.19</c:v>
                </c:pt>
                <c:pt idx="264">
                  <c:v>18.19</c:v>
                </c:pt>
                <c:pt idx="265">
                  <c:v>18.19</c:v>
                </c:pt>
                <c:pt idx="266">
                  <c:v>18.19</c:v>
                </c:pt>
                <c:pt idx="267">
                  <c:v>18.19</c:v>
                </c:pt>
                <c:pt idx="268">
                  <c:v>18.19</c:v>
                </c:pt>
                <c:pt idx="269">
                  <c:v>18.19</c:v>
                </c:pt>
                <c:pt idx="270">
                  <c:v>18.19</c:v>
                </c:pt>
                <c:pt idx="271">
                  <c:v>18.19</c:v>
                </c:pt>
                <c:pt idx="272">
                  <c:v>18.19</c:v>
                </c:pt>
                <c:pt idx="273">
                  <c:v>18.19</c:v>
                </c:pt>
                <c:pt idx="274">
                  <c:v>18.19</c:v>
                </c:pt>
                <c:pt idx="275">
                  <c:v>18.19</c:v>
                </c:pt>
                <c:pt idx="276">
                  <c:v>18.19</c:v>
                </c:pt>
                <c:pt idx="277">
                  <c:v>18.19</c:v>
                </c:pt>
                <c:pt idx="278">
                  <c:v>18.19</c:v>
                </c:pt>
                <c:pt idx="279">
                  <c:v>18.19</c:v>
                </c:pt>
                <c:pt idx="280">
                  <c:v>18.19</c:v>
                </c:pt>
                <c:pt idx="281">
                  <c:v>18.19</c:v>
                </c:pt>
                <c:pt idx="282">
                  <c:v>18.19</c:v>
                </c:pt>
                <c:pt idx="283">
                  <c:v>18.19</c:v>
                </c:pt>
                <c:pt idx="284">
                  <c:v>18.19</c:v>
                </c:pt>
                <c:pt idx="285">
                  <c:v>18.19</c:v>
                </c:pt>
                <c:pt idx="286">
                  <c:v>18.19</c:v>
                </c:pt>
                <c:pt idx="287">
                  <c:v>18.19</c:v>
                </c:pt>
                <c:pt idx="288">
                  <c:v>18.19</c:v>
                </c:pt>
                <c:pt idx="289">
                  <c:v>18.19</c:v>
                </c:pt>
                <c:pt idx="290">
                  <c:v>18.19</c:v>
                </c:pt>
                <c:pt idx="291">
                  <c:v>18.19</c:v>
                </c:pt>
                <c:pt idx="292">
                  <c:v>18.19</c:v>
                </c:pt>
                <c:pt idx="293">
                  <c:v>18.19</c:v>
                </c:pt>
                <c:pt idx="294">
                  <c:v>18.19</c:v>
                </c:pt>
                <c:pt idx="295">
                  <c:v>18.19</c:v>
                </c:pt>
                <c:pt idx="296">
                  <c:v>18.19</c:v>
                </c:pt>
                <c:pt idx="297">
                  <c:v>18.19</c:v>
                </c:pt>
                <c:pt idx="298">
                  <c:v>18.19</c:v>
                </c:pt>
                <c:pt idx="299">
                  <c:v>18.19</c:v>
                </c:pt>
                <c:pt idx="300">
                  <c:v>18.19</c:v>
                </c:pt>
                <c:pt idx="301">
                  <c:v>18.19</c:v>
                </c:pt>
                <c:pt idx="302">
                  <c:v>18.19</c:v>
                </c:pt>
                <c:pt idx="303">
                  <c:v>18.19</c:v>
                </c:pt>
                <c:pt idx="304">
                  <c:v>18.19</c:v>
                </c:pt>
                <c:pt idx="305">
                  <c:v>18.19</c:v>
                </c:pt>
                <c:pt idx="306">
                  <c:v>18.19</c:v>
                </c:pt>
                <c:pt idx="307">
                  <c:v>18.19</c:v>
                </c:pt>
                <c:pt idx="308">
                  <c:v>18.19</c:v>
                </c:pt>
                <c:pt idx="309">
                  <c:v>18.19</c:v>
                </c:pt>
                <c:pt idx="310">
                  <c:v>18.19</c:v>
                </c:pt>
                <c:pt idx="311">
                  <c:v>18.19</c:v>
                </c:pt>
                <c:pt idx="312">
                  <c:v>18.19</c:v>
                </c:pt>
                <c:pt idx="313">
                  <c:v>18.19</c:v>
                </c:pt>
                <c:pt idx="314">
                  <c:v>18.19</c:v>
                </c:pt>
                <c:pt idx="315">
                  <c:v>18.19</c:v>
                </c:pt>
                <c:pt idx="316">
                  <c:v>18.19</c:v>
                </c:pt>
                <c:pt idx="317">
                  <c:v>18.19</c:v>
                </c:pt>
                <c:pt idx="318">
                  <c:v>18.19</c:v>
                </c:pt>
                <c:pt idx="319">
                  <c:v>18.19</c:v>
                </c:pt>
                <c:pt idx="320">
                  <c:v>18.19</c:v>
                </c:pt>
                <c:pt idx="321">
                  <c:v>18.19</c:v>
                </c:pt>
                <c:pt idx="322">
                  <c:v>18.19</c:v>
                </c:pt>
                <c:pt idx="323">
                  <c:v>18.19</c:v>
                </c:pt>
                <c:pt idx="324">
                  <c:v>18.19</c:v>
                </c:pt>
                <c:pt idx="325">
                  <c:v>18.19</c:v>
                </c:pt>
                <c:pt idx="326">
                  <c:v>18.19</c:v>
                </c:pt>
                <c:pt idx="327">
                  <c:v>18.19</c:v>
                </c:pt>
                <c:pt idx="328">
                  <c:v>18.19</c:v>
                </c:pt>
                <c:pt idx="329">
                  <c:v>18.19</c:v>
                </c:pt>
                <c:pt idx="330">
                  <c:v>18.19</c:v>
                </c:pt>
                <c:pt idx="331">
                  <c:v>18.19</c:v>
                </c:pt>
                <c:pt idx="332">
                  <c:v>18.19</c:v>
                </c:pt>
                <c:pt idx="333">
                  <c:v>18.19</c:v>
                </c:pt>
                <c:pt idx="334">
                  <c:v>18.19</c:v>
                </c:pt>
                <c:pt idx="335">
                  <c:v>18.19</c:v>
                </c:pt>
                <c:pt idx="336">
                  <c:v>18.19</c:v>
                </c:pt>
                <c:pt idx="337">
                  <c:v>18.19</c:v>
                </c:pt>
                <c:pt idx="338">
                  <c:v>18.19</c:v>
                </c:pt>
                <c:pt idx="339">
                  <c:v>18.19</c:v>
                </c:pt>
                <c:pt idx="340">
                  <c:v>18.19</c:v>
                </c:pt>
                <c:pt idx="341">
                  <c:v>18.19</c:v>
                </c:pt>
                <c:pt idx="342">
                  <c:v>18.19</c:v>
                </c:pt>
                <c:pt idx="343">
                  <c:v>18.19</c:v>
                </c:pt>
                <c:pt idx="344">
                  <c:v>18.19</c:v>
                </c:pt>
                <c:pt idx="345">
                  <c:v>18.19</c:v>
                </c:pt>
                <c:pt idx="346">
                  <c:v>18.19</c:v>
                </c:pt>
                <c:pt idx="347">
                  <c:v>18.19</c:v>
                </c:pt>
                <c:pt idx="348">
                  <c:v>18.19</c:v>
                </c:pt>
                <c:pt idx="349">
                  <c:v>18.19</c:v>
                </c:pt>
                <c:pt idx="350">
                  <c:v>18.19</c:v>
                </c:pt>
                <c:pt idx="351">
                  <c:v>18.19</c:v>
                </c:pt>
                <c:pt idx="352">
                  <c:v>18.19</c:v>
                </c:pt>
                <c:pt idx="353">
                  <c:v>18.19</c:v>
                </c:pt>
                <c:pt idx="354">
                  <c:v>18.19</c:v>
                </c:pt>
                <c:pt idx="355">
                  <c:v>18.19</c:v>
                </c:pt>
                <c:pt idx="356">
                  <c:v>18.19</c:v>
                </c:pt>
                <c:pt idx="357">
                  <c:v>18.19</c:v>
                </c:pt>
                <c:pt idx="358">
                  <c:v>18.19</c:v>
                </c:pt>
                <c:pt idx="359">
                  <c:v>18.19</c:v>
                </c:pt>
                <c:pt idx="360">
                  <c:v>18.19</c:v>
                </c:pt>
                <c:pt idx="361">
                  <c:v>18.19</c:v>
                </c:pt>
                <c:pt idx="362">
                  <c:v>18.19</c:v>
                </c:pt>
                <c:pt idx="363">
                  <c:v>18.19</c:v>
                </c:pt>
                <c:pt idx="364">
                  <c:v>18.19</c:v>
                </c:pt>
                <c:pt idx="365">
                  <c:v>18.19</c:v>
                </c:pt>
                <c:pt idx="366">
                  <c:v>18.19</c:v>
                </c:pt>
                <c:pt idx="367">
                  <c:v>18.19</c:v>
                </c:pt>
                <c:pt idx="368">
                  <c:v>18.19</c:v>
                </c:pt>
                <c:pt idx="369">
                  <c:v>18.19</c:v>
                </c:pt>
                <c:pt idx="370">
                  <c:v>18.19</c:v>
                </c:pt>
                <c:pt idx="371">
                  <c:v>18.19</c:v>
                </c:pt>
                <c:pt idx="372">
                  <c:v>18.19</c:v>
                </c:pt>
                <c:pt idx="373">
                  <c:v>18.19</c:v>
                </c:pt>
                <c:pt idx="374">
                  <c:v>18.19</c:v>
                </c:pt>
                <c:pt idx="375">
                  <c:v>18.19</c:v>
                </c:pt>
                <c:pt idx="376">
                  <c:v>18.19</c:v>
                </c:pt>
                <c:pt idx="377">
                  <c:v>18.19</c:v>
                </c:pt>
                <c:pt idx="378">
                  <c:v>18.19</c:v>
                </c:pt>
                <c:pt idx="379">
                  <c:v>18.19</c:v>
                </c:pt>
                <c:pt idx="380">
                  <c:v>18.19</c:v>
                </c:pt>
                <c:pt idx="381">
                  <c:v>18.19</c:v>
                </c:pt>
                <c:pt idx="382">
                  <c:v>18.19</c:v>
                </c:pt>
                <c:pt idx="383">
                  <c:v>18.19</c:v>
                </c:pt>
                <c:pt idx="384">
                  <c:v>18.19</c:v>
                </c:pt>
                <c:pt idx="385">
                  <c:v>18.19</c:v>
                </c:pt>
                <c:pt idx="386">
                  <c:v>18.19</c:v>
                </c:pt>
                <c:pt idx="387">
                  <c:v>18.19</c:v>
                </c:pt>
                <c:pt idx="388">
                  <c:v>18.19</c:v>
                </c:pt>
                <c:pt idx="389">
                  <c:v>18.19</c:v>
                </c:pt>
                <c:pt idx="390">
                  <c:v>18.19</c:v>
                </c:pt>
                <c:pt idx="391">
                  <c:v>18.19</c:v>
                </c:pt>
                <c:pt idx="392">
                  <c:v>18.19</c:v>
                </c:pt>
                <c:pt idx="393">
                  <c:v>18.19</c:v>
                </c:pt>
                <c:pt idx="394">
                  <c:v>18.19</c:v>
                </c:pt>
                <c:pt idx="395">
                  <c:v>18.19</c:v>
                </c:pt>
                <c:pt idx="396">
                  <c:v>18.19</c:v>
                </c:pt>
                <c:pt idx="397">
                  <c:v>18.19</c:v>
                </c:pt>
                <c:pt idx="398">
                  <c:v>18.19</c:v>
                </c:pt>
                <c:pt idx="399">
                  <c:v>18.19</c:v>
                </c:pt>
                <c:pt idx="400">
                  <c:v>18.19</c:v>
                </c:pt>
                <c:pt idx="401">
                  <c:v>18.19</c:v>
                </c:pt>
                <c:pt idx="402">
                  <c:v>18.19</c:v>
                </c:pt>
                <c:pt idx="403">
                  <c:v>18.19</c:v>
                </c:pt>
                <c:pt idx="404">
                  <c:v>18.19</c:v>
                </c:pt>
                <c:pt idx="405">
                  <c:v>18.19</c:v>
                </c:pt>
                <c:pt idx="406">
                  <c:v>18.19</c:v>
                </c:pt>
                <c:pt idx="407">
                  <c:v>18.19</c:v>
                </c:pt>
                <c:pt idx="408">
                  <c:v>18.19</c:v>
                </c:pt>
                <c:pt idx="409">
                  <c:v>18.19</c:v>
                </c:pt>
                <c:pt idx="410">
                  <c:v>18.19</c:v>
                </c:pt>
                <c:pt idx="411">
                  <c:v>18.19</c:v>
                </c:pt>
                <c:pt idx="412">
                  <c:v>18.19</c:v>
                </c:pt>
                <c:pt idx="413">
                  <c:v>18.19</c:v>
                </c:pt>
                <c:pt idx="414">
                  <c:v>18.19</c:v>
                </c:pt>
                <c:pt idx="415">
                  <c:v>18.19</c:v>
                </c:pt>
                <c:pt idx="416">
                  <c:v>18.19</c:v>
                </c:pt>
                <c:pt idx="417">
                  <c:v>18.19</c:v>
                </c:pt>
                <c:pt idx="418">
                  <c:v>18.19</c:v>
                </c:pt>
                <c:pt idx="419">
                  <c:v>18.19</c:v>
                </c:pt>
                <c:pt idx="420">
                  <c:v>18.19</c:v>
                </c:pt>
                <c:pt idx="421">
                  <c:v>18.19</c:v>
                </c:pt>
                <c:pt idx="422">
                  <c:v>18.19</c:v>
                </c:pt>
                <c:pt idx="423">
                  <c:v>18.19</c:v>
                </c:pt>
                <c:pt idx="424">
                  <c:v>18.19</c:v>
                </c:pt>
                <c:pt idx="425">
                  <c:v>18.19</c:v>
                </c:pt>
                <c:pt idx="426">
                  <c:v>18.19</c:v>
                </c:pt>
                <c:pt idx="427">
                  <c:v>18.19</c:v>
                </c:pt>
                <c:pt idx="428">
                  <c:v>18.19</c:v>
                </c:pt>
                <c:pt idx="429">
                  <c:v>18.19</c:v>
                </c:pt>
                <c:pt idx="430">
                  <c:v>18.19</c:v>
                </c:pt>
                <c:pt idx="431">
                  <c:v>18.19</c:v>
                </c:pt>
                <c:pt idx="432">
                  <c:v>18.19</c:v>
                </c:pt>
                <c:pt idx="433">
                  <c:v>18.19</c:v>
                </c:pt>
                <c:pt idx="434">
                  <c:v>18.19</c:v>
                </c:pt>
                <c:pt idx="435">
                  <c:v>18.19</c:v>
                </c:pt>
                <c:pt idx="436">
                  <c:v>18.19</c:v>
                </c:pt>
                <c:pt idx="437">
                  <c:v>18.19</c:v>
                </c:pt>
                <c:pt idx="438">
                  <c:v>18.19</c:v>
                </c:pt>
                <c:pt idx="439">
                  <c:v>18.19</c:v>
                </c:pt>
                <c:pt idx="440">
                  <c:v>18.19</c:v>
                </c:pt>
                <c:pt idx="441">
                  <c:v>18.19</c:v>
                </c:pt>
                <c:pt idx="442">
                  <c:v>18.19</c:v>
                </c:pt>
                <c:pt idx="443">
                  <c:v>18.19</c:v>
                </c:pt>
                <c:pt idx="444">
                  <c:v>18.19</c:v>
                </c:pt>
                <c:pt idx="445">
                  <c:v>18.19</c:v>
                </c:pt>
                <c:pt idx="446">
                  <c:v>18.19</c:v>
                </c:pt>
                <c:pt idx="447">
                  <c:v>18.19</c:v>
                </c:pt>
                <c:pt idx="448">
                  <c:v>18.19</c:v>
                </c:pt>
                <c:pt idx="449">
                  <c:v>18.19</c:v>
                </c:pt>
                <c:pt idx="450">
                  <c:v>18.19</c:v>
                </c:pt>
                <c:pt idx="451">
                  <c:v>18.19</c:v>
                </c:pt>
                <c:pt idx="452">
                  <c:v>18.19</c:v>
                </c:pt>
                <c:pt idx="453">
                  <c:v>18.19</c:v>
                </c:pt>
                <c:pt idx="454">
                  <c:v>18.19</c:v>
                </c:pt>
                <c:pt idx="455">
                  <c:v>18.19</c:v>
                </c:pt>
                <c:pt idx="456">
                  <c:v>18.19</c:v>
                </c:pt>
                <c:pt idx="457">
                  <c:v>18.19</c:v>
                </c:pt>
                <c:pt idx="458">
                  <c:v>18.19</c:v>
                </c:pt>
                <c:pt idx="459">
                  <c:v>18.19</c:v>
                </c:pt>
                <c:pt idx="460">
                  <c:v>18.19</c:v>
                </c:pt>
                <c:pt idx="461">
                  <c:v>18.19</c:v>
                </c:pt>
                <c:pt idx="462">
                  <c:v>18.19</c:v>
                </c:pt>
                <c:pt idx="463">
                  <c:v>18.19</c:v>
                </c:pt>
                <c:pt idx="464">
                  <c:v>18.19</c:v>
                </c:pt>
                <c:pt idx="465">
                  <c:v>18.19</c:v>
                </c:pt>
                <c:pt idx="466">
                  <c:v>18.19</c:v>
                </c:pt>
                <c:pt idx="467">
                  <c:v>18.19</c:v>
                </c:pt>
                <c:pt idx="468">
                  <c:v>18.19</c:v>
                </c:pt>
                <c:pt idx="469">
                  <c:v>18.19</c:v>
                </c:pt>
                <c:pt idx="470">
                  <c:v>18.19</c:v>
                </c:pt>
                <c:pt idx="471">
                  <c:v>18.19</c:v>
                </c:pt>
                <c:pt idx="472">
                  <c:v>18.19</c:v>
                </c:pt>
                <c:pt idx="473">
                  <c:v>18.19</c:v>
                </c:pt>
                <c:pt idx="474">
                  <c:v>18.19</c:v>
                </c:pt>
                <c:pt idx="475">
                  <c:v>18.19</c:v>
                </c:pt>
                <c:pt idx="476">
                  <c:v>18.19</c:v>
                </c:pt>
                <c:pt idx="477">
                  <c:v>18.19</c:v>
                </c:pt>
                <c:pt idx="478">
                  <c:v>18.19</c:v>
                </c:pt>
                <c:pt idx="479">
                  <c:v>18.19</c:v>
                </c:pt>
                <c:pt idx="480">
                  <c:v>18.19</c:v>
                </c:pt>
                <c:pt idx="481">
                  <c:v>18.19</c:v>
                </c:pt>
                <c:pt idx="482">
                  <c:v>18.19</c:v>
                </c:pt>
                <c:pt idx="483">
                  <c:v>18.19</c:v>
                </c:pt>
                <c:pt idx="484">
                  <c:v>18.19</c:v>
                </c:pt>
                <c:pt idx="485">
                  <c:v>18.19</c:v>
                </c:pt>
                <c:pt idx="486">
                  <c:v>18.19</c:v>
                </c:pt>
                <c:pt idx="487">
                  <c:v>18.19</c:v>
                </c:pt>
                <c:pt idx="488">
                  <c:v>18.19</c:v>
                </c:pt>
                <c:pt idx="489">
                  <c:v>18.19</c:v>
                </c:pt>
                <c:pt idx="490">
                  <c:v>18.19</c:v>
                </c:pt>
                <c:pt idx="491">
                  <c:v>18.19</c:v>
                </c:pt>
                <c:pt idx="492">
                  <c:v>18.19</c:v>
                </c:pt>
                <c:pt idx="493">
                  <c:v>18.19</c:v>
                </c:pt>
                <c:pt idx="494">
                  <c:v>18.19</c:v>
                </c:pt>
                <c:pt idx="495">
                  <c:v>18.19</c:v>
                </c:pt>
                <c:pt idx="496">
                  <c:v>18.19</c:v>
                </c:pt>
                <c:pt idx="497">
                  <c:v>18.19</c:v>
                </c:pt>
                <c:pt idx="498">
                  <c:v>18.19</c:v>
                </c:pt>
                <c:pt idx="499">
                  <c:v>18.19</c:v>
                </c:pt>
                <c:pt idx="500">
                  <c:v>18.19</c:v>
                </c:pt>
                <c:pt idx="501">
                  <c:v>18.19</c:v>
                </c:pt>
                <c:pt idx="502">
                  <c:v>18.19</c:v>
                </c:pt>
                <c:pt idx="503">
                  <c:v>18.19</c:v>
                </c:pt>
                <c:pt idx="504">
                  <c:v>18.19</c:v>
                </c:pt>
                <c:pt idx="505">
                  <c:v>18.19</c:v>
                </c:pt>
                <c:pt idx="506">
                  <c:v>18.19</c:v>
                </c:pt>
                <c:pt idx="507">
                  <c:v>18.19</c:v>
                </c:pt>
                <c:pt idx="508">
                  <c:v>18.19</c:v>
                </c:pt>
                <c:pt idx="509">
                  <c:v>18.19</c:v>
                </c:pt>
                <c:pt idx="510">
                  <c:v>18.19</c:v>
                </c:pt>
                <c:pt idx="511">
                  <c:v>18.19</c:v>
                </c:pt>
                <c:pt idx="512">
                  <c:v>18.19</c:v>
                </c:pt>
                <c:pt idx="513">
                  <c:v>18.19</c:v>
                </c:pt>
                <c:pt idx="514">
                  <c:v>18.19</c:v>
                </c:pt>
                <c:pt idx="515">
                  <c:v>18.19</c:v>
                </c:pt>
                <c:pt idx="516">
                  <c:v>18.19</c:v>
                </c:pt>
                <c:pt idx="517">
                  <c:v>18.19</c:v>
                </c:pt>
                <c:pt idx="518">
                  <c:v>18.19</c:v>
                </c:pt>
                <c:pt idx="519">
                  <c:v>18.19</c:v>
                </c:pt>
                <c:pt idx="520">
                  <c:v>18.19</c:v>
                </c:pt>
                <c:pt idx="521">
                  <c:v>18.19</c:v>
                </c:pt>
              </c:numCache>
            </c:numRef>
          </c:val>
          <c:smooth val="0"/>
        </c:ser>
        <c:ser>
          <c:idx val="3"/>
          <c:order val="3"/>
          <c:tx>
            <c:strRef>
              <c:f>Sheet1!$E$1</c:f>
              <c:strCache>
                <c:ptCount val="1"/>
                <c:pt idx="0">
                  <c:v>−1σ</c:v>
                </c:pt>
              </c:strCache>
            </c:strRef>
          </c:tx>
          <c:spPr>
            <a:ln w="12700" cap="rnd">
              <a:solidFill>
                <a:srgbClr val="A5A5A5"/>
              </a:solidFill>
              <a:prstDash val="dash"/>
              <a:round/>
            </a:ln>
          </c:spPr>
          <c:marker>
            <c:symbol val="none"/>
          </c:marker>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Sheet1!$E$2:$E$523</c:f>
              <c:numCache>
                <c:formatCode>General</c:formatCode>
                <c:ptCount val="522"/>
                <c:pt idx="0">
                  <c:v>12.85</c:v>
                </c:pt>
                <c:pt idx="1">
                  <c:v>12.85</c:v>
                </c:pt>
                <c:pt idx="2">
                  <c:v>12.85</c:v>
                </c:pt>
                <c:pt idx="3">
                  <c:v>12.85</c:v>
                </c:pt>
                <c:pt idx="4">
                  <c:v>12.85</c:v>
                </c:pt>
                <c:pt idx="5">
                  <c:v>12.85</c:v>
                </c:pt>
                <c:pt idx="6">
                  <c:v>12.85</c:v>
                </c:pt>
                <c:pt idx="7">
                  <c:v>12.85</c:v>
                </c:pt>
                <c:pt idx="8">
                  <c:v>12.85</c:v>
                </c:pt>
                <c:pt idx="9">
                  <c:v>12.85</c:v>
                </c:pt>
                <c:pt idx="10">
                  <c:v>12.85</c:v>
                </c:pt>
                <c:pt idx="11">
                  <c:v>12.85</c:v>
                </c:pt>
                <c:pt idx="12">
                  <c:v>12.85</c:v>
                </c:pt>
                <c:pt idx="13">
                  <c:v>12.85</c:v>
                </c:pt>
                <c:pt idx="14">
                  <c:v>12.85</c:v>
                </c:pt>
                <c:pt idx="15">
                  <c:v>12.85</c:v>
                </c:pt>
                <c:pt idx="16">
                  <c:v>12.85</c:v>
                </c:pt>
                <c:pt idx="17">
                  <c:v>12.85</c:v>
                </c:pt>
                <c:pt idx="18">
                  <c:v>12.85</c:v>
                </c:pt>
                <c:pt idx="19">
                  <c:v>12.85</c:v>
                </c:pt>
                <c:pt idx="20">
                  <c:v>12.85</c:v>
                </c:pt>
                <c:pt idx="21">
                  <c:v>12.85</c:v>
                </c:pt>
                <c:pt idx="22">
                  <c:v>12.85</c:v>
                </c:pt>
                <c:pt idx="23">
                  <c:v>12.85</c:v>
                </c:pt>
                <c:pt idx="24">
                  <c:v>12.85</c:v>
                </c:pt>
                <c:pt idx="25">
                  <c:v>12.85</c:v>
                </c:pt>
                <c:pt idx="26">
                  <c:v>12.85</c:v>
                </c:pt>
                <c:pt idx="27">
                  <c:v>12.85</c:v>
                </c:pt>
                <c:pt idx="28">
                  <c:v>12.85</c:v>
                </c:pt>
                <c:pt idx="29">
                  <c:v>12.85</c:v>
                </c:pt>
                <c:pt idx="30">
                  <c:v>12.85</c:v>
                </c:pt>
                <c:pt idx="31">
                  <c:v>12.85</c:v>
                </c:pt>
                <c:pt idx="32">
                  <c:v>12.85</c:v>
                </c:pt>
                <c:pt idx="33">
                  <c:v>12.85</c:v>
                </c:pt>
                <c:pt idx="34">
                  <c:v>12.85</c:v>
                </c:pt>
                <c:pt idx="35">
                  <c:v>12.85</c:v>
                </c:pt>
                <c:pt idx="36">
                  <c:v>12.85</c:v>
                </c:pt>
                <c:pt idx="37">
                  <c:v>12.85</c:v>
                </c:pt>
                <c:pt idx="38">
                  <c:v>12.85</c:v>
                </c:pt>
                <c:pt idx="39">
                  <c:v>12.85</c:v>
                </c:pt>
                <c:pt idx="40">
                  <c:v>12.85</c:v>
                </c:pt>
                <c:pt idx="41">
                  <c:v>12.85</c:v>
                </c:pt>
                <c:pt idx="42">
                  <c:v>12.85</c:v>
                </c:pt>
                <c:pt idx="43">
                  <c:v>12.85</c:v>
                </c:pt>
                <c:pt idx="44">
                  <c:v>12.85</c:v>
                </c:pt>
                <c:pt idx="45">
                  <c:v>12.85</c:v>
                </c:pt>
                <c:pt idx="46">
                  <c:v>12.85</c:v>
                </c:pt>
                <c:pt idx="47">
                  <c:v>12.85</c:v>
                </c:pt>
                <c:pt idx="48">
                  <c:v>12.85</c:v>
                </c:pt>
                <c:pt idx="49">
                  <c:v>12.85</c:v>
                </c:pt>
                <c:pt idx="50">
                  <c:v>12.85</c:v>
                </c:pt>
                <c:pt idx="51">
                  <c:v>12.85</c:v>
                </c:pt>
                <c:pt idx="52">
                  <c:v>12.85</c:v>
                </c:pt>
                <c:pt idx="53">
                  <c:v>12.85</c:v>
                </c:pt>
                <c:pt idx="54">
                  <c:v>12.85</c:v>
                </c:pt>
                <c:pt idx="55">
                  <c:v>12.85</c:v>
                </c:pt>
                <c:pt idx="56">
                  <c:v>12.85</c:v>
                </c:pt>
                <c:pt idx="57">
                  <c:v>12.85</c:v>
                </c:pt>
                <c:pt idx="58">
                  <c:v>12.85</c:v>
                </c:pt>
                <c:pt idx="59">
                  <c:v>12.85</c:v>
                </c:pt>
                <c:pt idx="60">
                  <c:v>12.85</c:v>
                </c:pt>
                <c:pt idx="61">
                  <c:v>12.85</c:v>
                </c:pt>
                <c:pt idx="62">
                  <c:v>12.85</c:v>
                </c:pt>
                <c:pt idx="63">
                  <c:v>12.85</c:v>
                </c:pt>
                <c:pt idx="64">
                  <c:v>12.85</c:v>
                </c:pt>
                <c:pt idx="65">
                  <c:v>12.85</c:v>
                </c:pt>
                <c:pt idx="66">
                  <c:v>12.85</c:v>
                </c:pt>
                <c:pt idx="67">
                  <c:v>12.85</c:v>
                </c:pt>
                <c:pt idx="68">
                  <c:v>12.85</c:v>
                </c:pt>
                <c:pt idx="69">
                  <c:v>12.85</c:v>
                </c:pt>
                <c:pt idx="70">
                  <c:v>12.85</c:v>
                </c:pt>
                <c:pt idx="71">
                  <c:v>12.85</c:v>
                </c:pt>
                <c:pt idx="72">
                  <c:v>12.85</c:v>
                </c:pt>
                <c:pt idx="73">
                  <c:v>12.85</c:v>
                </c:pt>
                <c:pt idx="74">
                  <c:v>12.85</c:v>
                </c:pt>
                <c:pt idx="75">
                  <c:v>12.85</c:v>
                </c:pt>
                <c:pt idx="76">
                  <c:v>12.85</c:v>
                </c:pt>
                <c:pt idx="77">
                  <c:v>12.85</c:v>
                </c:pt>
                <c:pt idx="78">
                  <c:v>12.85</c:v>
                </c:pt>
                <c:pt idx="79">
                  <c:v>12.85</c:v>
                </c:pt>
                <c:pt idx="80">
                  <c:v>12.85</c:v>
                </c:pt>
                <c:pt idx="81">
                  <c:v>12.85</c:v>
                </c:pt>
                <c:pt idx="82">
                  <c:v>12.85</c:v>
                </c:pt>
                <c:pt idx="83">
                  <c:v>12.85</c:v>
                </c:pt>
                <c:pt idx="84">
                  <c:v>12.85</c:v>
                </c:pt>
                <c:pt idx="85">
                  <c:v>12.85</c:v>
                </c:pt>
                <c:pt idx="86">
                  <c:v>12.85</c:v>
                </c:pt>
                <c:pt idx="87">
                  <c:v>12.85</c:v>
                </c:pt>
                <c:pt idx="88">
                  <c:v>12.85</c:v>
                </c:pt>
                <c:pt idx="89">
                  <c:v>12.85</c:v>
                </c:pt>
                <c:pt idx="90">
                  <c:v>12.85</c:v>
                </c:pt>
                <c:pt idx="91">
                  <c:v>12.85</c:v>
                </c:pt>
                <c:pt idx="92">
                  <c:v>12.85</c:v>
                </c:pt>
                <c:pt idx="93">
                  <c:v>12.85</c:v>
                </c:pt>
                <c:pt idx="94">
                  <c:v>12.85</c:v>
                </c:pt>
                <c:pt idx="95">
                  <c:v>12.85</c:v>
                </c:pt>
                <c:pt idx="96">
                  <c:v>12.85</c:v>
                </c:pt>
                <c:pt idx="97">
                  <c:v>12.85</c:v>
                </c:pt>
                <c:pt idx="98">
                  <c:v>12.85</c:v>
                </c:pt>
                <c:pt idx="99">
                  <c:v>12.85</c:v>
                </c:pt>
                <c:pt idx="100">
                  <c:v>12.85</c:v>
                </c:pt>
                <c:pt idx="101">
                  <c:v>12.85</c:v>
                </c:pt>
                <c:pt idx="102">
                  <c:v>12.85</c:v>
                </c:pt>
                <c:pt idx="103">
                  <c:v>12.85</c:v>
                </c:pt>
                <c:pt idx="104">
                  <c:v>12.85</c:v>
                </c:pt>
                <c:pt idx="105">
                  <c:v>12.85</c:v>
                </c:pt>
                <c:pt idx="106">
                  <c:v>12.85</c:v>
                </c:pt>
                <c:pt idx="107">
                  <c:v>12.85</c:v>
                </c:pt>
                <c:pt idx="108">
                  <c:v>12.85</c:v>
                </c:pt>
                <c:pt idx="109">
                  <c:v>12.85</c:v>
                </c:pt>
                <c:pt idx="110">
                  <c:v>12.85</c:v>
                </c:pt>
                <c:pt idx="111">
                  <c:v>12.85</c:v>
                </c:pt>
                <c:pt idx="112">
                  <c:v>12.85</c:v>
                </c:pt>
                <c:pt idx="113">
                  <c:v>12.85</c:v>
                </c:pt>
                <c:pt idx="114">
                  <c:v>12.85</c:v>
                </c:pt>
                <c:pt idx="115">
                  <c:v>12.85</c:v>
                </c:pt>
                <c:pt idx="116">
                  <c:v>12.85</c:v>
                </c:pt>
                <c:pt idx="117">
                  <c:v>12.85</c:v>
                </c:pt>
                <c:pt idx="118">
                  <c:v>12.85</c:v>
                </c:pt>
                <c:pt idx="119">
                  <c:v>12.85</c:v>
                </c:pt>
                <c:pt idx="120">
                  <c:v>12.85</c:v>
                </c:pt>
                <c:pt idx="121">
                  <c:v>12.85</c:v>
                </c:pt>
                <c:pt idx="122">
                  <c:v>12.85</c:v>
                </c:pt>
                <c:pt idx="123">
                  <c:v>12.85</c:v>
                </c:pt>
                <c:pt idx="124">
                  <c:v>12.85</c:v>
                </c:pt>
                <c:pt idx="125">
                  <c:v>12.85</c:v>
                </c:pt>
                <c:pt idx="126">
                  <c:v>12.85</c:v>
                </c:pt>
                <c:pt idx="127">
                  <c:v>12.85</c:v>
                </c:pt>
                <c:pt idx="128">
                  <c:v>12.85</c:v>
                </c:pt>
                <c:pt idx="129">
                  <c:v>12.85</c:v>
                </c:pt>
                <c:pt idx="130">
                  <c:v>12.85</c:v>
                </c:pt>
                <c:pt idx="131">
                  <c:v>12.85</c:v>
                </c:pt>
                <c:pt idx="132">
                  <c:v>12.85</c:v>
                </c:pt>
                <c:pt idx="133">
                  <c:v>12.85</c:v>
                </c:pt>
                <c:pt idx="134">
                  <c:v>12.85</c:v>
                </c:pt>
                <c:pt idx="135">
                  <c:v>12.85</c:v>
                </c:pt>
                <c:pt idx="136">
                  <c:v>12.85</c:v>
                </c:pt>
                <c:pt idx="137">
                  <c:v>12.85</c:v>
                </c:pt>
                <c:pt idx="138">
                  <c:v>12.85</c:v>
                </c:pt>
                <c:pt idx="139">
                  <c:v>12.85</c:v>
                </c:pt>
                <c:pt idx="140">
                  <c:v>12.85</c:v>
                </c:pt>
                <c:pt idx="141">
                  <c:v>12.85</c:v>
                </c:pt>
                <c:pt idx="142">
                  <c:v>12.85</c:v>
                </c:pt>
                <c:pt idx="143">
                  <c:v>12.85</c:v>
                </c:pt>
                <c:pt idx="144">
                  <c:v>12.85</c:v>
                </c:pt>
                <c:pt idx="145">
                  <c:v>12.85</c:v>
                </c:pt>
                <c:pt idx="146">
                  <c:v>12.85</c:v>
                </c:pt>
                <c:pt idx="147">
                  <c:v>12.85</c:v>
                </c:pt>
                <c:pt idx="148">
                  <c:v>12.85</c:v>
                </c:pt>
                <c:pt idx="149">
                  <c:v>12.85</c:v>
                </c:pt>
                <c:pt idx="150">
                  <c:v>12.85</c:v>
                </c:pt>
                <c:pt idx="151">
                  <c:v>12.85</c:v>
                </c:pt>
                <c:pt idx="152">
                  <c:v>12.85</c:v>
                </c:pt>
                <c:pt idx="153">
                  <c:v>12.85</c:v>
                </c:pt>
                <c:pt idx="154">
                  <c:v>12.85</c:v>
                </c:pt>
                <c:pt idx="155">
                  <c:v>12.85</c:v>
                </c:pt>
                <c:pt idx="156">
                  <c:v>12.85</c:v>
                </c:pt>
                <c:pt idx="157">
                  <c:v>12.85</c:v>
                </c:pt>
                <c:pt idx="158">
                  <c:v>12.85</c:v>
                </c:pt>
                <c:pt idx="159">
                  <c:v>12.85</c:v>
                </c:pt>
                <c:pt idx="160">
                  <c:v>12.85</c:v>
                </c:pt>
                <c:pt idx="161">
                  <c:v>12.85</c:v>
                </c:pt>
                <c:pt idx="162">
                  <c:v>12.85</c:v>
                </c:pt>
                <c:pt idx="163">
                  <c:v>12.85</c:v>
                </c:pt>
                <c:pt idx="164">
                  <c:v>12.85</c:v>
                </c:pt>
                <c:pt idx="165">
                  <c:v>12.85</c:v>
                </c:pt>
                <c:pt idx="166">
                  <c:v>12.85</c:v>
                </c:pt>
                <c:pt idx="167">
                  <c:v>12.85</c:v>
                </c:pt>
                <c:pt idx="168">
                  <c:v>12.85</c:v>
                </c:pt>
                <c:pt idx="169">
                  <c:v>12.85</c:v>
                </c:pt>
                <c:pt idx="170">
                  <c:v>12.85</c:v>
                </c:pt>
                <c:pt idx="171">
                  <c:v>12.85</c:v>
                </c:pt>
                <c:pt idx="172">
                  <c:v>12.85</c:v>
                </c:pt>
                <c:pt idx="173">
                  <c:v>12.85</c:v>
                </c:pt>
                <c:pt idx="174">
                  <c:v>12.85</c:v>
                </c:pt>
                <c:pt idx="175">
                  <c:v>12.85</c:v>
                </c:pt>
                <c:pt idx="176">
                  <c:v>12.85</c:v>
                </c:pt>
                <c:pt idx="177">
                  <c:v>12.85</c:v>
                </c:pt>
                <c:pt idx="178">
                  <c:v>12.85</c:v>
                </c:pt>
                <c:pt idx="179">
                  <c:v>12.85</c:v>
                </c:pt>
                <c:pt idx="180">
                  <c:v>12.85</c:v>
                </c:pt>
                <c:pt idx="181">
                  <c:v>12.85</c:v>
                </c:pt>
                <c:pt idx="182">
                  <c:v>12.85</c:v>
                </c:pt>
                <c:pt idx="183">
                  <c:v>12.85</c:v>
                </c:pt>
                <c:pt idx="184">
                  <c:v>12.85</c:v>
                </c:pt>
                <c:pt idx="185">
                  <c:v>12.85</c:v>
                </c:pt>
                <c:pt idx="186">
                  <c:v>12.85</c:v>
                </c:pt>
                <c:pt idx="187">
                  <c:v>12.85</c:v>
                </c:pt>
                <c:pt idx="188">
                  <c:v>12.85</c:v>
                </c:pt>
                <c:pt idx="189">
                  <c:v>12.85</c:v>
                </c:pt>
                <c:pt idx="190">
                  <c:v>12.85</c:v>
                </c:pt>
                <c:pt idx="191">
                  <c:v>12.85</c:v>
                </c:pt>
                <c:pt idx="192">
                  <c:v>12.85</c:v>
                </c:pt>
                <c:pt idx="193">
                  <c:v>12.85</c:v>
                </c:pt>
                <c:pt idx="194">
                  <c:v>12.85</c:v>
                </c:pt>
                <c:pt idx="195">
                  <c:v>12.85</c:v>
                </c:pt>
                <c:pt idx="196">
                  <c:v>12.85</c:v>
                </c:pt>
                <c:pt idx="197">
                  <c:v>12.85</c:v>
                </c:pt>
                <c:pt idx="198">
                  <c:v>12.85</c:v>
                </c:pt>
                <c:pt idx="199">
                  <c:v>12.85</c:v>
                </c:pt>
                <c:pt idx="200">
                  <c:v>12.85</c:v>
                </c:pt>
                <c:pt idx="201">
                  <c:v>12.85</c:v>
                </c:pt>
                <c:pt idx="202">
                  <c:v>12.85</c:v>
                </c:pt>
                <c:pt idx="203">
                  <c:v>12.85</c:v>
                </c:pt>
                <c:pt idx="204">
                  <c:v>12.85</c:v>
                </c:pt>
                <c:pt idx="205">
                  <c:v>12.85</c:v>
                </c:pt>
                <c:pt idx="206">
                  <c:v>12.85</c:v>
                </c:pt>
                <c:pt idx="207">
                  <c:v>12.85</c:v>
                </c:pt>
                <c:pt idx="208">
                  <c:v>12.85</c:v>
                </c:pt>
                <c:pt idx="209">
                  <c:v>12.85</c:v>
                </c:pt>
                <c:pt idx="210">
                  <c:v>12.85</c:v>
                </c:pt>
                <c:pt idx="211">
                  <c:v>12.85</c:v>
                </c:pt>
                <c:pt idx="212">
                  <c:v>12.85</c:v>
                </c:pt>
                <c:pt idx="213">
                  <c:v>12.85</c:v>
                </c:pt>
                <c:pt idx="214">
                  <c:v>12.85</c:v>
                </c:pt>
                <c:pt idx="215">
                  <c:v>12.85</c:v>
                </c:pt>
                <c:pt idx="216">
                  <c:v>12.85</c:v>
                </c:pt>
                <c:pt idx="217">
                  <c:v>12.85</c:v>
                </c:pt>
                <c:pt idx="218">
                  <c:v>12.85</c:v>
                </c:pt>
                <c:pt idx="219">
                  <c:v>12.85</c:v>
                </c:pt>
                <c:pt idx="220">
                  <c:v>12.85</c:v>
                </c:pt>
                <c:pt idx="221">
                  <c:v>12.85</c:v>
                </c:pt>
                <c:pt idx="222">
                  <c:v>12.85</c:v>
                </c:pt>
                <c:pt idx="223">
                  <c:v>12.85</c:v>
                </c:pt>
                <c:pt idx="224">
                  <c:v>12.85</c:v>
                </c:pt>
                <c:pt idx="225">
                  <c:v>12.85</c:v>
                </c:pt>
                <c:pt idx="226">
                  <c:v>12.85</c:v>
                </c:pt>
                <c:pt idx="227">
                  <c:v>12.85</c:v>
                </c:pt>
                <c:pt idx="228">
                  <c:v>12.85</c:v>
                </c:pt>
                <c:pt idx="229">
                  <c:v>12.85</c:v>
                </c:pt>
                <c:pt idx="230">
                  <c:v>12.85</c:v>
                </c:pt>
                <c:pt idx="231">
                  <c:v>12.85</c:v>
                </c:pt>
                <c:pt idx="232">
                  <c:v>12.85</c:v>
                </c:pt>
                <c:pt idx="233">
                  <c:v>12.85</c:v>
                </c:pt>
                <c:pt idx="234">
                  <c:v>12.85</c:v>
                </c:pt>
                <c:pt idx="235">
                  <c:v>12.85</c:v>
                </c:pt>
                <c:pt idx="236">
                  <c:v>12.85</c:v>
                </c:pt>
                <c:pt idx="237">
                  <c:v>12.85</c:v>
                </c:pt>
                <c:pt idx="238">
                  <c:v>12.85</c:v>
                </c:pt>
                <c:pt idx="239">
                  <c:v>12.85</c:v>
                </c:pt>
                <c:pt idx="240">
                  <c:v>12.85</c:v>
                </c:pt>
                <c:pt idx="241">
                  <c:v>12.85</c:v>
                </c:pt>
                <c:pt idx="242">
                  <c:v>12.85</c:v>
                </c:pt>
                <c:pt idx="243">
                  <c:v>12.85</c:v>
                </c:pt>
                <c:pt idx="244">
                  <c:v>12.85</c:v>
                </c:pt>
                <c:pt idx="245">
                  <c:v>12.85</c:v>
                </c:pt>
                <c:pt idx="246">
                  <c:v>12.85</c:v>
                </c:pt>
                <c:pt idx="247">
                  <c:v>12.85</c:v>
                </c:pt>
                <c:pt idx="248">
                  <c:v>12.85</c:v>
                </c:pt>
                <c:pt idx="249">
                  <c:v>12.85</c:v>
                </c:pt>
                <c:pt idx="250">
                  <c:v>12.85</c:v>
                </c:pt>
                <c:pt idx="251">
                  <c:v>12.85</c:v>
                </c:pt>
                <c:pt idx="252">
                  <c:v>12.85</c:v>
                </c:pt>
                <c:pt idx="253">
                  <c:v>12.85</c:v>
                </c:pt>
                <c:pt idx="254">
                  <c:v>12.85</c:v>
                </c:pt>
                <c:pt idx="255">
                  <c:v>12.85</c:v>
                </c:pt>
                <c:pt idx="256">
                  <c:v>12.85</c:v>
                </c:pt>
                <c:pt idx="257">
                  <c:v>12.85</c:v>
                </c:pt>
                <c:pt idx="258">
                  <c:v>12.85</c:v>
                </c:pt>
                <c:pt idx="259">
                  <c:v>12.85</c:v>
                </c:pt>
                <c:pt idx="260">
                  <c:v>12.85</c:v>
                </c:pt>
                <c:pt idx="261">
                  <c:v>12.85</c:v>
                </c:pt>
                <c:pt idx="262">
                  <c:v>12.85</c:v>
                </c:pt>
                <c:pt idx="263">
                  <c:v>12.85</c:v>
                </c:pt>
                <c:pt idx="264">
                  <c:v>12.85</c:v>
                </c:pt>
                <c:pt idx="265">
                  <c:v>12.85</c:v>
                </c:pt>
                <c:pt idx="266">
                  <c:v>12.85</c:v>
                </c:pt>
                <c:pt idx="267">
                  <c:v>12.85</c:v>
                </c:pt>
                <c:pt idx="268">
                  <c:v>12.85</c:v>
                </c:pt>
                <c:pt idx="269">
                  <c:v>12.85</c:v>
                </c:pt>
                <c:pt idx="270">
                  <c:v>12.85</c:v>
                </c:pt>
                <c:pt idx="271">
                  <c:v>12.85</c:v>
                </c:pt>
                <c:pt idx="272">
                  <c:v>12.85</c:v>
                </c:pt>
                <c:pt idx="273">
                  <c:v>12.85</c:v>
                </c:pt>
                <c:pt idx="274">
                  <c:v>12.85</c:v>
                </c:pt>
                <c:pt idx="275">
                  <c:v>12.85</c:v>
                </c:pt>
                <c:pt idx="276">
                  <c:v>12.85</c:v>
                </c:pt>
                <c:pt idx="277">
                  <c:v>12.85</c:v>
                </c:pt>
                <c:pt idx="278">
                  <c:v>12.85</c:v>
                </c:pt>
                <c:pt idx="279">
                  <c:v>12.85</c:v>
                </c:pt>
                <c:pt idx="280">
                  <c:v>12.85</c:v>
                </c:pt>
                <c:pt idx="281">
                  <c:v>12.85</c:v>
                </c:pt>
                <c:pt idx="282">
                  <c:v>12.85</c:v>
                </c:pt>
                <c:pt idx="283">
                  <c:v>12.85</c:v>
                </c:pt>
                <c:pt idx="284">
                  <c:v>12.85</c:v>
                </c:pt>
                <c:pt idx="285">
                  <c:v>12.85</c:v>
                </c:pt>
                <c:pt idx="286">
                  <c:v>12.85</c:v>
                </c:pt>
                <c:pt idx="287">
                  <c:v>12.85</c:v>
                </c:pt>
                <c:pt idx="288">
                  <c:v>12.85</c:v>
                </c:pt>
                <c:pt idx="289">
                  <c:v>12.85</c:v>
                </c:pt>
                <c:pt idx="290">
                  <c:v>12.85</c:v>
                </c:pt>
                <c:pt idx="291">
                  <c:v>12.85</c:v>
                </c:pt>
                <c:pt idx="292">
                  <c:v>12.85</c:v>
                </c:pt>
                <c:pt idx="293">
                  <c:v>12.85</c:v>
                </c:pt>
                <c:pt idx="294">
                  <c:v>12.85</c:v>
                </c:pt>
                <c:pt idx="295">
                  <c:v>12.85</c:v>
                </c:pt>
                <c:pt idx="296">
                  <c:v>12.85</c:v>
                </c:pt>
                <c:pt idx="297">
                  <c:v>12.85</c:v>
                </c:pt>
                <c:pt idx="298">
                  <c:v>12.85</c:v>
                </c:pt>
                <c:pt idx="299">
                  <c:v>12.85</c:v>
                </c:pt>
                <c:pt idx="300">
                  <c:v>12.85</c:v>
                </c:pt>
                <c:pt idx="301">
                  <c:v>12.85</c:v>
                </c:pt>
                <c:pt idx="302">
                  <c:v>12.85</c:v>
                </c:pt>
                <c:pt idx="303">
                  <c:v>12.85</c:v>
                </c:pt>
                <c:pt idx="304">
                  <c:v>12.85</c:v>
                </c:pt>
                <c:pt idx="305">
                  <c:v>12.85</c:v>
                </c:pt>
                <c:pt idx="306">
                  <c:v>12.85</c:v>
                </c:pt>
                <c:pt idx="307">
                  <c:v>12.85</c:v>
                </c:pt>
                <c:pt idx="308">
                  <c:v>12.85</c:v>
                </c:pt>
                <c:pt idx="309">
                  <c:v>12.85</c:v>
                </c:pt>
                <c:pt idx="310">
                  <c:v>12.85</c:v>
                </c:pt>
                <c:pt idx="311">
                  <c:v>12.85</c:v>
                </c:pt>
                <c:pt idx="312">
                  <c:v>12.85</c:v>
                </c:pt>
                <c:pt idx="313">
                  <c:v>12.85</c:v>
                </c:pt>
                <c:pt idx="314">
                  <c:v>12.85</c:v>
                </c:pt>
                <c:pt idx="315">
                  <c:v>12.85</c:v>
                </c:pt>
                <c:pt idx="316">
                  <c:v>12.85</c:v>
                </c:pt>
                <c:pt idx="317">
                  <c:v>12.85</c:v>
                </c:pt>
                <c:pt idx="318">
                  <c:v>12.85</c:v>
                </c:pt>
                <c:pt idx="319">
                  <c:v>12.85</c:v>
                </c:pt>
                <c:pt idx="320">
                  <c:v>12.85</c:v>
                </c:pt>
                <c:pt idx="321">
                  <c:v>12.85</c:v>
                </c:pt>
                <c:pt idx="322">
                  <c:v>12.85</c:v>
                </c:pt>
                <c:pt idx="323">
                  <c:v>12.85</c:v>
                </c:pt>
                <c:pt idx="324">
                  <c:v>12.85</c:v>
                </c:pt>
                <c:pt idx="325">
                  <c:v>12.85</c:v>
                </c:pt>
                <c:pt idx="326">
                  <c:v>12.85</c:v>
                </c:pt>
                <c:pt idx="327">
                  <c:v>12.85</c:v>
                </c:pt>
                <c:pt idx="328">
                  <c:v>12.85</c:v>
                </c:pt>
                <c:pt idx="329">
                  <c:v>12.85</c:v>
                </c:pt>
                <c:pt idx="330">
                  <c:v>12.85</c:v>
                </c:pt>
                <c:pt idx="331">
                  <c:v>12.85</c:v>
                </c:pt>
                <c:pt idx="332">
                  <c:v>12.85</c:v>
                </c:pt>
                <c:pt idx="333">
                  <c:v>12.85</c:v>
                </c:pt>
                <c:pt idx="334">
                  <c:v>12.85</c:v>
                </c:pt>
                <c:pt idx="335">
                  <c:v>12.85</c:v>
                </c:pt>
                <c:pt idx="336">
                  <c:v>12.85</c:v>
                </c:pt>
                <c:pt idx="337">
                  <c:v>12.85</c:v>
                </c:pt>
                <c:pt idx="338">
                  <c:v>12.85</c:v>
                </c:pt>
                <c:pt idx="339">
                  <c:v>12.85</c:v>
                </c:pt>
                <c:pt idx="340">
                  <c:v>12.85</c:v>
                </c:pt>
                <c:pt idx="341">
                  <c:v>12.85</c:v>
                </c:pt>
                <c:pt idx="342">
                  <c:v>12.85</c:v>
                </c:pt>
                <c:pt idx="343">
                  <c:v>12.85</c:v>
                </c:pt>
                <c:pt idx="344">
                  <c:v>12.85</c:v>
                </c:pt>
                <c:pt idx="345">
                  <c:v>12.85</c:v>
                </c:pt>
                <c:pt idx="346">
                  <c:v>12.85</c:v>
                </c:pt>
                <c:pt idx="347">
                  <c:v>12.85</c:v>
                </c:pt>
                <c:pt idx="348">
                  <c:v>12.85</c:v>
                </c:pt>
                <c:pt idx="349">
                  <c:v>12.85</c:v>
                </c:pt>
                <c:pt idx="350">
                  <c:v>12.85</c:v>
                </c:pt>
                <c:pt idx="351">
                  <c:v>12.85</c:v>
                </c:pt>
                <c:pt idx="352">
                  <c:v>12.85</c:v>
                </c:pt>
                <c:pt idx="353">
                  <c:v>12.85</c:v>
                </c:pt>
                <c:pt idx="354">
                  <c:v>12.85</c:v>
                </c:pt>
                <c:pt idx="355">
                  <c:v>12.85</c:v>
                </c:pt>
                <c:pt idx="356">
                  <c:v>12.85</c:v>
                </c:pt>
                <c:pt idx="357">
                  <c:v>12.85</c:v>
                </c:pt>
                <c:pt idx="358">
                  <c:v>12.85</c:v>
                </c:pt>
                <c:pt idx="359">
                  <c:v>12.85</c:v>
                </c:pt>
                <c:pt idx="360">
                  <c:v>12.85</c:v>
                </c:pt>
                <c:pt idx="361">
                  <c:v>12.85</c:v>
                </c:pt>
                <c:pt idx="362">
                  <c:v>12.85</c:v>
                </c:pt>
                <c:pt idx="363">
                  <c:v>12.85</c:v>
                </c:pt>
                <c:pt idx="364">
                  <c:v>12.85</c:v>
                </c:pt>
                <c:pt idx="365">
                  <c:v>12.85</c:v>
                </c:pt>
                <c:pt idx="366">
                  <c:v>12.85</c:v>
                </c:pt>
                <c:pt idx="367">
                  <c:v>12.85</c:v>
                </c:pt>
                <c:pt idx="368">
                  <c:v>12.85</c:v>
                </c:pt>
                <c:pt idx="369">
                  <c:v>12.85</c:v>
                </c:pt>
                <c:pt idx="370">
                  <c:v>12.85</c:v>
                </c:pt>
                <c:pt idx="371">
                  <c:v>12.85</c:v>
                </c:pt>
                <c:pt idx="372">
                  <c:v>12.85</c:v>
                </c:pt>
                <c:pt idx="373">
                  <c:v>12.85</c:v>
                </c:pt>
                <c:pt idx="374">
                  <c:v>12.85</c:v>
                </c:pt>
                <c:pt idx="375">
                  <c:v>12.85</c:v>
                </c:pt>
                <c:pt idx="376">
                  <c:v>12.85</c:v>
                </c:pt>
                <c:pt idx="377">
                  <c:v>12.85</c:v>
                </c:pt>
                <c:pt idx="378">
                  <c:v>12.85</c:v>
                </c:pt>
                <c:pt idx="379">
                  <c:v>12.85</c:v>
                </c:pt>
                <c:pt idx="380">
                  <c:v>12.85</c:v>
                </c:pt>
                <c:pt idx="381">
                  <c:v>12.85</c:v>
                </c:pt>
                <c:pt idx="382">
                  <c:v>12.85</c:v>
                </c:pt>
                <c:pt idx="383">
                  <c:v>12.85</c:v>
                </c:pt>
                <c:pt idx="384">
                  <c:v>12.85</c:v>
                </c:pt>
                <c:pt idx="385">
                  <c:v>12.85</c:v>
                </c:pt>
                <c:pt idx="386">
                  <c:v>12.85</c:v>
                </c:pt>
                <c:pt idx="387">
                  <c:v>12.85</c:v>
                </c:pt>
                <c:pt idx="388">
                  <c:v>12.85</c:v>
                </c:pt>
                <c:pt idx="389">
                  <c:v>12.85</c:v>
                </c:pt>
                <c:pt idx="390">
                  <c:v>12.85</c:v>
                </c:pt>
                <c:pt idx="391">
                  <c:v>12.85</c:v>
                </c:pt>
                <c:pt idx="392">
                  <c:v>12.85</c:v>
                </c:pt>
                <c:pt idx="393">
                  <c:v>12.85</c:v>
                </c:pt>
                <c:pt idx="394">
                  <c:v>12.85</c:v>
                </c:pt>
                <c:pt idx="395">
                  <c:v>12.85</c:v>
                </c:pt>
                <c:pt idx="396">
                  <c:v>12.85</c:v>
                </c:pt>
                <c:pt idx="397">
                  <c:v>12.85</c:v>
                </c:pt>
                <c:pt idx="398">
                  <c:v>12.85</c:v>
                </c:pt>
                <c:pt idx="399">
                  <c:v>12.85</c:v>
                </c:pt>
                <c:pt idx="400">
                  <c:v>12.85</c:v>
                </c:pt>
                <c:pt idx="401">
                  <c:v>12.85</c:v>
                </c:pt>
                <c:pt idx="402">
                  <c:v>12.85</c:v>
                </c:pt>
                <c:pt idx="403">
                  <c:v>12.85</c:v>
                </c:pt>
                <c:pt idx="404">
                  <c:v>12.85</c:v>
                </c:pt>
                <c:pt idx="405">
                  <c:v>12.85</c:v>
                </c:pt>
                <c:pt idx="406">
                  <c:v>12.85</c:v>
                </c:pt>
                <c:pt idx="407">
                  <c:v>12.85</c:v>
                </c:pt>
                <c:pt idx="408">
                  <c:v>12.85</c:v>
                </c:pt>
                <c:pt idx="409">
                  <c:v>12.85</c:v>
                </c:pt>
                <c:pt idx="410">
                  <c:v>12.85</c:v>
                </c:pt>
                <c:pt idx="411">
                  <c:v>12.85</c:v>
                </c:pt>
                <c:pt idx="412">
                  <c:v>12.85</c:v>
                </c:pt>
                <c:pt idx="413">
                  <c:v>12.85</c:v>
                </c:pt>
                <c:pt idx="414">
                  <c:v>12.85</c:v>
                </c:pt>
                <c:pt idx="415">
                  <c:v>12.85</c:v>
                </c:pt>
                <c:pt idx="416">
                  <c:v>12.85</c:v>
                </c:pt>
                <c:pt idx="417">
                  <c:v>12.85</c:v>
                </c:pt>
                <c:pt idx="418">
                  <c:v>12.85</c:v>
                </c:pt>
                <c:pt idx="419">
                  <c:v>12.85</c:v>
                </c:pt>
                <c:pt idx="420">
                  <c:v>12.85</c:v>
                </c:pt>
                <c:pt idx="421">
                  <c:v>12.85</c:v>
                </c:pt>
                <c:pt idx="422">
                  <c:v>12.85</c:v>
                </c:pt>
                <c:pt idx="423">
                  <c:v>12.85</c:v>
                </c:pt>
                <c:pt idx="424">
                  <c:v>12.85</c:v>
                </c:pt>
                <c:pt idx="425">
                  <c:v>12.85</c:v>
                </c:pt>
                <c:pt idx="426">
                  <c:v>12.85</c:v>
                </c:pt>
                <c:pt idx="427">
                  <c:v>12.85</c:v>
                </c:pt>
                <c:pt idx="428">
                  <c:v>12.85</c:v>
                </c:pt>
                <c:pt idx="429">
                  <c:v>12.85</c:v>
                </c:pt>
                <c:pt idx="430">
                  <c:v>12.85</c:v>
                </c:pt>
                <c:pt idx="431">
                  <c:v>12.85</c:v>
                </c:pt>
                <c:pt idx="432">
                  <c:v>12.85</c:v>
                </c:pt>
                <c:pt idx="433">
                  <c:v>12.85</c:v>
                </c:pt>
                <c:pt idx="434">
                  <c:v>12.85</c:v>
                </c:pt>
                <c:pt idx="435">
                  <c:v>12.85</c:v>
                </c:pt>
                <c:pt idx="436">
                  <c:v>12.85</c:v>
                </c:pt>
                <c:pt idx="437">
                  <c:v>12.85</c:v>
                </c:pt>
                <c:pt idx="438">
                  <c:v>12.85</c:v>
                </c:pt>
                <c:pt idx="439">
                  <c:v>12.85</c:v>
                </c:pt>
                <c:pt idx="440">
                  <c:v>12.85</c:v>
                </c:pt>
                <c:pt idx="441">
                  <c:v>12.85</c:v>
                </c:pt>
                <c:pt idx="442">
                  <c:v>12.85</c:v>
                </c:pt>
                <c:pt idx="443">
                  <c:v>12.85</c:v>
                </c:pt>
                <c:pt idx="444">
                  <c:v>12.85</c:v>
                </c:pt>
                <c:pt idx="445">
                  <c:v>12.85</c:v>
                </c:pt>
                <c:pt idx="446">
                  <c:v>12.85</c:v>
                </c:pt>
                <c:pt idx="447">
                  <c:v>12.85</c:v>
                </c:pt>
                <c:pt idx="448">
                  <c:v>12.85</c:v>
                </c:pt>
                <c:pt idx="449">
                  <c:v>12.85</c:v>
                </c:pt>
                <c:pt idx="450">
                  <c:v>12.85</c:v>
                </c:pt>
                <c:pt idx="451">
                  <c:v>12.85</c:v>
                </c:pt>
                <c:pt idx="452">
                  <c:v>12.85</c:v>
                </c:pt>
                <c:pt idx="453">
                  <c:v>12.85</c:v>
                </c:pt>
                <c:pt idx="454">
                  <c:v>12.85</c:v>
                </c:pt>
                <c:pt idx="455">
                  <c:v>12.85</c:v>
                </c:pt>
                <c:pt idx="456">
                  <c:v>12.85</c:v>
                </c:pt>
                <c:pt idx="457">
                  <c:v>12.85</c:v>
                </c:pt>
                <c:pt idx="458">
                  <c:v>12.85</c:v>
                </c:pt>
                <c:pt idx="459">
                  <c:v>12.85</c:v>
                </c:pt>
                <c:pt idx="460">
                  <c:v>12.85</c:v>
                </c:pt>
                <c:pt idx="461">
                  <c:v>12.85</c:v>
                </c:pt>
                <c:pt idx="462">
                  <c:v>12.85</c:v>
                </c:pt>
                <c:pt idx="463">
                  <c:v>12.85</c:v>
                </c:pt>
                <c:pt idx="464">
                  <c:v>12.85</c:v>
                </c:pt>
                <c:pt idx="465">
                  <c:v>12.85</c:v>
                </c:pt>
                <c:pt idx="466">
                  <c:v>12.85</c:v>
                </c:pt>
                <c:pt idx="467">
                  <c:v>12.85</c:v>
                </c:pt>
                <c:pt idx="468">
                  <c:v>12.85</c:v>
                </c:pt>
                <c:pt idx="469">
                  <c:v>12.85</c:v>
                </c:pt>
                <c:pt idx="470">
                  <c:v>12.85</c:v>
                </c:pt>
                <c:pt idx="471">
                  <c:v>12.85</c:v>
                </c:pt>
                <c:pt idx="472">
                  <c:v>12.85</c:v>
                </c:pt>
                <c:pt idx="473">
                  <c:v>12.85</c:v>
                </c:pt>
                <c:pt idx="474">
                  <c:v>12.85</c:v>
                </c:pt>
                <c:pt idx="475">
                  <c:v>12.85</c:v>
                </c:pt>
                <c:pt idx="476">
                  <c:v>12.85</c:v>
                </c:pt>
                <c:pt idx="477">
                  <c:v>12.85</c:v>
                </c:pt>
                <c:pt idx="478">
                  <c:v>12.85</c:v>
                </c:pt>
                <c:pt idx="479">
                  <c:v>12.85</c:v>
                </c:pt>
                <c:pt idx="480">
                  <c:v>12.85</c:v>
                </c:pt>
                <c:pt idx="481">
                  <c:v>12.85</c:v>
                </c:pt>
                <c:pt idx="482">
                  <c:v>12.85</c:v>
                </c:pt>
                <c:pt idx="483">
                  <c:v>12.85</c:v>
                </c:pt>
                <c:pt idx="484">
                  <c:v>12.85</c:v>
                </c:pt>
                <c:pt idx="485">
                  <c:v>12.85</c:v>
                </c:pt>
                <c:pt idx="486">
                  <c:v>12.85</c:v>
                </c:pt>
                <c:pt idx="487">
                  <c:v>12.85</c:v>
                </c:pt>
                <c:pt idx="488">
                  <c:v>12.85</c:v>
                </c:pt>
                <c:pt idx="489">
                  <c:v>12.85</c:v>
                </c:pt>
                <c:pt idx="490">
                  <c:v>12.85</c:v>
                </c:pt>
                <c:pt idx="491">
                  <c:v>12.85</c:v>
                </c:pt>
                <c:pt idx="492">
                  <c:v>12.85</c:v>
                </c:pt>
                <c:pt idx="493">
                  <c:v>12.85</c:v>
                </c:pt>
                <c:pt idx="494">
                  <c:v>12.85</c:v>
                </c:pt>
                <c:pt idx="495">
                  <c:v>12.85</c:v>
                </c:pt>
                <c:pt idx="496">
                  <c:v>12.85</c:v>
                </c:pt>
                <c:pt idx="497">
                  <c:v>12.85</c:v>
                </c:pt>
                <c:pt idx="498">
                  <c:v>12.85</c:v>
                </c:pt>
                <c:pt idx="499">
                  <c:v>12.85</c:v>
                </c:pt>
                <c:pt idx="500">
                  <c:v>12.85</c:v>
                </c:pt>
                <c:pt idx="501">
                  <c:v>12.85</c:v>
                </c:pt>
                <c:pt idx="502">
                  <c:v>12.85</c:v>
                </c:pt>
                <c:pt idx="503">
                  <c:v>12.85</c:v>
                </c:pt>
                <c:pt idx="504">
                  <c:v>12.85</c:v>
                </c:pt>
                <c:pt idx="505">
                  <c:v>12.85</c:v>
                </c:pt>
                <c:pt idx="506">
                  <c:v>12.85</c:v>
                </c:pt>
                <c:pt idx="507">
                  <c:v>12.85</c:v>
                </c:pt>
                <c:pt idx="508">
                  <c:v>12.85</c:v>
                </c:pt>
                <c:pt idx="509">
                  <c:v>12.85</c:v>
                </c:pt>
                <c:pt idx="510">
                  <c:v>12.85</c:v>
                </c:pt>
                <c:pt idx="511">
                  <c:v>12.85</c:v>
                </c:pt>
                <c:pt idx="512">
                  <c:v>12.85</c:v>
                </c:pt>
                <c:pt idx="513">
                  <c:v>12.85</c:v>
                </c:pt>
                <c:pt idx="514">
                  <c:v>12.85</c:v>
                </c:pt>
                <c:pt idx="515">
                  <c:v>12.85</c:v>
                </c:pt>
                <c:pt idx="516">
                  <c:v>12.85</c:v>
                </c:pt>
                <c:pt idx="517">
                  <c:v>12.85</c:v>
                </c:pt>
                <c:pt idx="518">
                  <c:v>12.85</c:v>
                </c:pt>
                <c:pt idx="519">
                  <c:v>12.85</c:v>
                </c:pt>
                <c:pt idx="520">
                  <c:v>12.85</c:v>
                </c:pt>
                <c:pt idx="521">
                  <c:v>12.85</c:v>
                </c:pt>
              </c:numCache>
            </c:numRef>
          </c:val>
          <c:smooth val="0"/>
        </c:ser>
        <c:ser>
          <c:idx val="4"/>
          <c:order val="4"/>
          <c:tx>
            <c:strRef>
              <c:f>Sheet1!$F$1</c:f>
              <c:strCache>
                <c:ptCount val="1"/>
                <c:pt idx="0">
                  <c:v>±2σ</c:v>
                </c:pt>
              </c:strCache>
            </c:strRef>
          </c:tx>
          <c:spPr>
            <a:ln w="12700" cap="rnd">
              <a:solidFill>
                <a:srgbClr val="ED7D31"/>
              </a:solidFill>
              <a:prstDash val="sysDot"/>
              <a:round/>
            </a:ln>
          </c:spPr>
          <c:marker>
            <c:symbol val="none"/>
          </c:marker>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Sheet1!$F$2:$F$523</c:f>
              <c:numCache>
                <c:formatCode>General</c:formatCode>
                <c:ptCount val="522"/>
                <c:pt idx="0">
                  <c:v>20.86</c:v>
                </c:pt>
                <c:pt idx="1">
                  <c:v>20.86</c:v>
                </c:pt>
                <c:pt idx="2">
                  <c:v>20.86</c:v>
                </c:pt>
                <c:pt idx="3">
                  <c:v>20.86</c:v>
                </c:pt>
                <c:pt idx="4">
                  <c:v>20.86</c:v>
                </c:pt>
                <c:pt idx="5">
                  <c:v>20.86</c:v>
                </c:pt>
                <c:pt idx="6">
                  <c:v>20.86</c:v>
                </c:pt>
                <c:pt idx="7">
                  <c:v>20.86</c:v>
                </c:pt>
                <c:pt idx="8">
                  <c:v>20.86</c:v>
                </c:pt>
                <c:pt idx="9">
                  <c:v>20.86</c:v>
                </c:pt>
                <c:pt idx="10">
                  <c:v>20.86</c:v>
                </c:pt>
                <c:pt idx="11">
                  <c:v>20.86</c:v>
                </c:pt>
                <c:pt idx="12">
                  <c:v>20.86</c:v>
                </c:pt>
                <c:pt idx="13">
                  <c:v>20.86</c:v>
                </c:pt>
                <c:pt idx="14">
                  <c:v>20.86</c:v>
                </c:pt>
                <c:pt idx="15">
                  <c:v>20.86</c:v>
                </c:pt>
                <c:pt idx="16">
                  <c:v>20.86</c:v>
                </c:pt>
                <c:pt idx="17">
                  <c:v>20.86</c:v>
                </c:pt>
                <c:pt idx="18">
                  <c:v>20.86</c:v>
                </c:pt>
                <c:pt idx="19">
                  <c:v>20.86</c:v>
                </c:pt>
                <c:pt idx="20">
                  <c:v>20.86</c:v>
                </c:pt>
                <c:pt idx="21">
                  <c:v>20.86</c:v>
                </c:pt>
                <c:pt idx="22">
                  <c:v>20.86</c:v>
                </c:pt>
                <c:pt idx="23">
                  <c:v>20.86</c:v>
                </c:pt>
                <c:pt idx="24">
                  <c:v>20.86</c:v>
                </c:pt>
                <c:pt idx="25">
                  <c:v>20.86</c:v>
                </c:pt>
                <c:pt idx="26">
                  <c:v>20.86</c:v>
                </c:pt>
                <c:pt idx="27">
                  <c:v>20.86</c:v>
                </c:pt>
                <c:pt idx="28">
                  <c:v>20.86</c:v>
                </c:pt>
                <c:pt idx="29">
                  <c:v>20.86</c:v>
                </c:pt>
                <c:pt idx="30">
                  <c:v>20.86</c:v>
                </c:pt>
                <c:pt idx="31">
                  <c:v>20.86</c:v>
                </c:pt>
                <c:pt idx="32">
                  <c:v>20.86</c:v>
                </c:pt>
                <c:pt idx="33">
                  <c:v>20.86</c:v>
                </c:pt>
                <c:pt idx="34">
                  <c:v>20.86</c:v>
                </c:pt>
                <c:pt idx="35">
                  <c:v>20.86</c:v>
                </c:pt>
                <c:pt idx="36">
                  <c:v>20.86</c:v>
                </c:pt>
                <c:pt idx="37">
                  <c:v>20.86</c:v>
                </c:pt>
                <c:pt idx="38">
                  <c:v>20.86</c:v>
                </c:pt>
                <c:pt idx="39">
                  <c:v>20.86</c:v>
                </c:pt>
                <c:pt idx="40">
                  <c:v>20.86</c:v>
                </c:pt>
                <c:pt idx="41">
                  <c:v>20.86</c:v>
                </c:pt>
                <c:pt idx="42">
                  <c:v>20.86</c:v>
                </c:pt>
                <c:pt idx="43">
                  <c:v>20.86</c:v>
                </c:pt>
                <c:pt idx="44">
                  <c:v>20.86</c:v>
                </c:pt>
                <c:pt idx="45">
                  <c:v>20.86</c:v>
                </c:pt>
                <c:pt idx="46">
                  <c:v>20.86</c:v>
                </c:pt>
                <c:pt idx="47">
                  <c:v>20.86</c:v>
                </c:pt>
                <c:pt idx="48">
                  <c:v>20.86</c:v>
                </c:pt>
                <c:pt idx="49">
                  <c:v>20.86</c:v>
                </c:pt>
                <c:pt idx="50">
                  <c:v>20.86</c:v>
                </c:pt>
                <c:pt idx="51">
                  <c:v>20.86</c:v>
                </c:pt>
                <c:pt idx="52">
                  <c:v>20.86</c:v>
                </c:pt>
                <c:pt idx="53">
                  <c:v>20.86</c:v>
                </c:pt>
                <c:pt idx="54">
                  <c:v>20.86</c:v>
                </c:pt>
                <c:pt idx="55">
                  <c:v>20.86</c:v>
                </c:pt>
                <c:pt idx="56">
                  <c:v>20.86</c:v>
                </c:pt>
                <c:pt idx="57">
                  <c:v>20.86</c:v>
                </c:pt>
                <c:pt idx="58">
                  <c:v>20.86</c:v>
                </c:pt>
                <c:pt idx="59">
                  <c:v>20.86</c:v>
                </c:pt>
                <c:pt idx="60">
                  <c:v>20.86</c:v>
                </c:pt>
                <c:pt idx="61">
                  <c:v>20.86</c:v>
                </c:pt>
                <c:pt idx="62">
                  <c:v>20.86</c:v>
                </c:pt>
                <c:pt idx="63">
                  <c:v>20.86</c:v>
                </c:pt>
                <c:pt idx="64">
                  <c:v>20.86</c:v>
                </c:pt>
                <c:pt idx="65">
                  <c:v>20.86</c:v>
                </c:pt>
                <c:pt idx="66">
                  <c:v>20.86</c:v>
                </c:pt>
                <c:pt idx="67">
                  <c:v>20.86</c:v>
                </c:pt>
                <c:pt idx="68">
                  <c:v>20.86</c:v>
                </c:pt>
                <c:pt idx="69">
                  <c:v>20.86</c:v>
                </c:pt>
                <c:pt idx="70">
                  <c:v>20.86</c:v>
                </c:pt>
                <c:pt idx="71">
                  <c:v>20.86</c:v>
                </c:pt>
                <c:pt idx="72">
                  <c:v>20.86</c:v>
                </c:pt>
                <c:pt idx="73">
                  <c:v>20.86</c:v>
                </c:pt>
                <c:pt idx="74">
                  <c:v>20.86</c:v>
                </c:pt>
                <c:pt idx="75">
                  <c:v>20.86</c:v>
                </c:pt>
                <c:pt idx="76">
                  <c:v>20.86</c:v>
                </c:pt>
                <c:pt idx="77">
                  <c:v>20.86</c:v>
                </c:pt>
                <c:pt idx="78">
                  <c:v>20.86</c:v>
                </c:pt>
                <c:pt idx="79">
                  <c:v>20.86</c:v>
                </c:pt>
                <c:pt idx="80">
                  <c:v>20.86</c:v>
                </c:pt>
                <c:pt idx="81">
                  <c:v>20.86</c:v>
                </c:pt>
                <c:pt idx="82">
                  <c:v>20.86</c:v>
                </c:pt>
                <c:pt idx="83">
                  <c:v>20.86</c:v>
                </c:pt>
                <c:pt idx="84">
                  <c:v>20.86</c:v>
                </c:pt>
                <c:pt idx="85">
                  <c:v>20.86</c:v>
                </c:pt>
                <c:pt idx="86">
                  <c:v>20.86</c:v>
                </c:pt>
                <c:pt idx="87">
                  <c:v>20.86</c:v>
                </c:pt>
                <c:pt idx="88">
                  <c:v>20.86</c:v>
                </c:pt>
                <c:pt idx="89">
                  <c:v>20.86</c:v>
                </c:pt>
                <c:pt idx="90">
                  <c:v>20.86</c:v>
                </c:pt>
                <c:pt idx="91">
                  <c:v>20.86</c:v>
                </c:pt>
                <c:pt idx="92">
                  <c:v>20.86</c:v>
                </c:pt>
                <c:pt idx="93">
                  <c:v>20.86</c:v>
                </c:pt>
                <c:pt idx="94">
                  <c:v>20.86</c:v>
                </c:pt>
                <c:pt idx="95">
                  <c:v>20.86</c:v>
                </c:pt>
                <c:pt idx="96">
                  <c:v>20.86</c:v>
                </c:pt>
                <c:pt idx="97">
                  <c:v>20.86</c:v>
                </c:pt>
                <c:pt idx="98">
                  <c:v>20.86</c:v>
                </c:pt>
                <c:pt idx="99">
                  <c:v>20.86</c:v>
                </c:pt>
                <c:pt idx="100">
                  <c:v>20.86</c:v>
                </c:pt>
                <c:pt idx="101">
                  <c:v>20.86</c:v>
                </c:pt>
                <c:pt idx="102">
                  <c:v>20.86</c:v>
                </c:pt>
                <c:pt idx="103">
                  <c:v>20.86</c:v>
                </c:pt>
                <c:pt idx="104">
                  <c:v>20.86</c:v>
                </c:pt>
                <c:pt idx="105">
                  <c:v>20.86</c:v>
                </c:pt>
                <c:pt idx="106">
                  <c:v>20.86</c:v>
                </c:pt>
                <c:pt idx="107">
                  <c:v>20.86</c:v>
                </c:pt>
                <c:pt idx="108">
                  <c:v>20.86</c:v>
                </c:pt>
                <c:pt idx="109">
                  <c:v>20.86</c:v>
                </c:pt>
                <c:pt idx="110">
                  <c:v>20.86</c:v>
                </c:pt>
                <c:pt idx="111">
                  <c:v>20.86</c:v>
                </c:pt>
                <c:pt idx="112">
                  <c:v>20.86</c:v>
                </c:pt>
                <c:pt idx="113">
                  <c:v>20.86</c:v>
                </c:pt>
                <c:pt idx="114">
                  <c:v>20.86</c:v>
                </c:pt>
                <c:pt idx="115">
                  <c:v>20.86</c:v>
                </c:pt>
                <c:pt idx="116">
                  <c:v>20.86</c:v>
                </c:pt>
                <c:pt idx="117">
                  <c:v>20.86</c:v>
                </c:pt>
                <c:pt idx="118">
                  <c:v>20.86</c:v>
                </c:pt>
                <c:pt idx="119">
                  <c:v>20.86</c:v>
                </c:pt>
                <c:pt idx="120">
                  <c:v>20.86</c:v>
                </c:pt>
                <c:pt idx="121">
                  <c:v>20.86</c:v>
                </c:pt>
                <c:pt idx="122">
                  <c:v>20.86</c:v>
                </c:pt>
                <c:pt idx="123">
                  <c:v>20.86</c:v>
                </c:pt>
                <c:pt idx="124">
                  <c:v>20.86</c:v>
                </c:pt>
                <c:pt idx="125">
                  <c:v>20.86</c:v>
                </c:pt>
                <c:pt idx="126">
                  <c:v>20.86</c:v>
                </c:pt>
                <c:pt idx="127">
                  <c:v>20.86</c:v>
                </c:pt>
                <c:pt idx="128">
                  <c:v>20.86</c:v>
                </c:pt>
                <c:pt idx="129">
                  <c:v>20.86</c:v>
                </c:pt>
                <c:pt idx="130">
                  <c:v>20.86</c:v>
                </c:pt>
                <c:pt idx="131">
                  <c:v>20.86</c:v>
                </c:pt>
                <c:pt idx="132">
                  <c:v>20.86</c:v>
                </c:pt>
                <c:pt idx="133">
                  <c:v>20.86</c:v>
                </c:pt>
                <c:pt idx="134">
                  <c:v>20.86</c:v>
                </c:pt>
                <c:pt idx="135">
                  <c:v>20.86</c:v>
                </c:pt>
                <c:pt idx="136">
                  <c:v>20.86</c:v>
                </c:pt>
                <c:pt idx="137">
                  <c:v>20.86</c:v>
                </c:pt>
                <c:pt idx="138">
                  <c:v>20.86</c:v>
                </c:pt>
                <c:pt idx="139">
                  <c:v>20.86</c:v>
                </c:pt>
                <c:pt idx="140">
                  <c:v>20.86</c:v>
                </c:pt>
                <c:pt idx="141">
                  <c:v>20.86</c:v>
                </c:pt>
                <c:pt idx="142">
                  <c:v>20.86</c:v>
                </c:pt>
                <c:pt idx="143">
                  <c:v>20.86</c:v>
                </c:pt>
                <c:pt idx="144">
                  <c:v>20.86</c:v>
                </c:pt>
                <c:pt idx="145">
                  <c:v>20.86</c:v>
                </c:pt>
                <c:pt idx="146">
                  <c:v>20.86</c:v>
                </c:pt>
                <c:pt idx="147">
                  <c:v>20.86</c:v>
                </c:pt>
                <c:pt idx="148">
                  <c:v>20.86</c:v>
                </c:pt>
                <c:pt idx="149">
                  <c:v>20.86</c:v>
                </c:pt>
                <c:pt idx="150">
                  <c:v>20.86</c:v>
                </c:pt>
                <c:pt idx="151">
                  <c:v>20.86</c:v>
                </c:pt>
                <c:pt idx="152">
                  <c:v>20.86</c:v>
                </c:pt>
                <c:pt idx="153">
                  <c:v>20.86</c:v>
                </c:pt>
                <c:pt idx="154">
                  <c:v>20.86</c:v>
                </c:pt>
                <c:pt idx="155">
                  <c:v>20.86</c:v>
                </c:pt>
                <c:pt idx="156">
                  <c:v>20.86</c:v>
                </c:pt>
                <c:pt idx="157">
                  <c:v>20.86</c:v>
                </c:pt>
                <c:pt idx="158">
                  <c:v>20.86</c:v>
                </c:pt>
                <c:pt idx="159">
                  <c:v>20.86</c:v>
                </c:pt>
                <c:pt idx="160">
                  <c:v>20.86</c:v>
                </c:pt>
                <c:pt idx="161">
                  <c:v>20.86</c:v>
                </c:pt>
                <c:pt idx="162">
                  <c:v>20.86</c:v>
                </c:pt>
                <c:pt idx="163">
                  <c:v>20.86</c:v>
                </c:pt>
                <c:pt idx="164">
                  <c:v>20.86</c:v>
                </c:pt>
                <c:pt idx="165">
                  <c:v>20.86</c:v>
                </c:pt>
                <c:pt idx="166">
                  <c:v>20.86</c:v>
                </c:pt>
                <c:pt idx="167">
                  <c:v>20.86</c:v>
                </c:pt>
                <c:pt idx="168">
                  <c:v>20.86</c:v>
                </c:pt>
                <c:pt idx="169">
                  <c:v>20.86</c:v>
                </c:pt>
                <c:pt idx="170">
                  <c:v>20.86</c:v>
                </c:pt>
                <c:pt idx="171">
                  <c:v>20.86</c:v>
                </c:pt>
                <c:pt idx="172">
                  <c:v>20.86</c:v>
                </c:pt>
                <c:pt idx="173">
                  <c:v>20.86</c:v>
                </c:pt>
                <c:pt idx="174">
                  <c:v>20.86</c:v>
                </c:pt>
                <c:pt idx="175">
                  <c:v>20.86</c:v>
                </c:pt>
                <c:pt idx="176">
                  <c:v>20.86</c:v>
                </c:pt>
                <c:pt idx="177">
                  <c:v>20.86</c:v>
                </c:pt>
                <c:pt idx="178">
                  <c:v>20.86</c:v>
                </c:pt>
                <c:pt idx="179">
                  <c:v>20.86</c:v>
                </c:pt>
                <c:pt idx="180">
                  <c:v>20.86</c:v>
                </c:pt>
                <c:pt idx="181">
                  <c:v>20.86</c:v>
                </c:pt>
                <c:pt idx="182">
                  <c:v>20.86</c:v>
                </c:pt>
                <c:pt idx="183">
                  <c:v>20.86</c:v>
                </c:pt>
                <c:pt idx="184">
                  <c:v>20.86</c:v>
                </c:pt>
                <c:pt idx="185">
                  <c:v>20.86</c:v>
                </c:pt>
                <c:pt idx="186">
                  <c:v>20.86</c:v>
                </c:pt>
                <c:pt idx="187">
                  <c:v>20.86</c:v>
                </c:pt>
                <c:pt idx="188">
                  <c:v>20.86</c:v>
                </c:pt>
                <c:pt idx="189">
                  <c:v>20.86</c:v>
                </c:pt>
                <c:pt idx="190">
                  <c:v>20.86</c:v>
                </c:pt>
                <c:pt idx="191">
                  <c:v>20.86</c:v>
                </c:pt>
                <c:pt idx="192">
                  <c:v>20.86</c:v>
                </c:pt>
                <c:pt idx="193">
                  <c:v>20.86</c:v>
                </c:pt>
                <c:pt idx="194">
                  <c:v>20.86</c:v>
                </c:pt>
                <c:pt idx="195">
                  <c:v>20.86</c:v>
                </c:pt>
                <c:pt idx="196">
                  <c:v>20.86</c:v>
                </c:pt>
                <c:pt idx="197">
                  <c:v>20.86</c:v>
                </c:pt>
                <c:pt idx="198">
                  <c:v>20.86</c:v>
                </c:pt>
                <c:pt idx="199">
                  <c:v>20.86</c:v>
                </c:pt>
                <c:pt idx="200">
                  <c:v>20.86</c:v>
                </c:pt>
                <c:pt idx="201">
                  <c:v>20.86</c:v>
                </c:pt>
                <c:pt idx="202">
                  <c:v>20.86</c:v>
                </c:pt>
                <c:pt idx="203">
                  <c:v>20.86</c:v>
                </c:pt>
                <c:pt idx="204">
                  <c:v>20.86</c:v>
                </c:pt>
                <c:pt idx="205">
                  <c:v>20.86</c:v>
                </c:pt>
                <c:pt idx="206">
                  <c:v>20.86</c:v>
                </c:pt>
                <c:pt idx="207">
                  <c:v>20.86</c:v>
                </c:pt>
                <c:pt idx="208">
                  <c:v>20.86</c:v>
                </c:pt>
                <c:pt idx="209">
                  <c:v>20.86</c:v>
                </c:pt>
                <c:pt idx="210">
                  <c:v>20.86</c:v>
                </c:pt>
                <c:pt idx="211">
                  <c:v>20.86</c:v>
                </c:pt>
                <c:pt idx="212">
                  <c:v>20.86</c:v>
                </c:pt>
                <c:pt idx="213">
                  <c:v>20.86</c:v>
                </c:pt>
                <c:pt idx="214">
                  <c:v>20.86</c:v>
                </c:pt>
                <c:pt idx="215">
                  <c:v>20.86</c:v>
                </c:pt>
                <c:pt idx="216">
                  <c:v>20.86</c:v>
                </c:pt>
                <c:pt idx="217">
                  <c:v>20.86</c:v>
                </c:pt>
                <c:pt idx="218">
                  <c:v>20.86</c:v>
                </c:pt>
                <c:pt idx="219">
                  <c:v>20.86</c:v>
                </c:pt>
                <c:pt idx="220">
                  <c:v>20.86</c:v>
                </c:pt>
                <c:pt idx="221">
                  <c:v>20.86</c:v>
                </c:pt>
                <c:pt idx="222">
                  <c:v>20.86</c:v>
                </c:pt>
                <c:pt idx="223">
                  <c:v>20.86</c:v>
                </c:pt>
                <c:pt idx="224">
                  <c:v>20.86</c:v>
                </c:pt>
                <c:pt idx="225">
                  <c:v>20.86</c:v>
                </c:pt>
                <c:pt idx="226">
                  <c:v>20.86</c:v>
                </c:pt>
                <c:pt idx="227">
                  <c:v>20.86</c:v>
                </c:pt>
                <c:pt idx="228">
                  <c:v>20.86</c:v>
                </c:pt>
                <c:pt idx="229">
                  <c:v>20.86</c:v>
                </c:pt>
                <c:pt idx="230">
                  <c:v>20.86</c:v>
                </c:pt>
                <c:pt idx="231">
                  <c:v>20.86</c:v>
                </c:pt>
                <c:pt idx="232">
                  <c:v>20.86</c:v>
                </c:pt>
                <c:pt idx="233">
                  <c:v>20.86</c:v>
                </c:pt>
                <c:pt idx="234">
                  <c:v>20.86</c:v>
                </c:pt>
                <c:pt idx="235">
                  <c:v>20.86</c:v>
                </c:pt>
                <c:pt idx="236">
                  <c:v>20.86</c:v>
                </c:pt>
                <c:pt idx="237">
                  <c:v>20.86</c:v>
                </c:pt>
                <c:pt idx="238">
                  <c:v>20.86</c:v>
                </c:pt>
                <c:pt idx="239">
                  <c:v>20.86</c:v>
                </c:pt>
                <c:pt idx="240">
                  <c:v>20.86</c:v>
                </c:pt>
                <c:pt idx="241">
                  <c:v>20.86</c:v>
                </c:pt>
                <c:pt idx="242">
                  <c:v>20.86</c:v>
                </c:pt>
                <c:pt idx="243">
                  <c:v>20.86</c:v>
                </c:pt>
                <c:pt idx="244">
                  <c:v>20.86</c:v>
                </c:pt>
                <c:pt idx="245">
                  <c:v>20.86</c:v>
                </c:pt>
                <c:pt idx="246">
                  <c:v>20.86</c:v>
                </c:pt>
                <c:pt idx="247">
                  <c:v>20.86</c:v>
                </c:pt>
                <c:pt idx="248">
                  <c:v>20.86</c:v>
                </c:pt>
                <c:pt idx="249">
                  <c:v>20.86</c:v>
                </c:pt>
                <c:pt idx="250">
                  <c:v>20.86</c:v>
                </c:pt>
                <c:pt idx="251">
                  <c:v>20.86</c:v>
                </c:pt>
                <c:pt idx="252">
                  <c:v>20.86</c:v>
                </c:pt>
                <c:pt idx="253">
                  <c:v>20.86</c:v>
                </c:pt>
                <c:pt idx="254">
                  <c:v>20.86</c:v>
                </c:pt>
                <c:pt idx="255">
                  <c:v>20.86</c:v>
                </c:pt>
                <c:pt idx="256">
                  <c:v>20.86</c:v>
                </c:pt>
                <c:pt idx="257">
                  <c:v>20.86</c:v>
                </c:pt>
                <c:pt idx="258">
                  <c:v>20.86</c:v>
                </c:pt>
                <c:pt idx="259">
                  <c:v>20.86</c:v>
                </c:pt>
                <c:pt idx="260">
                  <c:v>20.86</c:v>
                </c:pt>
                <c:pt idx="261">
                  <c:v>20.86</c:v>
                </c:pt>
                <c:pt idx="262">
                  <c:v>20.86</c:v>
                </c:pt>
                <c:pt idx="263">
                  <c:v>20.86</c:v>
                </c:pt>
                <c:pt idx="264">
                  <c:v>20.86</c:v>
                </c:pt>
                <c:pt idx="265">
                  <c:v>20.86</c:v>
                </c:pt>
                <c:pt idx="266">
                  <c:v>20.86</c:v>
                </c:pt>
                <c:pt idx="267">
                  <c:v>20.86</c:v>
                </c:pt>
                <c:pt idx="268">
                  <c:v>20.86</c:v>
                </c:pt>
                <c:pt idx="269">
                  <c:v>20.86</c:v>
                </c:pt>
                <c:pt idx="270">
                  <c:v>20.86</c:v>
                </c:pt>
                <c:pt idx="271">
                  <c:v>20.86</c:v>
                </c:pt>
                <c:pt idx="272">
                  <c:v>20.86</c:v>
                </c:pt>
                <c:pt idx="273">
                  <c:v>20.86</c:v>
                </c:pt>
                <c:pt idx="274">
                  <c:v>20.86</c:v>
                </c:pt>
                <c:pt idx="275">
                  <c:v>20.86</c:v>
                </c:pt>
                <c:pt idx="276">
                  <c:v>20.86</c:v>
                </c:pt>
                <c:pt idx="277">
                  <c:v>20.86</c:v>
                </c:pt>
                <c:pt idx="278">
                  <c:v>20.86</c:v>
                </c:pt>
                <c:pt idx="279">
                  <c:v>20.86</c:v>
                </c:pt>
                <c:pt idx="280">
                  <c:v>20.86</c:v>
                </c:pt>
                <c:pt idx="281">
                  <c:v>20.86</c:v>
                </c:pt>
                <c:pt idx="282">
                  <c:v>20.86</c:v>
                </c:pt>
                <c:pt idx="283">
                  <c:v>20.86</c:v>
                </c:pt>
                <c:pt idx="284">
                  <c:v>20.86</c:v>
                </c:pt>
                <c:pt idx="285">
                  <c:v>20.86</c:v>
                </c:pt>
                <c:pt idx="286">
                  <c:v>20.86</c:v>
                </c:pt>
                <c:pt idx="287">
                  <c:v>20.86</c:v>
                </c:pt>
                <c:pt idx="288">
                  <c:v>20.86</c:v>
                </c:pt>
                <c:pt idx="289">
                  <c:v>20.86</c:v>
                </c:pt>
                <c:pt idx="290">
                  <c:v>20.86</c:v>
                </c:pt>
                <c:pt idx="291">
                  <c:v>20.86</c:v>
                </c:pt>
                <c:pt idx="292">
                  <c:v>20.86</c:v>
                </c:pt>
                <c:pt idx="293">
                  <c:v>20.86</c:v>
                </c:pt>
                <c:pt idx="294">
                  <c:v>20.86</c:v>
                </c:pt>
                <c:pt idx="295">
                  <c:v>20.86</c:v>
                </c:pt>
                <c:pt idx="296">
                  <c:v>20.86</c:v>
                </c:pt>
                <c:pt idx="297">
                  <c:v>20.86</c:v>
                </c:pt>
                <c:pt idx="298">
                  <c:v>20.86</c:v>
                </c:pt>
                <c:pt idx="299">
                  <c:v>20.86</c:v>
                </c:pt>
                <c:pt idx="300">
                  <c:v>20.86</c:v>
                </c:pt>
                <c:pt idx="301">
                  <c:v>20.86</c:v>
                </c:pt>
                <c:pt idx="302">
                  <c:v>20.86</c:v>
                </c:pt>
                <c:pt idx="303">
                  <c:v>20.86</c:v>
                </c:pt>
                <c:pt idx="304">
                  <c:v>20.86</c:v>
                </c:pt>
                <c:pt idx="305">
                  <c:v>20.86</c:v>
                </c:pt>
                <c:pt idx="306">
                  <c:v>20.86</c:v>
                </c:pt>
                <c:pt idx="307">
                  <c:v>20.86</c:v>
                </c:pt>
                <c:pt idx="308">
                  <c:v>20.86</c:v>
                </c:pt>
                <c:pt idx="309">
                  <c:v>20.86</c:v>
                </c:pt>
                <c:pt idx="310">
                  <c:v>20.86</c:v>
                </c:pt>
                <c:pt idx="311">
                  <c:v>20.86</c:v>
                </c:pt>
                <c:pt idx="312">
                  <c:v>20.86</c:v>
                </c:pt>
                <c:pt idx="313">
                  <c:v>20.86</c:v>
                </c:pt>
                <c:pt idx="314">
                  <c:v>20.86</c:v>
                </c:pt>
                <c:pt idx="315">
                  <c:v>20.86</c:v>
                </c:pt>
                <c:pt idx="316">
                  <c:v>20.86</c:v>
                </c:pt>
                <c:pt idx="317">
                  <c:v>20.86</c:v>
                </c:pt>
                <c:pt idx="318">
                  <c:v>20.86</c:v>
                </c:pt>
                <c:pt idx="319">
                  <c:v>20.86</c:v>
                </c:pt>
                <c:pt idx="320">
                  <c:v>20.86</c:v>
                </c:pt>
                <c:pt idx="321">
                  <c:v>20.86</c:v>
                </c:pt>
                <c:pt idx="322">
                  <c:v>20.86</c:v>
                </c:pt>
                <c:pt idx="323">
                  <c:v>20.86</c:v>
                </c:pt>
                <c:pt idx="324">
                  <c:v>20.86</c:v>
                </c:pt>
                <c:pt idx="325">
                  <c:v>20.86</c:v>
                </c:pt>
                <c:pt idx="326">
                  <c:v>20.86</c:v>
                </c:pt>
                <c:pt idx="327">
                  <c:v>20.86</c:v>
                </c:pt>
                <c:pt idx="328">
                  <c:v>20.86</c:v>
                </c:pt>
                <c:pt idx="329">
                  <c:v>20.86</c:v>
                </c:pt>
                <c:pt idx="330">
                  <c:v>20.86</c:v>
                </c:pt>
                <c:pt idx="331">
                  <c:v>20.86</c:v>
                </c:pt>
                <c:pt idx="332">
                  <c:v>20.86</c:v>
                </c:pt>
                <c:pt idx="333">
                  <c:v>20.86</c:v>
                </c:pt>
                <c:pt idx="334">
                  <c:v>20.86</c:v>
                </c:pt>
                <c:pt idx="335">
                  <c:v>20.86</c:v>
                </c:pt>
                <c:pt idx="336">
                  <c:v>20.86</c:v>
                </c:pt>
                <c:pt idx="337">
                  <c:v>20.86</c:v>
                </c:pt>
                <c:pt idx="338">
                  <c:v>20.86</c:v>
                </c:pt>
                <c:pt idx="339">
                  <c:v>20.86</c:v>
                </c:pt>
                <c:pt idx="340">
                  <c:v>20.86</c:v>
                </c:pt>
                <c:pt idx="341">
                  <c:v>20.86</c:v>
                </c:pt>
                <c:pt idx="342">
                  <c:v>20.86</c:v>
                </c:pt>
                <c:pt idx="343">
                  <c:v>20.86</c:v>
                </c:pt>
                <c:pt idx="344">
                  <c:v>20.86</c:v>
                </c:pt>
                <c:pt idx="345">
                  <c:v>20.86</c:v>
                </c:pt>
                <c:pt idx="346">
                  <c:v>20.86</c:v>
                </c:pt>
                <c:pt idx="347">
                  <c:v>20.86</c:v>
                </c:pt>
                <c:pt idx="348">
                  <c:v>20.86</c:v>
                </c:pt>
                <c:pt idx="349">
                  <c:v>20.86</c:v>
                </c:pt>
                <c:pt idx="350">
                  <c:v>20.86</c:v>
                </c:pt>
                <c:pt idx="351">
                  <c:v>20.86</c:v>
                </c:pt>
                <c:pt idx="352">
                  <c:v>20.86</c:v>
                </c:pt>
                <c:pt idx="353">
                  <c:v>20.86</c:v>
                </c:pt>
                <c:pt idx="354">
                  <c:v>20.86</c:v>
                </c:pt>
                <c:pt idx="355">
                  <c:v>20.86</c:v>
                </c:pt>
                <c:pt idx="356">
                  <c:v>20.86</c:v>
                </c:pt>
                <c:pt idx="357">
                  <c:v>20.86</c:v>
                </c:pt>
                <c:pt idx="358">
                  <c:v>20.86</c:v>
                </c:pt>
                <c:pt idx="359">
                  <c:v>20.86</c:v>
                </c:pt>
                <c:pt idx="360">
                  <c:v>20.86</c:v>
                </c:pt>
                <c:pt idx="361">
                  <c:v>20.86</c:v>
                </c:pt>
                <c:pt idx="362">
                  <c:v>20.86</c:v>
                </c:pt>
                <c:pt idx="363">
                  <c:v>20.86</c:v>
                </c:pt>
                <c:pt idx="364">
                  <c:v>20.86</c:v>
                </c:pt>
                <c:pt idx="365">
                  <c:v>20.86</c:v>
                </c:pt>
                <c:pt idx="366">
                  <c:v>20.86</c:v>
                </c:pt>
                <c:pt idx="367">
                  <c:v>20.86</c:v>
                </c:pt>
                <c:pt idx="368">
                  <c:v>20.86</c:v>
                </c:pt>
                <c:pt idx="369">
                  <c:v>20.86</c:v>
                </c:pt>
                <c:pt idx="370">
                  <c:v>20.86</c:v>
                </c:pt>
                <c:pt idx="371">
                  <c:v>20.86</c:v>
                </c:pt>
                <c:pt idx="372">
                  <c:v>20.86</c:v>
                </c:pt>
                <c:pt idx="373">
                  <c:v>20.86</c:v>
                </c:pt>
                <c:pt idx="374">
                  <c:v>20.86</c:v>
                </c:pt>
                <c:pt idx="375">
                  <c:v>20.86</c:v>
                </c:pt>
                <c:pt idx="376">
                  <c:v>20.86</c:v>
                </c:pt>
                <c:pt idx="377">
                  <c:v>20.86</c:v>
                </c:pt>
                <c:pt idx="378">
                  <c:v>20.86</c:v>
                </c:pt>
                <c:pt idx="379">
                  <c:v>20.86</c:v>
                </c:pt>
                <c:pt idx="380">
                  <c:v>20.86</c:v>
                </c:pt>
                <c:pt idx="381">
                  <c:v>20.86</c:v>
                </c:pt>
                <c:pt idx="382">
                  <c:v>20.86</c:v>
                </c:pt>
                <c:pt idx="383">
                  <c:v>20.86</c:v>
                </c:pt>
                <c:pt idx="384">
                  <c:v>20.86</c:v>
                </c:pt>
                <c:pt idx="385">
                  <c:v>20.86</c:v>
                </c:pt>
                <c:pt idx="386">
                  <c:v>20.86</c:v>
                </c:pt>
                <c:pt idx="387">
                  <c:v>20.86</c:v>
                </c:pt>
                <c:pt idx="388">
                  <c:v>20.86</c:v>
                </c:pt>
                <c:pt idx="389">
                  <c:v>20.86</c:v>
                </c:pt>
                <c:pt idx="390">
                  <c:v>20.86</c:v>
                </c:pt>
                <c:pt idx="391">
                  <c:v>20.86</c:v>
                </c:pt>
                <c:pt idx="392">
                  <c:v>20.86</c:v>
                </c:pt>
                <c:pt idx="393">
                  <c:v>20.86</c:v>
                </c:pt>
                <c:pt idx="394">
                  <c:v>20.86</c:v>
                </c:pt>
                <c:pt idx="395">
                  <c:v>20.86</c:v>
                </c:pt>
                <c:pt idx="396">
                  <c:v>20.86</c:v>
                </c:pt>
                <c:pt idx="397">
                  <c:v>20.86</c:v>
                </c:pt>
                <c:pt idx="398">
                  <c:v>20.86</c:v>
                </c:pt>
                <c:pt idx="399">
                  <c:v>20.86</c:v>
                </c:pt>
                <c:pt idx="400">
                  <c:v>20.86</c:v>
                </c:pt>
                <c:pt idx="401">
                  <c:v>20.86</c:v>
                </c:pt>
                <c:pt idx="402">
                  <c:v>20.86</c:v>
                </c:pt>
                <c:pt idx="403">
                  <c:v>20.86</c:v>
                </c:pt>
                <c:pt idx="404">
                  <c:v>20.86</c:v>
                </c:pt>
                <c:pt idx="405">
                  <c:v>20.86</c:v>
                </c:pt>
                <c:pt idx="406">
                  <c:v>20.86</c:v>
                </c:pt>
                <c:pt idx="407">
                  <c:v>20.86</c:v>
                </c:pt>
                <c:pt idx="408">
                  <c:v>20.86</c:v>
                </c:pt>
                <c:pt idx="409">
                  <c:v>20.86</c:v>
                </c:pt>
                <c:pt idx="410">
                  <c:v>20.86</c:v>
                </c:pt>
                <c:pt idx="411">
                  <c:v>20.86</c:v>
                </c:pt>
                <c:pt idx="412">
                  <c:v>20.86</c:v>
                </c:pt>
                <c:pt idx="413">
                  <c:v>20.86</c:v>
                </c:pt>
                <c:pt idx="414">
                  <c:v>20.86</c:v>
                </c:pt>
                <c:pt idx="415">
                  <c:v>20.86</c:v>
                </c:pt>
                <c:pt idx="416">
                  <c:v>20.86</c:v>
                </c:pt>
                <c:pt idx="417">
                  <c:v>20.86</c:v>
                </c:pt>
                <c:pt idx="418">
                  <c:v>20.86</c:v>
                </c:pt>
                <c:pt idx="419">
                  <c:v>20.86</c:v>
                </c:pt>
                <c:pt idx="420">
                  <c:v>20.86</c:v>
                </c:pt>
                <c:pt idx="421">
                  <c:v>20.86</c:v>
                </c:pt>
                <c:pt idx="422">
                  <c:v>20.86</c:v>
                </c:pt>
                <c:pt idx="423">
                  <c:v>20.86</c:v>
                </c:pt>
                <c:pt idx="424">
                  <c:v>20.86</c:v>
                </c:pt>
                <c:pt idx="425">
                  <c:v>20.86</c:v>
                </c:pt>
                <c:pt idx="426">
                  <c:v>20.86</c:v>
                </c:pt>
                <c:pt idx="427">
                  <c:v>20.86</c:v>
                </c:pt>
                <c:pt idx="428">
                  <c:v>20.86</c:v>
                </c:pt>
                <c:pt idx="429">
                  <c:v>20.86</c:v>
                </c:pt>
                <c:pt idx="430">
                  <c:v>20.86</c:v>
                </c:pt>
                <c:pt idx="431">
                  <c:v>20.86</c:v>
                </c:pt>
                <c:pt idx="432">
                  <c:v>20.86</c:v>
                </c:pt>
                <c:pt idx="433">
                  <c:v>20.86</c:v>
                </c:pt>
                <c:pt idx="434">
                  <c:v>20.86</c:v>
                </c:pt>
                <c:pt idx="435">
                  <c:v>20.86</c:v>
                </c:pt>
                <c:pt idx="436">
                  <c:v>20.86</c:v>
                </c:pt>
                <c:pt idx="437">
                  <c:v>20.86</c:v>
                </c:pt>
                <c:pt idx="438">
                  <c:v>20.86</c:v>
                </c:pt>
                <c:pt idx="439">
                  <c:v>20.86</c:v>
                </c:pt>
                <c:pt idx="440">
                  <c:v>20.86</c:v>
                </c:pt>
                <c:pt idx="441">
                  <c:v>20.86</c:v>
                </c:pt>
                <c:pt idx="442">
                  <c:v>20.86</c:v>
                </c:pt>
                <c:pt idx="443">
                  <c:v>20.86</c:v>
                </c:pt>
                <c:pt idx="444">
                  <c:v>20.86</c:v>
                </c:pt>
                <c:pt idx="445">
                  <c:v>20.86</c:v>
                </c:pt>
                <c:pt idx="446">
                  <c:v>20.86</c:v>
                </c:pt>
                <c:pt idx="447">
                  <c:v>20.86</c:v>
                </c:pt>
                <c:pt idx="448">
                  <c:v>20.86</c:v>
                </c:pt>
                <c:pt idx="449">
                  <c:v>20.86</c:v>
                </c:pt>
                <c:pt idx="450">
                  <c:v>20.86</c:v>
                </c:pt>
                <c:pt idx="451">
                  <c:v>20.86</c:v>
                </c:pt>
                <c:pt idx="452">
                  <c:v>20.86</c:v>
                </c:pt>
                <c:pt idx="453">
                  <c:v>20.86</c:v>
                </c:pt>
                <c:pt idx="454">
                  <c:v>20.86</c:v>
                </c:pt>
                <c:pt idx="455">
                  <c:v>20.86</c:v>
                </c:pt>
                <c:pt idx="456">
                  <c:v>20.86</c:v>
                </c:pt>
                <c:pt idx="457">
                  <c:v>20.86</c:v>
                </c:pt>
                <c:pt idx="458">
                  <c:v>20.86</c:v>
                </c:pt>
                <c:pt idx="459">
                  <c:v>20.86</c:v>
                </c:pt>
                <c:pt idx="460">
                  <c:v>20.86</c:v>
                </c:pt>
                <c:pt idx="461">
                  <c:v>20.86</c:v>
                </c:pt>
                <c:pt idx="462">
                  <c:v>20.86</c:v>
                </c:pt>
                <c:pt idx="463">
                  <c:v>20.86</c:v>
                </c:pt>
                <c:pt idx="464">
                  <c:v>20.86</c:v>
                </c:pt>
                <c:pt idx="465">
                  <c:v>20.86</c:v>
                </c:pt>
                <c:pt idx="466">
                  <c:v>20.86</c:v>
                </c:pt>
                <c:pt idx="467">
                  <c:v>20.86</c:v>
                </c:pt>
                <c:pt idx="468">
                  <c:v>20.86</c:v>
                </c:pt>
                <c:pt idx="469">
                  <c:v>20.86</c:v>
                </c:pt>
                <c:pt idx="470">
                  <c:v>20.86</c:v>
                </c:pt>
                <c:pt idx="471">
                  <c:v>20.86</c:v>
                </c:pt>
                <c:pt idx="472">
                  <c:v>20.86</c:v>
                </c:pt>
                <c:pt idx="473">
                  <c:v>20.86</c:v>
                </c:pt>
                <c:pt idx="474">
                  <c:v>20.86</c:v>
                </c:pt>
                <c:pt idx="475">
                  <c:v>20.86</c:v>
                </c:pt>
                <c:pt idx="476">
                  <c:v>20.86</c:v>
                </c:pt>
                <c:pt idx="477">
                  <c:v>20.86</c:v>
                </c:pt>
                <c:pt idx="478">
                  <c:v>20.86</c:v>
                </c:pt>
                <c:pt idx="479">
                  <c:v>20.86</c:v>
                </c:pt>
                <c:pt idx="480">
                  <c:v>20.86</c:v>
                </c:pt>
                <c:pt idx="481">
                  <c:v>20.86</c:v>
                </c:pt>
                <c:pt idx="482">
                  <c:v>20.86</c:v>
                </c:pt>
                <c:pt idx="483">
                  <c:v>20.86</c:v>
                </c:pt>
                <c:pt idx="484">
                  <c:v>20.86</c:v>
                </c:pt>
                <c:pt idx="485">
                  <c:v>20.86</c:v>
                </c:pt>
                <c:pt idx="486">
                  <c:v>20.86</c:v>
                </c:pt>
                <c:pt idx="487">
                  <c:v>20.86</c:v>
                </c:pt>
                <c:pt idx="488">
                  <c:v>20.86</c:v>
                </c:pt>
                <c:pt idx="489">
                  <c:v>20.86</c:v>
                </c:pt>
                <c:pt idx="490">
                  <c:v>20.86</c:v>
                </c:pt>
                <c:pt idx="491">
                  <c:v>20.86</c:v>
                </c:pt>
                <c:pt idx="492">
                  <c:v>20.86</c:v>
                </c:pt>
                <c:pt idx="493">
                  <c:v>20.86</c:v>
                </c:pt>
                <c:pt idx="494">
                  <c:v>20.86</c:v>
                </c:pt>
                <c:pt idx="495">
                  <c:v>20.86</c:v>
                </c:pt>
                <c:pt idx="496">
                  <c:v>20.86</c:v>
                </c:pt>
                <c:pt idx="497">
                  <c:v>20.86</c:v>
                </c:pt>
                <c:pt idx="498">
                  <c:v>20.86</c:v>
                </c:pt>
                <c:pt idx="499">
                  <c:v>20.86</c:v>
                </c:pt>
                <c:pt idx="500">
                  <c:v>20.86</c:v>
                </c:pt>
                <c:pt idx="501">
                  <c:v>20.86</c:v>
                </c:pt>
                <c:pt idx="502">
                  <c:v>20.86</c:v>
                </c:pt>
                <c:pt idx="503">
                  <c:v>20.86</c:v>
                </c:pt>
                <c:pt idx="504">
                  <c:v>20.86</c:v>
                </c:pt>
                <c:pt idx="505">
                  <c:v>20.86</c:v>
                </c:pt>
                <c:pt idx="506">
                  <c:v>20.86</c:v>
                </c:pt>
                <c:pt idx="507">
                  <c:v>20.86</c:v>
                </c:pt>
                <c:pt idx="508">
                  <c:v>20.86</c:v>
                </c:pt>
                <c:pt idx="509">
                  <c:v>20.86</c:v>
                </c:pt>
                <c:pt idx="510">
                  <c:v>20.86</c:v>
                </c:pt>
                <c:pt idx="511">
                  <c:v>20.86</c:v>
                </c:pt>
                <c:pt idx="512">
                  <c:v>20.86</c:v>
                </c:pt>
                <c:pt idx="513">
                  <c:v>20.86</c:v>
                </c:pt>
                <c:pt idx="514">
                  <c:v>20.86</c:v>
                </c:pt>
                <c:pt idx="515">
                  <c:v>20.86</c:v>
                </c:pt>
                <c:pt idx="516">
                  <c:v>20.86</c:v>
                </c:pt>
                <c:pt idx="517">
                  <c:v>20.86</c:v>
                </c:pt>
                <c:pt idx="518">
                  <c:v>20.86</c:v>
                </c:pt>
                <c:pt idx="519">
                  <c:v>20.86</c:v>
                </c:pt>
                <c:pt idx="520">
                  <c:v>20.86</c:v>
                </c:pt>
                <c:pt idx="521">
                  <c:v>20.86</c:v>
                </c:pt>
              </c:numCache>
            </c:numRef>
          </c:val>
          <c:smooth val="0"/>
        </c:ser>
        <c:ser>
          <c:idx val="5"/>
          <c:order val="5"/>
          <c:tx>
            <c:strRef>
              <c:f>Sheet1!$G$1</c:f>
              <c:strCache>
                <c:ptCount val="1"/>
                <c:pt idx="0">
                  <c:v>−2σ</c:v>
                </c:pt>
              </c:strCache>
            </c:strRef>
          </c:tx>
          <c:spPr>
            <a:ln w="12700" cap="rnd">
              <a:solidFill>
                <a:srgbClr val="ED7D31"/>
              </a:solidFill>
              <a:prstDash val="sysDot"/>
              <a:round/>
            </a:ln>
          </c:spPr>
          <c:marker>
            <c:symbol val="none"/>
          </c:marker>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Sheet1!$G$2:$G$523</c:f>
              <c:numCache>
                <c:formatCode>General</c:formatCode>
                <c:ptCount val="522"/>
                <c:pt idx="0">
                  <c:v>10.18</c:v>
                </c:pt>
                <c:pt idx="1">
                  <c:v>10.18</c:v>
                </c:pt>
                <c:pt idx="2">
                  <c:v>10.18</c:v>
                </c:pt>
                <c:pt idx="3">
                  <c:v>10.18</c:v>
                </c:pt>
                <c:pt idx="4">
                  <c:v>10.18</c:v>
                </c:pt>
                <c:pt idx="5">
                  <c:v>10.18</c:v>
                </c:pt>
                <c:pt idx="6">
                  <c:v>10.18</c:v>
                </c:pt>
                <c:pt idx="7">
                  <c:v>10.18</c:v>
                </c:pt>
                <c:pt idx="8">
                  <c:v>10.18</c:v>
                </c:pt>
                <c:pt idx="9">
                  <c:v>10.18</c:v>
                </c:pt>
                <c:pt idx="10">
                  <c:v>10.18</c:v>
                </c:pt>
                <c:pt idx="11">
                  <c:v>10.18</c:v>
                </c:pt>
                <c:pt idx="12">
                  <c:v>10.18</c:v>
                </c:pt>
                <c:pt idx="13">
                  <c:v>10.18</c:v>
                </c:pt>
                <c:pt idx="14">
                  <c:v>10.18</c:v>
                </c:pt>
                <c:pt idx="15">
                  <c:v>10.18</c:v>
                </c:pt>
                <c:pt idx="16">
                  <c:v>10.18</c:v>
                </c:pt>
                <c:pt idx="17">
                  <c:v>10.18</c:v>
                </c:pt>
                <c:pt idx="18">
                  <c:v>10.18</c:v>
                </c:pt>
                <c:pt idx="19">
                  <c:v>10.18</c:v>
                </c:pt>
                <c:pt idx="20">
                  <c:v>10.18</c:v>
                </c:pt>
                <c:pt idx="21">
                  <c:v>10.18</c:v>
                </c:pt>
                <c:pt idx="22">
                  <c:v>10.18</c:v>
                </c:pt>
                <c:pt idx="23">
                  <c:v>10.18</c:v>
                </c:pt>
                <c:pt idx="24">
                  <c:v>10.18</c:v>
                </c:pt>
                <c:pt idx="25">
                  <c:v>10.18</c:v>
                </c:pt>
                <c:pt idx="26">
                  <c:v>10.18</c:v>
                </c:pt>
                <c:pt idx="27">
                  <c:v>10.18</c:v>
                </c:pt>
                <c:pt idx="28">
                  <c:v>10.18</c:v>
                </c:pt>
                <c:pt idx="29">
                  <c:v>10.18</c:v>
                </c:pt>
                <c:pt idx="30">
                  <c:v>10.18</c:v>
                </c:pt>
                <c:pt idx="31">
                  <c:v>10.18</c:v>
                </c:pt>
                <c:pt idx="32">
                  <c:v>10.18</c:v>
                </c:pt>
                <c:pt idx="33">
                  <c:v>10.18</c:v>
                </c:pt>
                <c:pt idx="34">
                  <c:v>10.18</c:v>
                </c:pt>
                <c:pt idx="35">
                  <c:v>10.18</c:v>
                </c:pt>
                <c:pt idx="36">
                  <c:v>10.18</c:v>
                </c:pt>
                <c:pt idx="37">
                  <c:v>10.18</c:v>
                </c:pt>
                <c:pt idx="38">
                  <c:v>10.18</c:v>
                </c:pt>
                <c:pt idx="39">
                  <c:v>10.18</c:v>
                </c:pt>
                <c:pt idx="40">
                  <c:v>10.18</c:v>
                </c:pt>
                <c:pt idx="41">
                  <c:v>10.18</c:v>
                </c:pt>
                <c:pt idx="42">
                  <c:v>10.18</c:v>
                </c:pt>
                <c:pt idx="43">
                  <c:v>10.18</c:v>
                </c:pt>
                <c:pt idx="44">
                  <c:v>10.18</c:v>
                </c:pt>
                <c:pt idx="45">
                  <c:v>10.18</c:v>
                </c:pt>
                <c:pt idx="46">
                  <c:v>10.18</c:v>
                </c:pt>
                <c:pt idx="47">
                  <c:v>10.18</c:v>
                </c:pt>
                <c:pt idx="48">
                  <c:v>10.18</c:v>
                </c:pt>
                <c:pt idx="49">
                  <c:v>10.18</c:v>
                </c:pt>
                <c:pt idx="50">
                  <c:v>10.18</c:v>
                </c:pt>
                <c:pt idx="51">
                  <c:v>10.18</c:v>
                </c:pt>
                <c:pt idx="52">
                  <c:v>10.18</c:v>
                </c:pt>
                <c:pt idx="53">
                  <c:v>10.18</c:v>
                </c:pt>
                <c:pt idx="54">
                  <c:v>10.18</c:v>
                </c:pt>
                <c:pt idx="55">
                  <c:v>10.18</c:v>
                </c:pt>
                <c:pt idx="56">
                  <c:v>10.18</c:v>
                </c:pt>
                <c:pt idx="57">
                  <c:v>10.18</c:v>
                </c:pt>
                <c:pt idx="58">
                  <c:v>10.18</c:v>
                </c:pt>
                <c:pt idx="59">
                  <c:v>10.18</c:v>
                </c:pt>
                <c:pt idx="60">
                  <c:v>10.18</c:v>
                </c:pt>
                <c:pt idx="61">
                  <c:v>10.18</c:v>
                </c:pt>
                <c:pt idx="62">
                  <c:v>10.18</c:v>
                </c:pt>
                <c:pt idx="63">
                  <c:v>10.18</c:v>
                </c:pt>
                <c:pt idx="64">
                  <c:v>10.18</c:v>
                </c:pt>
                <c:pt idx="65">
                  <c:v>10.18</c:v>
                </c:pt>
                <c:pt idx="66">
                  <c:v>10.18</c:v>
                </c:pt>
                <c:pt idx="67">
                  <c:v>10.18</c:v>
                </c:pt>
                <c:pt idx="68">
                  <c:v>10.18</c:v>
                </c:pt>
                <c:pt idx="69">
                  <c:v>10.18</c:v>
                </c:pt>
                <c:pt idx="70">
                  <c:v>10.18</c:v>
                </c:pt>
                <c:pt idx="71">
                  <c:v>10.18</c:v>
                </c:pt>
                <c:pt idx="72">
                  <c:v>10.18</c:v>
                </c:pt>
                <c:pt idx="73">
                  <c:v>10.18</c:v>
                </c:pt>
                <c:pt idx="74">
                  <c:v>10.18</c:v>
                </c:pt>
                <c:pt idx="75">
                  <c:v>10.18</c:v>
                </c:pt>
                <c:pt idx="76">
                  <c:v>10.18</c:v>
                </c:pt>
                <c:pt idx="77">
                  <c:v>10.18</c:v>
                </c:pt>
                <c:pt idx="78">
                  <c:v>10.18</c:v>
                </c:pt>
                <c:pt idx="79">
                  <c:v>10.18</c:v>
                </c:pt>
                <c:pt idx="80">
                  <c:v>10.18</c:v>
                </c:pt>
                <c:pt idx="81">
                  <c:v>10.18</c:v>
                </c:pt>
                <c:pt idx="82">
                  <c:v>10.18</c:v>
                </c:pt>
                <c:pt idx="83">
                  <c:v>10.18</c:v>
                </c:pt>
                <c:pt idx="84">
                  <c:v>10.18</c:v>
                </c:pt>
                <c:pt idx="85">
                  <c:v>10.18</c:v>
                </c:pt>
                <c:pt idx="86">
                  <c:v>10.18</c:v>
                </c:pt>
                <c:pt idx="87">
                  <c:v>10.18</c:v>
                </c:pt>
                <c:pt idx="88">
                  <c:v>10.18</c:v>
                </c:pt>
                <c:pt idx="89">
                  <c:v>10.18</c:v>
                </c:pt>
                <c:pt idx="90">
                  <c:v>10.18</c:v>
                </c:pt>
                <c:pt idx="91">
                  <c:v>10.18</c:v>
                </c:pt>
                <c:pt idx="92">
                  <c:v>10.18</c:v>
                </c:pt>
                <c:pt idx="93">
                  <c:v>10.18</c:v>
                </c:pt>
                <c:pt idx="94">
                  <c:v>10.18</c:v>
                </c:pt>
                <c:pt idx="95">
                  <c:v>10.18</c:v>
                </c:pt>
                <c:pt idx="96">
                  <c:v>10.18</c:v>
                </c:pt>
                <c:pt idx="97">
                  <c:v>10.18</c:v>
                </c:pt>
                <c:pt idx="98">
                  <c:v>10.18</c:v>
                </c:pt>
                <c:pt idx="99">
                  <c:v>10.18</c:v>
                </c:pt>
                <c:pt idx="100">
                  <c:v>10.18</c:v>
                </c:pt>
                <c:pt idx="101">
                  <c:v>10.18</c:v>
                </c:pt>
                <c:pt idx="102">
                  <c:v>10.18</c:v>
                </c:pt>
                <c:pt idx="103">
                  <c:v>10.18</c:v>
                </c:pt>
                <c:pt idx="104">
                  <c:v>10.18</c:v>
                </c:pt>
                <c:pt idx="105">
                  <c:v>10.18</c:v>
                </c:pt>
                <c:pt idx="106">
                  <c:v>10.18</c:v>
                </c:pt>
                <c:pt idx="107">
                  <c:v>10.18</c:v>
                </c:pt>
                <c:pt idx="108">
                  <c:v>10.18</c:v>
                </c:pt>
                <c:pt idx="109">
                  <c:v>10.18</c:v>
                </c:pt>
                <c:pt idx="110">
                  <c:v>10.18</c:v>
                </c:pt>
                <c:pt idx="111">
                  <c:v>10.18</c:v>
                </c:pt>
                <c:pt idx="112">
                  <c:v>10.18</c:v>
                </c:pt>
                <c:pt idx="113">
                  <c:v>10.18</c:v>
                </c:pt>
                <c:pt idx="114">
                  <c:v>10.18</c:v>
                </c:pt>
                <c:pt idx="115">
                  <c:v>10.18</c:v>
                </c:pt>
                <c:pt idx="116">
                  <c:v>10.18</c:v>
                </c:pt>
                <c:pt idx="117">
                  <c:v>10.18</c:v>
                </c:pt>
                <c:pt idx="118">
                  <c:v>10.18</c:v>
                </c:pt>
                <c:pt idx="119">
                  <c:v>10.18</c:v>
                </c:pt>
                <c:pt idx="120">
                  <c:v>10.18</c:v>
                </c:pt>
                <c:pt idx="121">
                  <c:v>10.18</c:v>
                </c:pt>
                <c:pt idx="122">
                  <c:v>10.18</c:v>
                </c:pt>
                <c:pt idx="123">
                  <c:v>10.18</c:v>
                </c:pt>
                <c:pt idx="124">
                  <c:v>10.18</c:v>
                </c:pt>
                <c:pt idx="125">
                  <c:v>10.18</c:v>
                </c:pt>
                <c:pt idx="126">
                  <c:v>10.18</c:v>
                </c:pt>
                <c:pt idx="127">
                  <c:v>10.18</c:v>
                </c:pt>
                <c:pt idx="128">
                  <c:v>10.18</c:v>
                </c:pt>
                <c:pt idx="129">
                  <c:v>10.18</c:v>
                </c:pt>
                <c:pt idx="130">
                  <c:v>10.18</c:v>
                </c:pt>
                <c:pt idx="131">
                  <c:v>10.18</c:v>
                </c:pt>
                <c:pt idx="132">
                  <c:v>10.18</c:v>
                </c:pt>
                <c:pt idx="133">
                  <c:v>10.18</c:v>
                </c:pt>
                <c:pt idx="134">
                  <c:v>10.18</c:v>
                </c:pt>
                <c:pt idx="135">
                  <c:v>10.18</c:v>
                </c:pt>
                <c:pt idx="136">
                  <c:v>10.18</c:v>
                </c:pt>
                <c:pt idx="137">
                  <c:v>10.18</c:v>
                </c:pt>
                <c:pt idx="138">
                  <c:v>10.18</c:v>
                </c:pt>
                <c:pt idx="139">
                  <c:v>10.18</c:v>
                </c:pt>
                <c:pt idx="140">
                  <c:v>10.18</c:v>
                </c:pt>
                <c:pt idx="141">
                  <c:v>10.18</c:v>
                </c:pt>
                <c:pt idx="142">
                  <c:v>10.18</c:v>
                </c:pt>
                <c:pt idx="143">
                  <c:v>10.18</c:v>
                </c:pt>
                <c:pt idx="144">
                  <c:v>10.18</c:v>
                </c:pt>
                <c:pt idx="145">
                  <c:v>10.18</c:v>
                </c:pt>
                <c:pt idx="146">
                  <c:v>10.18</c:v>
                </c:pt>
                <c:pt idx="147">
                  <c:v>10.18</c:v>
                </c:pt>
                <c:pt idx="148">
                  <c:v>10.18</c:v>
                </c:pt>
                <c:pt idx="149">
                  <c:v>10.18</c:v>
                </c:pt>
                <c:pt idx="150">
                  <c:v>10.18</c:v>
                </c:pt>
                <c:pt idx="151">
                  <c:v>10.18</c:v>
                </c:pt>
                <c:pt idx="152">
                  <c:v>10.18</c:v>
                </c:pt>
                <c:pt idx="153">
                  <c:v>10.18</c:v>
                </c:pt>
                <c:pt idx="154">
                  <c:v>10.18</c:v>
                </c:pt>
                <c:pt idx="155">
                  <c:v>10.18</c:v>
                </c:pt>
                <c:pt idx="156">
                  <c:v>10.18</c:v>
                </c:pt>
                <c:pt idx="157">
                  <c:v>10.18</c:v>
                </c:pt>
                <c:pt idx="158">
                  <c:v>10.18</c:v>
                </c:pt>
                <c:pt idx="159">
                  <c:v>10.18</c:v>
                </c:pt>
                <c:pt idx="160">
                  <c:v>10.18</c:v>
                </c:pt>
                <c:pt idx="161">
                  <c:v>10.18</c:v>
                </c:pt>
                <c:pt idx="162">
                  <c:v>10.18</c:v>
                </c:pt>
                <c:pt idx="163">
                  <c:v>10.18</c:v>
                </c:pt>
                <c:pt idx="164">
                  <c:v>10.18</c:v>
                </c:pt>
                <c:pt idx="165">
                  <c:v>10.18</c:v>
                </c:pt>
                <c:pt idx="166">
                  <c:v>10.18</c:v>
                </c:pt>
                <c:pt idx="167">
                  <c:v>10.18</c:v>
                </c:pt>
                <c:pt idx="168">
                  <c:v>10.18</c:v>
                </c:pt>
                <c:pt idx="169">
                  <c:v>10.18</c:v>
                </c:pt>
                <c:pt idx="170">
                  <c:v>10.18</c:v>
                </c:pt>
                <c:pt idx="171">
                  <c:v>10.18</c:v>
                </c:pt>
                <c:pt idx="172">
                  <c:v>10.18</c:v>
                </c:pt>
                <c:pt idx="173">
                  <c:v>10.18</c:v>
                </c:pt>
                <c:pt idx="174">
                  <c:v>10.18</c:v>
                </c:pt>
                <c:pt idx="175">
                  <c:v>10.18</c:v>
                </c:pt>
                <c:pt idx="176">
                  <c:v>10.18</c:v>
                </c:pt>
                <c:pt idx="177">
                  <c:v>10.18</c:v>
                </c:pt>
                <c:pt idx="178">
                  <c:v>10.18</c:v>
                </c:pt>
                <c:pt idx="179">
                  <c:v>10.18</c:v>
                </c:pt>
                <c:pt idx="180">
                  <c:v>10.18</c:v>
                </c:pt>
                <c:pt idx="181">
                  <c:v>10.18</c:v>
                </c:pt>
                <c:pt idx="182">
                  <c:v>10.18</c:v>
                </c:pt>
                <c:pt idx="183">
                  <c:v>10.18</c:v>
                </c:pt>
                <c:pt idx="184">
                  <c:v>10.18</c:v>
                </c:pt>
                <c:pt idx="185">
                  <c:v>10.18</c:v>
                </c:pt>
                <c:pt idx="186">
                  <c:v>10.18</c:v>
                </c:pt>
                <c:pt idx="187">
                  <c:v>10.18</c:v>
                </c:pt>
                <c:pt idx="188">
                  <c:v>10.18</c:v>
                </c:pt>
                <c:pt idx="189">
                  <c:v>10.18</c:v>
                </c:pt>
                <c:pt idx="190">
                  <c:v>10.18</c:v>
                </c:pt>
                <c:pt idx="191">
                  <c:v>10.18</c:v>
                </c:pt>
                <c:pt idx="192">
                  <c:v>10.18</c:v>
                </c:pt>
                <c:pt idx="193">
                  <c:v>10.18</c:v>
                </c:pt>
                <c:pt idx="194">
                  <c:v>10.18</c:v>
                </c:pt>
                <c:pt idx="195">
                  <c:v>10.18</c:v>
                </c:pt>
                <c:pt idx="196">
                  <c:v>10.18</c:v>
                </c:pt>
                <c:pt idx="197">
                  <c:v>10.18</c:v>
                </c:pt>
                <c:pt idx="198">
                  <c:v>10.18</c:v>
                </c:pt>
                <c:pt idx="199">
                  <c:v>10.18</c:v>
                </c:pt>
                <c:pt idx="200">
                  <c:v>10.18</c:v>
                </c:pt>
                <c:pt idx="201">
                  <c:v>10.18</c:v>
                </c:pt>
                <c:pt idx="202">
                  <c:v>10.18</c:v>
                </c:pt>
                <c:pt idx="203">
                  <c:v>10.18</c:v>
                </c:pt>
                <c:pt idx="204">
                  <c:v>10.18</c:v>
                </c:pt>
                <c:pt idx="205">
                  <c:v>10.18</c:v>
                </c:pt>
                <c:pt idx="206">
                  <c:v>10.18</c:v>
                </c:pt>
                <c:pt idx="207">
                  <c:v>10.18</c:v>
                </c:pt>
                <c:pt idx="208">
                  <c:v>10.18</c:v>
                </c:pt>
                <c:pt idx="209">
                  <c:v>10.18</c:v>
                </c:pt>
                <c:pt idx="210">
                  <c:v>10.18</c:v>
                </c:pt>
                <c:pt idx="211">
                  <c:v>10.18</c:v>
                </c:pt>
                <c:pt idx="212">
                  <c:v>10.18</c:v>
                </c:pt>
                <c:pt idx="213">
                  <c:v>10.18</c:v>
                </c:pt>
                <c:pt idx="214">
                  <c:v>10.18</c:v>
                </c:pt>
                <c:pt idx="215">
                  <c:v>10.18</c:v>
                </c:pt>
                <c:pt idx="216">
                  <c:v>10.18</c:v>
                </c:pt>
                <c:pt idx="217">
                  <c:v>10.18</c:v>
                </c:pt>
                <c:pt idx="218">
                  <c:v>10.18</c:v>
                </c:pt>
                <c:pt idx="219">
                  <c:v>10.18</c:v>
                </c:pt>
                <c:pt idx="220">
                  <c:v>10.18</c:v>
                </c:pt>
                <c:pt idx="221">
                  <c:v>10.18</c:v>
                </c:pt>
                <c:pt idx="222">
                  <c:v>10.18</c:v>
                </c:pt>
                <c:pt idx="223">
                  <c:v>10.18</c:v>
                </c:pt>
                <c:pt idx="224">
                  <c:v>10.18</c:v>
                </c:pt>
                <c:pt idx="225">
                  <c:v>10.18</c:v>
                </c:pt>
                <c:pt idx="226">
                  <c:v>10.18</c:v>
                </c:pt>
                <c:pt idx="227">
                  <c:v>10.18</c:v>
                </c:pt>
                <c:pt idx="228">
                  <c:v>10.18</c:v>
                </c:pt>
                <c:pt idx="229">
                  <c:v>10.18</c:v>
                </c:pt>
                <c:pt idx="230">
                  <c:v>10.18</c:v>
                </c:pt>
                <c:pt idx="231">
                  <c:v>10.18</c:v>
                </c:pt>
                <c:pt idx="232">
                  <c:v>10.18</c:v>
                </c:pt>
                <c:pt idx="233">
                  <c:v>10.18</c:v>
                </c:pt>
                <c:pt idx="234">
                  <c:v>10.18</c:v>
                </c:pt>
                <c:pt idx="235">
                  <c:v>10.18</c:v>
                </c:pt>
                <c:pt idx="236">
                  <c:v>10.18</c:v>
                </c:pt>
                <c:pt idx="237">
                  <c:v>10.18</c:v>
                </c:pt>
                <c:pt idx="238">
                  <c:v>10.18</c:v>
                </c:pt>
                <c:pt idx="239">
                  <c:v>10.18</c:v>
                </c:pt>
                <c:pt idx="240">
                  <c:v>10.18</c:v>
                </c:pt>
                <c:pt idx="241">
                  <c:v>10.18</c:v>
                </c:pt>
                <c:pt idx="242">
                  <c:v>10.18</c:v>
                </c:pt>
                <c:pt idx="243">
                  <c:v>10.18</c:v>
                </c:pt>
                <c:pt idx="244">
                  <c:v>10.18</c:v>
                </c:pt>
                <c:pt idx="245">
                  <c:v>10.18</c:v>
                </c:pt>
                <c:pt idx="246">
                  <c:v>10.18</c:v>
                </c:pt>
                <c:pt idx="247">
                  <c:v>10.18</c:v>
                </c:pt>
                <c:pt idx="248">
                  <c:v>10.18</c:v>
                </c:pt>
                <c:pt idx="249">
                  <c:v>10.18</c:v>
                </c:pt>
                <c:pt idx="250">
                  <c:v>10.18</c:v>
                </c:pt>
                <c:pt idx="251">
                  <c:v>10.18</c:v>
                </c:pt>
                <c:pt idx="252">
                  <c:v>10.18</c:v>
                </c:pt>
                <c:pt idx="253">
                  <c:v>10.18</c:v>
                </c:pt>
                <c:pt idx="254">
                  <c:v>10.18</c:v>
                </c:pt>
                <c:pt idx="255">
                  <c:v>10.18</c:v>
                </c:pt>
                <c:pt idx="256">
                  <c:v>10.18</c:v>
                </c:pt>
                <c:pt idx="257">
                  <c:v>10.18</c:v>
                </c:pt>
                <c:pt idx="258">
                  <c:v>10.18</c:v>
                </c:pt>
                <c:pt idx="259">
                  <c:v>10.18</c:v>
                </c:pt>
                <c:pt idx="260">
                  <c:v>10.18</c:v>
                </c:pt>
                <c:pt idx="261">
                  <c:v>10.18</c:v>
                </c:pt>
                <c:pt idx="262">
                  <c:v>10.18</c:v>
                </c:pt>
                <c:pt idx="263">
                  <c:v>10.18</c:v>
                </c:pt>
                <c:pt idx="264">
                  <c:v>10.18</c:v>
                </c:pt>
                <c:pt idx="265">
                  <c:v>10.18</c:v>
                </c:pt>
                <c:pt idx="266">
                  <c:v>10.18</c:v>
                </c:pt>
                <c:pt idx="267">
                  <c:v>10.18</c:v>
                </c:pt>
                <c:pt idx="268">
                  <c:v>10.18</c:v>
                </c:pt>
                <c:pt idx="269">
                  <c:v>10.18</c:v>
                </c:pt>
                <c:pt idx="270">
                  <c:v>10.18</c:v>
                </c:pt>
                <c:pt idx="271">
                  <c:v>10.18</c:v>
                </c:pt>
                <c:pt idx="272">
                  <c:v>10.18</c:v>
                </c:pt>
                <c:pt idx="273">
                  <c:v>10.18</c:v>
                </c:pt>
                <c:pt idx="274">
                  <c:v>10.18</c:v>
                </c:pt>
                <c:pt idx="275">
                  <c:v>10.18</c:v>
                </c:pt>
                <c:pt idx="276">
                  <c:v>10.18</c:v>
                </c:pt>
                <c:pt idx="277">
                  <c:v>10.18</c:v>
                </c:pt>
                <c:pt idx="278">
                  <c:v>10.18</c:v>
                </c:pt>
                <c:pt idx="279">
                  <c:v>10.18</c:v>
                </c:pt>
                <c:pt idx="280">
                  <c:v>10.18</c:v>
                </c:pt>
                <c:pt idx="281">
                  <c:v>10.18</c:v>
                </c:pt>
                <c:pt idx="282">
                  <c:v>10.18</c:v>
                </c:pt>
                <c:pt idx="283">
                  <c:v>10.18</c:v>
                </c:pt>
                <c:pt idx="284">
                  <c:v>10.18</c:v>
                </c:pt>
                <c:pt idx="285">
                  <c:v>10.18</c:v>
                </c:pt>
                <c:pt idx="286">
                  <c:v>10.18</c:v>
                </c:pt>
                <c:pt idx="287">
                  <c:v>10.18</c:v>
                </c:pt>
                <c:pt idx="288">
                  <c:v>10.18</c:v>
                </c:pt>
                <c:pt idx="289">
                  <c:v>10.18</c:v>
                </c:pt>
                <c:pt idx="290">
                  <c:v>10.18</c:v>
                </c:pt>
                <c:pt idx="291">
                  <c:v>10.18</c:v>
                </c:pt>
                <c:pt idx="292">
                  <c:v>10.18</c:v>
                </c:pt>
                <c:pt idx="293">
                  <c:v>10.18</c:v>
                </c:pt>
                <c:pt idx="294">
                  <c:v>10.18</c:v>
                </c:pt>
                <c:pt idx="295">
                  <c:v>10.18</c:v>
                </c:pt>
                <c:pt idx="296">
                  <c:v>10.18</c:v>
                </c:pt>
                <c:pt idx="297">
                  <c:v>10.18</c:v>
                </c:pt>
                <c:pt idx="298">
                  <c:v>10.18</c:v>
                </c:pt>
                <c:pt idx="299">
                  <c:v>10.18</c:v>
                </c:pt>
                <c:pt idx="300">
                  <c:v>10.18</c:v>
                </c:pt>
                <c:pt idx="301">
                  <c:v>10.18</c:v>
                </c:pt>
                <c:pt idx="302">
                  <c:v>10.18</c:v>
                </c:pt>
                <c:pt idx="303">
                  <c:v>10.18</c:v>
                </c:pt>
                <c:pt idx="304">
                  <c:v>10.18</c:v>
                </c:pt>
                <c:pt idx="305">
                  <c:v>10.18</c:v>
                </c:pt>
                <c:pt idx="306">
                  <c:v>10.18</c:v>
                </c:pt>
                <c:pt idx="307">
                  <c:v>10.18</c:v>
                </c:pt>
                <c:pt idx="308">
                  <c:v>10.18</c:v>
                </c:pt>
                <c:pt idx="309">
                  <c:v>10.18</c:v>
                </c:pt>
                <c:pt idx="310">
                  <c:v>10.18</c:v>
                </c:pt>
                <c:pt idx="311">
                  <c:v>10.18</c:v>
                </c:pt>
                <c:pt idx="312">
                  <c:v>10.18</c:v>
                </c:pt>
                <c:pt idx="313">
                  <c:v>10.18</c:v>
                </c:pt>
                <c:pt idx="314">
                  <c:v>10.18</c:v>
                </c:pt>
                <c:pt idx="315">
                  <c:v>10.18</c:v>
                </c:pt>
                <c:pt idx="316">
                  <c:v>10.18</c:v>
                </c:pt>
                <c:pt idx="317">
                  <c:v>10.18</c:v>
                </c:pt>
                <c:pt idx="318">
                  <c:v>10.18</c:v>
                </c:pt>
                <c:pt idx="319">
                  <c:v>10.18</c:v>
                </c:pt>
                <c:pt idx="320">
                  <c:v>10.18</c:v>
                </c:pt>
                <c:pt idx="321">
                  <c:v>10.18</c:v>
                </c:pt>
                <c:pt idx="322">
                  <c:v>10.18</c:v>
                </c:pt>
                <c:pt idx="323">
                  <c:v>10.18</c:v>
                </c:pt>
                <c:pt idx="324">
                  <c:v>10.18</c:v>
                </c:pt>
                <c:pt idx="325">
                  <c:v>10.18</c:v>
                </c:pt>
                <c:pt idx="326">
                  <c:v>10.18</c:v>
                </c:pt>
                <c:pt idx="327">
                  <c:v>10.18</c:v>
                </c:pt>
                <c:pt idx="328">
                  <c:v>10.18</c:v>
                </c:pt>
                <c:pt idx="329">
                  <c:v>10.18</c:v>
                </c:pt>
                <c:pt idx="330">
                  <c:v>10.18</c:v>
                </c:pt>
                <c:pt idx="331">
                  <c:v>10.18</c:v>
                </c:pt>
                <c:pt idx="332">
                  <c:v>10.18</c:v>
                </c:pt>
                <c:pt idx="333">
                  <c:v>10.18</c:v>
                </c:pt>
                <c:pt idx="334">
                  <c:v>10.18</c:v>
                </c:pt>
                <c:pt idx="335">
                  <c:v>10.18</c:v>
                </c:pt>
                <c:pt idx="336">
                  <c:v>10.18</c:v>
                </c:pt>
                <c:pt idx="337">
                  <c:v>10.18</c:v>
                </c:pt>
                <c:pt idx="338">
                  <c:v>10.18</c:v>
                </c:pt>
                <c:pt idx="339">
                  <c:v>10.18</c:v>
                </c:pt>
                <c:pt idx="340">
                  <c:v>10.18</c:v>
                </c:pt>
                <c:pt idx="341">
                  <c:v>10.18</c:v>
                </c:pt>
                <c:pt idx="342">
                  <c:v>10.18</c:v>
                </c:pt>
                <c:pt idx="343">
                  <c:v>10.18</c:v>
                </c:pt>
                <c:pt idx="344">
                  <c:v>10.18</c:v>
                </c:pt>
                <c:pt idx="345">
                  <c:v>10.18</c:v>
                </c:pt>
                <c:pt idx="346">
                  <c:v>10.18</c:v>
                </c:pt>
                <c:pt idx="347">
                  <c:v>10.18</c:v>
                </c:pt>
                <c:pt idx="348">
                  <c:v>10.18</c:v>
                </c:pt>
                <c:pt idx="349">
                  <c:v>10.18</c:v>
                </c:pt>
                <c:pt idx="350">
                  <c:v>10.18</c:v>
                </c:pt>
                <c:pt idx="351">
                  <c:v>10.18</c:v>
                </c:pt>
                <c:pt idx="352">
                  <c:v>10.18</c:v>
                </c:pt>
                <c:pt idx="353">
                  <c:v>10.18</c:v>
                </c:pt>
                <c:pt idx="354">
                  <c:v>10.18</c:v>
                </c:pt>
                <c:pt idx="355">
                  <c:v>10.18</c:v>
                </c:pt>
                <c:pt idx="356">
                  <c:v>10.18</c:v>
                </c:pt>
                <c:pt idx="357">
                  <c:v>10.18</c:v>
                </c:pt>
                <c:pt idx="358">
                  <c:v>10.18</c:v>
                </c:pt>
                <c:pt idx="359">
                  <c:v>10.18</c:v>
                </c:pt>
                <c:pt idx="360">
                  <c:v>10.18</c:v>
                </c:pt>
                <c:pt idx="361">
                  <c:v>10.18</c:v>
                </c:pt>
                <c:pt idx="362">
                  <c:v>10.18</c:v>
                </c:pt>
                <c:pt idx="363">
                  <c:v>10.18</c:v>
                </c:pt>
                <c:pt idx="364">
                  <c:v>10.18</c:v>
                </c:pt>
                <c:pt idx="365">
                  <c:v>10.18</c:v>
                </c:pt>
                <c:pt idx="366">
                  <c:v>10.18</c:v>
                </c:pt>
                <c:pt idx="367">
                  <c:v>10.18</c:v>
                </c:pt>
                <c:pt idx="368">
                  <c:v>10.18</c:v>
                </c:pt>
                <c:pt idx="369">
                  <c:v>10.18</c:v>
                </c:pt>
                <c:pt idx="370">
                  <c:v>10.18</c:v>
                </c:pt>
                <c:pt idx="371">
                  <c:v>10.18</c:v>
                </c:pt>
                <c:pt idx="372">
                  <c:v>10.18</c:v>
                </c:pt>
                <c:pt idx="373">
                  <c:v>10.18</c:v>
                </c:pt>
                <c:pt idx="374">
                  <c:v>10.18</c:v>
                </c:pt>
                <c:pt idx="375">
                  <c:v>10.18</c:v>
                </c:pt>
                <c:pt idx="376">
                  <c:v>10.18</c:v>
                </c:pt>
                <c:pt idx="377">
                  <c:v>10.18</c:v>
                </c:pt>
                <c:pt idx="378">
                  <c:v>10.18</c:v>
                </c:pt>
                <c:pt idx="379">
                  <c:v>10.18</c:v>
                </c:pt>
                <c:pt idx="380">
                  <c:v>10.18</c:v>
                </c:pt>
                <c:pt idx="381">
                  <c:v>10.18</c:v>
                </c:pt>
                <c:pt idx="382">
                  <c:v>10.18</c:v>
                </c:pt>
                <c:pt idx="383">
                  <c:v>10.18</c:v>
                </c:pt>
                <c:pt idx="384">
                  <c:v>10.18</c:v>
                </c:pt>
                <c:pt idx="385">
                  <c:v>10.18</c:v>
                </c:pt>
                <c:pt idx="386">
                  <c:v>10.18</c:v>
                </c:pt>
                <c:pt idx="387">
                  <c:v>10.18</c:v>
                </c:pt>
                <c:pt idx="388">
                  <c:v>10.18</c:v>
                </c:pt>
                <c:pt idx="389">
                  <c:v>10.18</c:v>
                </c:pt>
                <c:pt idx="390">
                  <c:v>10.18</c:v>
                </c:pt>
                <c:pt idx="391">
                  <c:v>10.18</c:v>
                </c:pt>
                <c:pt idx="392">
                  <c:v>10.18</c:v>
                </c:pt>
                <c:pt idx="393">
                  <c:v>10.18</c:v>
                </c:pt>
                <c:pt idx="394">
                  <c:v>10.18</c:v>
                </c:pt>
                <c:pt idx="395">
                  <c:v>10.18</c:v>
                </c:pt>
                <c:pt idx="396">
                  <c:v>10.18</c:v>
                </c:pt>
                <c:pt idx="397">
                  <c:v>10.18</c:v>
                </c:pt>
                <c:pt idx="398">
                  <c:v>10.18</c:v>
                </c:pt>
                <c:pt idx="399">
                  <c:v>10.18</c:v>
                </c:pt>
                <c:pt idx="400">
                  <c:v>10.18</c:v>
                </c:pt>
                <c:pt idx="401">
                  <c:v>10.18</c:v>
                </c:pt>
                <c:pt idx="402">
                  <c:v>10.18</c:v>
                </c:pt>
                <c:pt idx="403">
                  <c:v>10.18</c:v>
                </c:pt>
                <c:pt idx="404">
                  <c:v>10.18</c:v>
                </c:pt>
                <c:pt idx="405">
                  <c:v>10.18</c:v>
                </c:pt>
                <c:pt idx="406">
                  <c:v>10.18</c:v>
                </c:pt>
                <c:pt idx="407">
                  <c:v>10.18</c:v>
                </c:pt>
                <c:pt idx="408">
                  <c:v>10.18</c:v>
                </c:pt>
                <c:pt idx="409">
                  <c:v>10.18</c:v>
                </c:pt>
                <c:pt idx="410">
                  <c:v>10.18</c:v>
                </c:pt>
                <c:pt idx="411">
                  <c:v>10.18</c:v>
                </c:pt>
                <c:pt idx="412">
                  <c:v>10.18</c:v>
                </c:pt>
                <c:pt idx="413">
                  <c:v>10.18</c:v>
                </c:pt>
                <c:pt idx="414">
                  <c:v>10.18</c:v>
                </c:pt>
                <c:pt idx="415">
                  <c:v>10.18</c:v>
                </c:pt>
                <c:pt idx="416">
                  <c:v>10.18</c:v>
                </c:pt>
                <c:pt idx="417">
                  <c:v>10.18</c:v>
                </c:pt>
                <c:pt idx="418">
                  <c:v>10.18</c:v>
                </c:pt>
                <c:pt idx="419">
                  <c:v>10.18</c:v>
                </c:pt>
                <c:pt idx="420">
                  <c:v>10.18</c:v>
                </c:pt>
                <c:pt idx="421">
                  <c:v>10.18</c:v>
                </c:pt>
                <c:pt idx="422">
                  <c:v>10.18</c:v>
                </c:pt>
                <c:pt idx="423">
                  <c:v>10.18</c:v>
                </c:pt>
                <c:pt idx="424">
                  <c:v>10.18</c:v>
                </c:pt>
                <c:pt idx="425">
                  <c:v>10.18</c:v>
                </c:pt>
                <c:pt idx="426">
                  <c:v>10.18</c:v>
                </c:pt>
                <c:pt idx="427">
                  <c:v>10.18</c:v>
                </c:pt>
                <c:pt idx="428">
                  <c:v>10.18</c:v>
                </c:pt>
                <c:pt idx="429">
                  <c:v>10.18</c:v>
                </c:pt>
                <c:pt idx="430">
                  <c:v>10.18</c:v>
                </c:pt>
                <c:pt idx="431">
                  <c:v>10.18</c:v>
                </c:pt>
                <c:pt idx="432">
                  <c:v>10.18</c:v>
                </c:pt>
                <c:pt idx="433">
                  <c:v>10.18</c:v>
                </c:pt>
                <c:pt idx="434">
                  <c:v>10.18</c:v>
                </c:pt>
                <c:pt idx="435">
                  <c:v>10.18</c:v>
                </c:pt>
                <c:pt idx="436">
                  <c:v>10.18</c:v>
                </c:pt>
                <c:pt idx="437">
                  <c:v>10.18</c:v>
                </c:pt>
                <c:pt idx="438">
                  <c:v>10.18</c:v>
                </c:pt>
                <c:pt idx="439">
                  <c:v>10.18</c:v>
                </c:pt>
                <c:pt idx="440">
                  <c:v>10.18</c:v>
                </c:pt>
                <c:pt idx="441">
                  <c:v>10.18</c:v>
                </c:pt>
                <c:pt idx="442">
                  <c:v>10.18</c:v>
                </c:pt>
                <c:pt idx="443">
                  <c:v>10.18</c:v>
                </c:pt>
                <c:pt idx="444">
                  <c:v>10.18</c:v>
                </c:pt>
                <c:pt idx="445">
                  <c:v>10.18</c:v>
                </c:pt>
                <c:pt idx="446">
                  <c:v>10.18</c:v>
                </c:pt>
                <c:pt idx="447">
                  <c:v>10.18</c:v>
                </c:pt>
                <c:pt idx="448">
                  <c:v>10.18</c:v>
                </c:pt>
                <c:pt idx="449">
                  <c:v>10.18</c:v>
                </c:pt>
                <c:pt idx="450">
                  <c:v>10.18</c:v>
                </c:pt>
                <c:pt idx="451">
                  <c:v>10.18</c:v>
                </c:pt>
                <c:pt idx="452">
                  <c:v>10.18</c:v>
                </c:pt>
                <c:pt idx="453">
                  <c:v>10.18</c:v>
                </c:pt>
                <c:pt idx="454">
                  <c:v>10.18</c:v>
                </c:pt>
                <c:pt idx="455">
                  <c:v>10.18</c:v>
                </c:pt>
                <c:pt idx="456">
                  <c:v>10.18</c:v>
                </c:pt>
                <c:pt idx="457">
                  <c:v>10.18</c:v>
                </c:pt>
                <c:pt idx="458">
                  <c:v>10.18</c:v>
                </c:pt>
                <c:pt idx="459">
                  <c:v>10.18</c:v>
                </c:pt>
                <c:pt idx="460">
                  <c:v>10.18</c:v>
                </c:pt>
                <c:pt idx="461">
                  <c:v>10.18</c:v>
                </c:pt>
                <c:pt idx="462">
                  <c:v>10.18</c:v>
                </c:pt>
                <c:pt idx="463">
                  <c:v>10.18</c:v>
                </c:pt>
                <c:pt idx="464">
                  <c:v>10.18</c:v>
                </c:pt>
                <c:pt idx="465">
                  <c:v>10.18</c:v>
                </c:pt>
                <c:pt idx="466">
                  <c:v>10.18</c:v>
                </c:pt>
                <c:pt idx="467">
                  <c:v>10.18</c:v>
                </c:pt>
                <c:pt idx="468">
                  <c:v>10.18</c:v>
                </c:pt>
                <c:pt idx="469">
                  <c:v>10.18</c:v>
                </c:pt>
                <c:pt idx="470">
                  <c:v>10.18</c:v>
                </c:pt>
                <c:pt idx="471">
                  <c:v>10.18</c:v>
                </c:pt>
                <c:pt idx="472">
                  <c:v>10.18</c:v>
                </c:pt>
                <c:pt idx="473">
                  <c:v>10.18</c:v>
                </c:pt>
                <c:pt idx="474">
                  <c:v>10.18</c:v>
                </c:pt>
                <c:pt idx="475">
                  <c:v>10.18</c:v>
                </c:pt>
                <c:pt idx="476">
                  <c:v>10.18</c:v>
                </c:pt>
                <c:pt idx="477">
                  <c:v>10.18</c:v>
                </c:pt>
                <c:pt idx="478">
                  <c:v>10.18</c:v>
                </c:pt>
                <c:pt idx="479">
                  <c:v>10.18</c:v>
                </c:pt>
                <c:pt idx="480">
                  <c:v>10.18</c:v>
                </c:pt>
                <c:pt idx="481">
                  <c:v>10.18</c:v>
                </c:pt>
                <c:pt idx="482">
                  <c:v>10.18</c:v>
                </c:pt>
                <c:pt idx="483">
                  <c:v>10.18</c:v>
                </c:pt>
                <c:pt idx="484">
                  <c:v>10.18</c:v>
                </c:pt>
                <c:pt idx="485">
                  <c:v>10.18</c:v>
                </c:pt>
                <c:pt idx="486">
                  <c:v>10.18</c:v>
                </c:pt>
                <c:pt idx="487">
                  <c:v>10.18</c:v>
                </c:pt>
                <c:pt idx="488">
                  <c:v>10.18</c:v>
                </c:pt>
                <c:pt idx="489">
                  <c:v>10.18</c:v>
                </c:pt>
                <c:pt idx="490">
                  <c:v>10.18</c:v>
                </c:pt>
                <c:pt idx="491">
                  <c:v>10.18</c:v>
                </c:pt>
                <c:pt idx="492">
                  <c:v>10.18</c:v>
                </c:pt>
                <c:pt idx="493">
                  <c:v>10.18</c:v>
                </c:pt>
                <c:pt idx="494">
                  <c:v>10.18</c:v>
                </c:pt>
                <c:pt idx="495">
                  <c:v>10.18</c:v>
                </c:pt>
                <c:pt idx="496">
                  <c:v>10.18</c:v>
                </c:pt>
                <c:pt idx="497">
                  <c:v>10.18</c:v>
                </c:pt>
                <c:pt idx="498">
                  <c:v>10.18</c:v>
                </c:pt>
                <c:pt idx="499">
                  <c:v>10.18</c:v>
                </c:pt>
                <c:pt idx="500">
                  <c:v>10.18</c:v>
                </c:pt>
                <c:pt idx="501">
                  <c:v>10.18</c:v>
                </c:pt>
                <c:pt idx="502">
                  <c:v>10.18</c:v>
                </c:pt>
                <c:pt idx="503">
                  <c:v>10.18</c:v>
                </c:pt>
                <c:pt idx="504">
                  <c:v>10.18</c:v>
                </c:pt>
                <c:pt idx="505">
                  <c:v>10.18</c:v>
                </c:pt>
                <c:pt idx="506">
                  <c:v>10.18</c:v>
                </c:pt>
                <c:pt idx="507">
                  <c:v>10.18</c:v>
                </c:pt>
                <c:pt idx="508">
                  <c:v>10.18</c:v>
                </c:pt>
                <c:pt idx="509">
                  <c:v>10.18</c:v>
                </c:pt>
                <c:pt idx="510">
                  <c:v>10.18</c:v>
                </c:pt>
                <c:pt idx="511">
                  <c:v>10.18</c:v>
                </c:pt>
                <c:pt idx="512">
                  <c:v>10.18</c:v>
                </c:pt>
                <c:pt idx="513">
                  <c:v>10.18</c:v>
                </c:pt>
                <c:pt idx="514">
                  <c:v>10.18</c:v>
                </c:pt>
                <c:pt idx="515">
                  <c:v>10.18</c:v>
                </c:pt>
                <c:pt idx="516">
                  <c:v>10.18</c:v>
                </c:pt>
                <c:pt idx="517">
                  <c:v>10.18</c:v>
                </c:pt>
                <c:pt idx="518">
                  <c:v>10.18</c:v>
                </c:pt>
                <c:pt idx="519">
                  <c:v>10.18</c:v>
                </c:pt>
                <c:pt idx="520">
                  <c:v>10.18</c:v>
                </c:pt>
                <c:pt idx="521">
                  <c:v>10.18</c:v>
                </c:pt>
              </c:numCache>
            </c:numRef>
          </c:val>
          <c:smooth val="0"/>
        </c:ser>
        <c:marker val="1"/>
        <c:axId val="111"/>
        <c:axId val="222"/>
      </c:lineChart>
      <c:dateAx>
        <c:axId val="111"/>
        <c:scaling>
          <c:orientation val="minMax"/>
          <c:max val="46304"/>
          <c:min val="42657"/>
        </c:scaling>
        <c:delete val="0"/>
        <c:axPos val="b"/>
        <c:numFmt formatCode="yyyy" sourceLinked="0"/>
        <c:majorTickMark val="out"/>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222"/>
        <c:crosses val="autoZero"/>
        <c:auto val="1"/>
        <c:lblOffset val="100"/>
        <c:baseTimeUnit val="days"/>
        <c:majorUnit val="2"/>
        <c:majorTimeUnit val="years"/>
      </c:dateAx>
      <c:valAx>
        <c:axId val="222"/>
        <c:scaling>
          <c:orientation val="minMax"/>
          <c:max val="26"/>
          <c:min val="6"/>
        </c:scaling>
        <c:delete val="0"/>
        <c:axPos val="l"/>
        <c:numFmt formatCode="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111"/>
        <c:crosses val="autoZero"/>
        <c:crossBetween val="between"/>
        <c:majorUnit val="4"/>
      </c:valAx>
      <c:spPr>
        <a:noFill/>
        <a:ln>
          <a:noFill/>
        </a:ln>
      </c:spPr>
    </c:plotArea>
    <c:legend>
      <c:legendPos val="t"/>
      <c:legendEntry>
        <c:idx val="3"/>
        <c:delete val="1"/>
      </c:legendEntry>
      <c:legendEntry>
        <c:idx val="5"/>
        <c:delete val="1"/>
      </c:legendEntry>
      <c:layout>
        <c:manualLayout>
          <c:xMode val="edge"/>
          <c:yMode val="edge"/>
          <c:x val="0"/>
          <c:y val="0"/>
          <c:w val="1"/>
          <c:h val="0.12"/>
        </c:manualLayout>
      </c:layout>
      <c:overlay val="0"/>
      <c:txPr>
        <a:bodyPr/>
        <a:lstStyle/>
        <a:p>
          <a:pPr>
            <a:defRPr sz="800" b="1" i="0">
              <a:solidFill>
                <a:srgbClr val="000000"/>
              </a:solidFill>
              <a:latin typeface="Calibri"/>
            </a:defRPr>
          </a:pPr>
          <a:endParaRPr lang="en-US"/>
        </a:p>
      </c:txPr>
    </c:legend>
    <c:plotVisOnly val="1"/>
    <c:dispBlanksAs val="gap"/>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en-US"/>
  <c:roundedCorners val="0"/>
  <c:style val="2"/>
  <c:chart>
    <c:autoTitleDeleted val="1"/>
    <c:plotArea>
      <c:layout>
        <c:manualLayout>
          <c:layoutTarget val="inner"/>
          <c:xMode val="edge"/>
          <c:yMode val="edge"/>
          <c:x val="0.12"/>
          <c:y val="0.2"/>
          <c:w val="0.84"/>
          <c:h val="0.52"/>
        </c:manualLayout>
      </c:layout>
      <c:lineChart>
        <c:grouping val="standard"/>
        <c:varyColors val="0"/>
        <c:ser>
          <c:idx val="0"/>
          <c:order val="0"/>
          <c:tx>
            <c:strRef>
              <c:f>Sheet1!$B$1</c:f>
              <c:strCache>
                <c:ptCount val="1"/>
                <c:pt idx="0">
                  <c:v>UST 10YR real yield, %</c:v>
                </c:pt>
              </c:strCache>
            </c:strRef>
          </c:tx>
          <c:spPr>
            <a:ln w="22225" cap="rnd">
              <a:solidFill>
                <a:srgbClr val="0051A2"/>
              </a:solidFill>
              <a:prstDash val="solid"/>
              <a:round/>
            </a:ln>
          </c:spPr>
          <c:marker>
            <c:symbol val="none"/>
          </c:marker>
          <c:dLbls>
            <c:dLbl>
              <c:idx val="195"/>
              <c:layout>
                <c:manualLayout>
                  <c:x val="-0.12"/>
                  <c:y val="0.08"/>
                </c:manualLayout>
              </c:layout>
              <c:numFmt formatCode="0.0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dLbl>
            <c:spPr>
              <a:noFill/>
              <a:ln>
                <a:noFill/>
              </a:ln>
            </c:spPr>
            <c:showLegendKey val="0"/>
            <c:showVal val="0"/>
            <c:showCatName val="0"/>
            <c:showSerName val="0"/>
            <c:showPercent val="0"/>
            <c:showBubbleSize val="0"/>
          </c:dLbls>
          <c:cat>
            <c:numRef>
              <c:f>Sheet1!$A$2:$A$197</c:f>
              <c:numCache>
                <c:formatCode>dd-mmm-yy</c:formatCode>
                <c:ptCount val="196"/>
                <c:pt idx="0">
                  <c:v>46022</c:v>
                </c:pt>
                <c:pt idx="1">
                  <c:v>46024</c:v>
                </c:pt>
                <c:pt idx="2">
                  <c:v>46027</c:v>
                </c:pt>
                <c:pt idx="3">
                  <c:v>46028</c:v>
                </c:pt>
                <c:pt idx="4">
                  <c:v>46029</c:v>
                </c:pt>
                <c:pt idx="5">
                  <c:v>46030</c:v>
                </c:pt>
                <c:pt idx="6">
                  <c:v>46031</c:v>
                </c:pt>
                <c:pt idx="7">
                  <c:v>46034</c:v>
                </c:pt>
                <c:pt idx="8">
                  <c:v>46035</c:v>
                </c:pt>
                <c:pt idx="9">
                  <c:v>46036</c:v>
                </c:pt>
                <c:pt idx="10">
                  <c:v>46037</c:v>
                </c:pt>
                <c:pt idx="11">
                  <c:v>46038</c:v>
                </c:pt>
                <c:pt idx="12">
                  <c:v>46042</c:v>
                </c:pt>
                <c:pt idx="13">
                  <c:v>46043</c:v>
                </c:pt>
                <c:pt idx="14">
                  <c:v>46044</c:v>
                </c:pt>
                <c:pt idx="15">
                  <c:v>46045</c:v>
                </c:pt>
                <c:pt idx="16">
                  <c:v>46048</c:v>
                </c:pt>
                <c:pt idx="17">
                  <c:v>46049</c:v>
                </c:pt>
                <c:pt idx="18">
                  <c:v>46050</c:v>
                </c:pt>
                <c:pt idx="19">
                  <c:v>46051</c:v>
                </c:pt>
                <c:pt idx="20">
                  <c:v>46052</c:v>
                </c:pt>
                <c:pt idx="21">
                  <c:v>46055</c:v>
                </c:pt>
                <c:pt idx="22">
                  <c:v>46056</c:v>
                </c:pt>
                <c:pt idx="23">
                  <c:v>46057</c:v>
                </c:pt>
                <c:pt idx="24">
                  <c:v>46058</c:v>
                </c:pt>
                <c:pt idx="25">
                  <c:v>46059</c:v>
                </c:pt>
                <c:pt idx="26">
                  <c:v>46062</c:v>
                </c:pt>
                <c:pt idx="27">
                  <c:v>46063</c:v>
                </c:pt>
                <c:pt idx="28">
                  <c:v>46064</c:v>
                </c:pt>
                <c:pt idx="29">
                  <c:v>46065</c:v>
                </c:pt>
                <c:pt idx="30">
                  <c:v>46066</c:v>
                </c:pt>
                <c:pt idx="31">
                  <c:v>46070</c:v>
                </c:pt>
                <c:pt idx="32">
                  <c:v>46071</c:v>
                </c:pt>
                <c:pt idx="33">
                  <c:v>46072</c:v>
                </c:pt>
                <c:pt idx="34">
                  <c:v>46073</c:v>
                </c:pt>
                <c:pt idx="35">
                  <c:v>46076</c:v>
                </c:pt>
                <c:pt idx="36">
                  <c:v>46077</c:v>
                </c:pt>
                <c:pt idx="37">
                  <c:v>46078</c:v>
                </c:pt>
                <c:pt idx="38">
                  <c:v>46079</c:v>
                </c:pt>
                <c:pt idx="39">
                  <c:v>46080</c:v>
                </c:pt>
                <c:pt idx="40">
                  <c:v>46083</c:v>
                </c:pt>
                <c:pt idx="41">
                  <c:v>46084</c:v>
                </c:pt>
                <c:pt idx="42">
                  <c:v>46085</c:v>
                </c:pt>
                <c:pt idx="43">
                  <c:v>46086</c:v>
                </c:pt>
                <c:pt idx="44">
                  <c:v>46087</c:v>
                </c:pt>
                <c:pt idx="45">
                  <c:v>46090</c:v>
                </c:pt>
                <c:pt idx="46">
                  <c:v>46091</c:v>
                </c:pt>
                <c:pt idx="47">
                  <c:v>46092</c:v>
                </c:pt>
                <c:pt idx="48">
                  <c:v>46093</c:v>
                </c:pt>
                <c:pt idx="49">
                  <c:v>46094</c:v>
                </c:pt>
                <c:pt idx="50">
                  <c:v>46097</c:v>
                </c:pt>
                <c:pt idx="51">
                  <c:v>46098</c:v>
                </c:pt>
                <c:pt idx="52">
                  <c:v>46099</c:v>
                </c:pt>
                <c:pt idx="53">
                  <c:v>46100</c:v>
                </c:pt>
                <c:pt idx="54">
                  <c:v>46101</c:v>
                </c:pt>
                <c:pt idx="55">
                  <c:v>46104</c:v>
                </c:pt>
                <c:pt idx="56">
                  <c:v>46105</c:v>
                </c:pt>
                <c:pt idx="57">
                  <c:v>46106</c:v>
                </c:pt>
                <c:pt idx="58">
                  <c:v>46107</c:v>
                </c:pt>
                <c:pt idx="59">
                  <c:v>46108</c:v>
                </c:pt>
                <c:pt idx="60">
                  <c:v>46111</c:v>
                </c:pt>
                <c:pt idx="61">
                  <c:v>46112</c:v>
                </c:pt>
                <c:pt idx="62">
                  <c:v>46113</c:v>
                </c:pt>
                <c:pt idx="63">
                  <c:v>46114</c:v>
                </c:pt>
                <c:pt idx="64">
                  <c:v>46115</c:v>
                </c:pt>
                <c:pt idx="65">
                  <c:v>46118</c:v>
                </c:pt>
                <c:pt idx="66">
                  <c:v>46119</c:v>
                </c:pt>
                <c:pt idx="67">
                  <c:v>46120</c:v>
                </c:pt>
                <c:pt idx="68">
                  <c:v>46121</c:v>
                </c:pt>
                <c:pt idx="69">
                  <c:v>46122</c:v>
                </c:pt>
                <c:pt idx="70">
                  <c:v>46125</c:v>
                </c:pt>
                <c:pt idx="71">
                  <c:v>46126</c:v>
                </c:pt>
                <c:pt idx="72">
                  <c:v>46127</c:v>
                </c:pt>
                <c:pt idx="73">
                  <c:v>46128</c:v>
                </c:pt>
                <c:pt idx="74">
                  <c:v>46129</c:v>
                </c:pt>
                <c:pt idx="75">
                  <c:v>46132</c:v>
                </c:pt>
                <c:pt idx="76">
                  <c:v>46133</c:v>
                </c:pt>
                <c:pt idx="77">
                  <c:v>46134</c:v>
                </c:pt>
                <c:pt idx="78">
                  <c:v>46135</c:v>
                </c:pt>
                <c:pt idx="79">
                  <c:v>46136</c:v>
                </c:pt>
                <c:pt idx="80">
                  <c:v>46139</c:v>
                </c:pt>
                <c:pt idx="81">
                  <c:v>46140</c:v>
                </c:pt>
                <c:pt idx="82">
                  <c:v>46141</c:v>
                </c:pt>
                <c:pt idx="83">
                  <c:v>46142</c:v>
                </c:pt>
                <c:pt idx="84">
                  <c:v>46143</c:v>
                </c:pt>
                <c:pt idx="85">
                  <c:v>46146</c:v>
                </c:pt>
                <c:pt idx="86">
                  <c:v>46147</c:v>
                </c:pt>
                <c:pt idx="87">
                  <c:v>46148</c:v>
                </c:pt>
                <c:pt idx="88">
                  <c:v>46149</c:v>
                </c:pt>
                <c:pt idx="89">
                  <c:v>46150</c:v>
                </c:pt>
                <c:pt idx="90">
                  <c:v>46153</c:v>
                </c:pt>
                <c:pt idx="91">
                  <c:v>46154</c:v>
                </c:pt>
                <c:pt idx="92">
                  <c:v>46155</c:v>
                </c:pt>
                <c:pt idx="93">
                  <c:v>46156</c:v>
                </c:pt>
                <c:pt idx="94">
                  <c:v>46157</c:v>
                </c:pt>
                <c:pt idx="95">
                  <c:v>46160</c:v>
                </c:pt>
                <c:pt idx="96">
                  <c:v>46161</c:v>
                </c:pt>
                <c:pt idx="97">
                  <c:v>46162</c:v>
                </c:pt>
                <c:pt idx="98">
                  <c:v>46163</c:v>
                </c:pt>
                <c:pt idx="99">
                  <c:v>46164</c:v>
                </c:pt>
                <c:pt idx="100">
                  <c:v>46168</c:v>
                </c:pt>
                <c:pt idx="101">
                  <c:v>46169</c:v>
                </c:pt>
                <c:pt idx="102">
                  <c:v>46170</c:v>
                </c:pt>
                <c:pt idx="103">
                  <c:v>46171</c:v>
                </c:pt>
                <c:pt idx="104">
                  <c:v>46174</c:v>
                </c:pt>
                <c:pt idx="105">
                  <c:v>46175</c:v>
                </c:pt>
                <c:pt idx="106">
                  <c:v>46176</c:v>
                </c:pt>
                <c:pt idx="107">
                  <c:v>46177</c:v>
                </c:pt>
                <c:pt idx="108">
                  <c:v>46178</c:v>
                </c:pt>
                <c:pt idx="109">
                  <c:v>46181</c:v>
                </c:pt>
                <c:pt idx="110">
                  <c:v>46182</c:v>
                </c:pt>
                <c:pt idx="111">
                  <c:v>46183</c:v>
                </c:pt>
                <c:pt idx="112">
                  <c:v>46184</c:v>
                </c:pt>
                <c:pt idx="113">
                  <c:v>46185</c:v>
                </c:pt>
                <c:pt idx="114">
                  <c:v>46188</c:v>
                </c:pt>
                <c:pt idx="115">
                  <c:v>46189</c:v>
                </c:pt>
                <c:pt idx="116">
                  <c:v>46190</c:v>
                </c:pt>
                <c:pt idx="117">
                  <c:v>46191</c:v>
                </c:pt>
                <c:pt idx="118">
                  <c:v>46195</c:v>
                </c:pt>
                <c:pt idx="119">
                  <c:v>46196</c:v>
                </c:pt>
                <c:pt idx="120">
                  <c:v>46197</c:v>
                </c:pt>
                <c:pt idx="121">
                  <c:v>46198</c:v>
                </c:pt>
                <c:pt idx="122">
                  <c:v>46199</c:v>
                </c:pt>
                <c:pt idx="123">
                  <c:v>46202</c:v>
                </c:pt>
                <c:pt idx="124">
                  <c:v>46203</c:v>
                </c:pt>
                <c:pt idx="125">
                  <c:v>46204</c:v>
                </c:pt>
                <c:pt idx="126">
                  <c:v>46205</c:v>
                </c:pt>
                <c:pt idx="127">
                  <c:v>46209</c:v>
                </c:pt>
                <c:pt idx="128">
                  <c:v>46210</c:v>
                </c:pt>
                <c:pt idx="129">
                  <c:v>46211</c:v>
                </c:pt>
                <c:pt idx="130">
                  <c:v>46212</c:v>
                </c:pt>
                <c:pt idx="131">
                  <c:v>46213</c:v>
                </c:pt>
                <c:pt idx="132">
                  <c:v>46216</c:v>
                </c:pt>
                <c:pt idx="133">
                  <c:v>46217</c:v>
                </c:pt>
                <c:pt idx="134">
                  <c:v>46218</c:v>
                </c:pt>
                <c:pt idx="135">
                  <c:v>46219</c:v>
                </c:pt>
                <c:pt idx="136">
                  <c:v>46220</c:v>
                </c:pt>
                <c:pt idx="137">
                  <c:v>46223</c:v>
                </c:pt>
                <c:pt idx="138">
                  <c:v>46224</c:v>
                </c:pt>
                <c:pt idx="139">
                  <c:v>46225</c:v>
                </c:pt>
                <c:pt idx="140">
                  <c:v>46226</c:v>
                </c:pt>
                <c:pt idx="141">
                  <c:v>46227</c:v>
                </c:pt>
                <c:pt idx="142">
                  <c:v>46230</c:v>
                </c:pt>
                <c:pt idx="143">
                  <c:v>46231</c:v>
                </c:pt>
                <c:pt idx="144">
                  <c:v>46232</c:v>
                </c:pt>
                <c:pt idx="145">
                  <c:v>46233</c:v>
                </c:pt>
                <c:pt idx="146">
                  <c:v>46234</c:v>
                </c:pt>
                <c:pt idx="147">
                  <c:v>46237</c:v>
                </c:pt>
                <c:pt idx="148">
                  <c:v>46238</c:v>
                </c:pt>
                <c:pt idx="149">
                  <c:v>46239</c:v>
                </c:pt>
                <c:pt idx="150">
                  <c:v>46240</c:v>
                </c:pt>
                <c:pt idx="151">
                  <c:v>46241</c:v>
                </c:pt>
                <c:pt idx="152">
                  <c:v>46244</c:v>
                </c:pt>
                <c:pt idx="153">
                  <c:v>46245</c:v>
                </c:pt>
                <c:pt idx="154">
                  <c:v>46246</c:v>
                </c:pt>
                <c:pt idx="155">
                  <c:v>46247</c:v>
                </c:pt>
                <c:pt idx="156">
                  <c:v>46248</c:v>
                </c:pt>
                <c:pt idx="157">
                  <c:v>46251</c:v>
                </c:pt>
                <c:pt idx="158">
                  <c:v>46252</c:v>
                </c:pt>
                <c:pt idx="159">
                  <c:v>46253</c:v>
                </c:pt>
                <c:pt idx="160">
                  <c:v>46254</c:v>
                </c:pt>
                <c:pt idx="161">
                  <c:v>46255</c:v>
                </c:pt>
                <c:pt idx="162">
                  <c:v>46258</c:v>
                </c:pt>
                <c:pt idx="163">
                  <c:v>46259</c:v>
                </c:pt>
                <c:pt idx="164">
                  <c:v>46260</c:v>
                </c:pt>
                <c:pt idx="165">
                  <c:v>46261</c:v>
                </c:pt>
                <c:pt idx="166">
                  <c:v>46262</c:v>
                </c:pt>
                <c:pt idx="167">
                  <c:v>46265</c:v>
                </c:pt>
                <c:pt idx="168">
                  <c:v>46266</c:v>
                </c:pt>
                <c:pt idx="169">
                  <c:v>46267</c:v>
                </c:pt>
                <c:pt idx="170">
                  <c:v>46268</c:v>
                </c:pt>
                <c:pt idx="171">
                  <c:v>46269</c:v>
                </c:pt>
                <c:pt idx="172">
                  <c:v>46273</c:v>
                </c:pt>
                <c:pt idx="173">
                  <c:v>46274</c:v>
                </c:pt>
                <c:pt idx="174">
                  <c:v>46275</c:v>
                </c:pt>
                <c:pt idx="175">
                  <c:v>46276</c:v>
                </c:pt>
                <c:pt idx="176">
                  <c:v>46279</c:v>
                </c:pt>
                <c:pt idx="177">
                  <c:v>46280</c:v>
                </c:pt>
                <c:pt idx="178">
                  <c:v>46281</c:v>
                </c:pt>
                <c:pt idx="179">
                  <c:v>46282</c:v>
                </c:pt>
                <c:pt idx="180">
                  <c:v>46283</c:v>
                </c:pt>
                <c:pt idx="181">
                  <c:v>46286</c:v>
                </c:pt>
                <c:pt idx="182">
                  <c:v>46287</c:v>
                </c:pt>
                <c:pt idx="183">
                  <c:v>46288</c:v>
                </c:pt>
                <c:pt idx="184">
                  <c:v>46289</c:v>
                </c:pt>
                <c:pt idx="185">
                  <c:v>46290</c:v>
                </c:pt>
                <c:pt idx="186">
                  <c:v>46293</c:v>
                </c:pt>
                <c:pt idx="187">
                  <c:v>46294</c:v>
                </c:pt>
                <c:pt idx="188">
                  <c:v>46295</c:v>
                </c:pt>
                <c:pt idx="189">
                  <c:v>46296</c:v>
                </c:pt>
                <c:pt idx="190">
                  <c:v>46297</c:v>
                </c:pt>
                <c:pt idx="191">
                  <c:v>46300</c:v>
                </c:pt>
                <c:pt idx="192">
                  <c:v>46301</c:v>
                </c:pt>
                <c:pt idx="193">
                  <c:v>46302</c:v>
                </c:pt>
                <c:pt idx="194">
                  <c:v>46303</c:v>
                </c:pt>
                <c:pt idx="195">
                  <c:v>46304</c:v>
                </c:pt>
              </c:numCache>
            </c:numRef>
          </c:cat>
          <c:val>
            <c:numRef>
              <c:f>Sheet1!$B$2:$B$197</c:f>
              <c:numCache>
                <c:formatCode>General</c:formatCode>
                <c:ptCount val="196"/>
                <c:pt idx="0">
                  <c:v>1.93</c:v>
                </c:pt>
                <c:pt idx="1">
                  <c:v>1.94</c:v>
                </c:pt>
                <c:pt idx="2">
                  <c:v>1.91</c:v>
                </c:pt>
                <c:pt idx="3">
                  <c:v>1.91</c:v>
                </c:pt>
                <c:pt idx="4">
                  <c:v>1.88</c:v>
                </c:pt>
                <c:pt idx="5">
                  <c:v>1.92</c:v>
                </c:pt>
                <c:pt idx="6">
                  <c:v>1.9</c:v>
                </c:pt>
                <c:pt idx="7">
                  <c:v>1.9</c:v>
                </c:pt>
                <c:pt idx="8">
                  <c:v>1.88</c:v>
                </c:pt>
                <c:pt idx="9">
                  <c:v>1.86</c:v>
                </c:pt>
                <c:pt idx="10">
                  <c:v>1.88</c:v>
                </c:pt>
                <c:pt idx="11">
                  <c:v>1.91</c:v>
                </c:pt>
                <c:pt idx="12">
                  <c:v>1.97</c:v>
                </c:pt>
                <c:pt idx="13">
                  <c:v>1.92</c:v>
                </c:pt>
                <c:pt idx="14">
                  <c:v>1.95</c:v>
                </c:pt>
                <c:pt idx="15">
                  <c:v>1.92</c:v>
                </c:pt>
                <c:pt idx="16">
                  <c:v>1.9</c:v>
                </c:pt>
                <c:pt idx="17">
                  <c:v>1.9</c:v>
                </c:pt>
                <c:pt idx="18">
                  <c:v>1.9</c:v>
                </c:pt>
                <c:pt idx="19">
                  <c:v>1.89</c:v>
                </c:pt>
                <c:pt idx="20">
                  <c:v>1.9</c:v>
                </c:pt>
                <c:pt idx="21">
                  <c:v>1.94</c:v>
                </c:pt>
                <c:pt idx="22">
                  <c:v>1.92</c:v>
                </c:pt>
                <c:pt idx="23">
                  <c:v>1.94</c:v>
                </c:pt>
                <c:pt idx="24">
                  <c:v>1.89</c:v>
                </c:pt>
                <c:pt idx="25">
                  <c:v>1.88</c:v>
                </c:pt>
                <c:pt idx="26">
                  <c:v>1.87</c:v>
                </c:pt>
                <c:pt idx="27">
                  <c:v>1.84</c:v>
                </c:pt>
                <c:pt idx="28">
                  <c:v>1.86</c:v>
                </c:pt>
                <c:pt idx="29">
                  <c:v>1.8</c:v>
                </c:pt>
                <c:pt idx="30">
                  <c:v>1.77</c:v>
                </c:pt>
                <c:pt idx="31">
                  <c:v>1.79</c:v>
                </c:pt>
                <c:pt idx="32">
                  <c:v>1.8</c:v>
                </c:pt>
                <c:pt idx="33">
                  <c:v>1.79</c:v>
                </c:pt>
                <c:pt idx="34">
                  <c:v>1.8</c:v>
                </c:pt>
                <c:pt idx="35">
                  <c:v>1.77</c:v>
                </c:pt>
                <c:pt idx="36">
                  <c:v>1.78</c:v>
                </c:pt>
                <c:pt idx="37">
                  <c:v>1.77</c:v>
                </c:pt>
                <c:pt idx="38">
                  <c:v>1.74</c:v>
                </c:pt>
                <c:pt idx="39">
                  <c:v>1.72</c:v>
                </c:pt>
                <c:pt idx="40">
                  <c:v>1.76</c:v>
                </c:pt>
                <c:pt idx="41">
                  <c:v>1.77</c:v>
                </c:pt>
                <c:pt idx="42">
                  <c:v>1.8</c:v>
                </c:pt>
                <c:pt idx="43">
                  <c:v>1.82</c:v>
                </c:pt>
                <c:pt idx="44">
                  <c:v>1.8</c:v>
                </c:pt>
                <c:pt idx="45">
                  <c:v>1.78</c:v>
                </c:pt>
                <c:pt idx="46">
                  <c:v>1.82</c:v>
                </c:pt>
                <c:pt idx="47">
                  <c:v>1.85</c:v>
                </c:pt>
                <c:pt idx="48">
                  <c:v>1.89</c:v>
                </c:pt>
                <c:pt idx="49">
                  <c:v>1.92</c:v>
                </c:pt>
                <c:pt idx="50">
                  <c:v>1.87</c:v>
                </c:pt>
                <c:pt idx="51">
                  <c:v>1.83</c:v>
                </c:pt>
                <c:pt idx="52">
                  <c:v>1.86</c:v>
                </c:pt>
                <c:pt idx="53">
                  <c:v>1.88</c:v>
                </c:pt>
                <c:pt idx="54">
                  <c:v>2.01</c:v>
                </c:pt>
                <c:pt idx="55">
                  <c:v>2.01</c:v>
                </c:pt>
                <c:pt idx="56">
                  <c:v>2.06</c:v>
                </c:pt>
                <c:pt idx="57">
                  <c:v>2.02</c:v>
                </c:pt>
                <c:pt idx="58">
                  <c:v>2.08</c:v>
                </c:pt>
                <c:pt idx="59">
                  <c:v>2.13</c:v>
                </c:pt>
                <c:pt idx="60">
                  <c:v>2.04</c:v>
                </c:pt>
                <c:pt idx="61">
                  <c:v>2.0</c:v>
                </c:pt>
                <c:pt idx="62">
                  <c:v>2.02</c:v>
                </c:pt>
                <c:pt idx="63">
                  <c:v>1.97</c:v>
                </c:pt>
                <c:pt idx="64">
                  <c:v>1.99</c:v>
                </c:pt>
                <c:pt idx="65">
                  <c:v>1.98</c:v>
                </c:pt>
                <c:pt idx="66">
                  <c:v>1.96</c:v>
                </c:pt>
                <c:pt idx="67">
                  <c:v>1.96</c:v>
                </c:pt>
                <c:pt idx="68">
                  <c:v>1.95</c:v>
                </c:pt>
                <c:pt idx="69">
                  <c:v>1.95</c:v>
                </c:pt>
                <c:pt idx="70">
                  <c:v>1.92</c:v>
                </c:pt>
                <c:pt idx="71">
                  <c:v>1.89</c:v>
                </c:pt>
                <c:pt idx="72">
                  <c:v>1.9</c:v>
                </c:pt>
                <c:pt idx="73">
                  <c:v>1.93</c:v>
                </c:pt>
                <c:pt idx="74">
                  <c:v>1.9</c:v>
                </c:pt>
                <c:pt idx="75">
                  <c:v>1.91</c:v>
                </c:pt>
                <c:pt idx="76">
                  <c:v>1.92</c:v>
                </c:pt>
                <c:pt idx="77">
                  <c:v>1.92</c:v>
                </c:pt>
                <c:pt idx="78">
                  <c:v>1.92</c:v>
                </c:pt>
                <c:pt idx="79">
                  <c:v>1.89</c:v>
                </c:pt>
                <c:pt idx="80">
                  <c:v>1.91</c:v>
                </c:pt>
                <c:pt idx="81">
                  <c:v>1.92</c:v>
                </c:pt>
                <c:pt idx="82">
                  <c:v>1.96</c:v>
                </c:pt>
                <c:pt idx="83">
                  <c:v>1.94</c:v>
                </c:pt>
                <c:pt idx="84">
                  <c:v>1.91</c:v>
                </c:pt>
                <c:pt idx="85">
                  <c:v>1.95</c:v>
                </c:pt>
                <c:pt idx="86">
                  <c:v>1.96</c:v>
                </c:pt>
                <c:pt idx="87">
                  <c:v>1.94</c:v>
                </c:pt>
                <c:pt idx="88">
                  <c:v>1.96</c:v>
                </c:pt>
                <c:pt idx="89">
                  <c:v>1.93</c:v>
                </c:pt>
                <c:pt idx="90">
                  <c:v>1.95</c:v>
                </c:pt>
                <c:pt idx="91">
                  <c:v>1.99</c:v>
                </c:pt>
                <c:pt idx="92">
                  <c:v>1.99</c:v>
                </c:pt>
                <c:pt idx="93">
                  <c:v>2.0</c:v>
                </c:pt>
                <c:pt idx="94">
                  <c:v>2.1</c:v>
                </c:pt>
                <c:pt idx="95">
                  <c:v>2.13</c:v>
                </c:pt>
                <c:pt idx="96">
                  <c:v>2.18</c:v>
                </c:pt>
                <c:pt idx="97">
                  <c:v>2.13</c:v>
                </c:pt>
                <c:pt idx="98">
                  <c:v>2.18</c:v>
                </c:pt>
                <c:pt idx="99">
                  <c:v>2.16</c:v>
                </c:pt>
                <c:pt idx="100">
                  <c:v>2.1</c:v>
                </c:pt>
                <c:pt idx="101">
                  <c:v>2.09</c:v>
                </c:pt>
                <c:pt idx="102">
                  <c:v>2.06</c:v>
                </c:pt>
                <c:pt idx="103">
                  <c:v>2.07</c:v>
                </c:pt>
                <c:pt idx="104">
                  <c:v>2.07</c:v>
                </c:pt>
                <c:pt idx="105">
                  <c:v>2.07</c:v>
                </c:pt>
                <c:pt idx="106">
                  <c:v>2.11</c:v>
                </c:pt>
                <c:pt idx="107">
                  <c:v>2.11</c:v>
                </c:pt>
                <c:pt idx="108">
                  <c:v>2.19</c:v>
                </c:pt>
                <c:pt idx="109">
                  <c:v>2.21</c:v>
                </c:pt>
                <c:pt idx="110">
                  <c:v>2.2</c:v>
                </c:pt>
                <c:pt idx="111">
                  <c:v>2.21</c:v>
                </c:pt>
                <c:pt idx="112">
                  <c:v>2.16</c:v>
                </c:pt>
                <c:pt idx="113">
                  <c:v>2.17</c:v>
                </c:pt>
                <c:pt idx="114">
                  <c:v>2.15</c:v>
                </c:pt>
                <c:pt idx="115">
                  <c:v>2.14</c:v>
                </c:pt>
                <c:pt idx="116">
                  <c:v>2.23</c:v>
                </c:pt>
                <c:pt idx="117">
                  <c:v>2.21</c:v>
                </c:pt>
                <c:pt idx="118">
                  <c:v>2.28</c:v>
                </c:pt>
                <c:pt idx="119">
                  <c:v>2.29</c:v>
                </c:pt>
                <c:pt idx="120">
                  <c:v>2.23</c:v>
                </c:pt>
                <c:pt idx="121">
                  <c:v>2.19</c:v>
                </c:pt>
                <c:pt idx="122">
                  <c:v>2.18</c:v>
                </c:pt>
                <c:pt idx="123">
                  <c:v>2.16</c:v>
                </c:pt>
                <c:pt idx="124">
                  <c:v>2.2</c:v>
                </c:pt>
                <c:pt idx="125">
                  <c:v>2.25</c:v>
                </c:pt>
                <c:pt idx="126">
                  <c:v>2.26</c:v>
                </c:pt>
                <c:pt idx="127">
                  <c:v>2.24</c:v>
                </c:pt>
                <c:pt idx="128">
                  <c:v>2.3</c:v>
                </c:pt>
                <c:pt idx="129">
                  <c:v>2.31</c:v>
                </c:pt>
                <c:pt idx="130">
                  <c:v>2.31</c:v>
                </c:pt>
                <c:pt idx="131">
                  <c:v>2.32</c:v>
                </c:pt>
                <c:pt idx="132">
                  <c:v>2.36</c:v>
                </c:pt>
                <c:pt idx="133">
                  <c:v>2.33</c:v>
                </c:pt>
                <c:pt idx="134">
                  <c:v>2.32</c:v>
                </c:pt>
                <c:pt idx="135">
                  <c:v>2.35</c:v>
                </c:pt>
                <c:pt idx="136">
                  <c:v>2.31</c:v>
                </c:pt>
                <c:pt idx="137">
                  <c:v>2.35</c:v>
                </c:pt>
                <c:pt idx="138">
                  <c:v>2.37</c:v>
                </c:pt>
                <c:pt idx="139">
                  <c:v>2.39</c:v>
                </c:pt>
                <c:pt idx="140">
                  <c:v>2.43</c:v>
                </c:pt>
                <c:pt idx="141">
                  <c:v>2.43</c:v>
                </c:pt>
                <c:pt idx="142">
                  <c:v>2.44</c:v>
                </c:pt>
                <c:pt idx="143">
                  <c:v>2.41</c:v>
                </c:pt>
                <c:pt idx="144">
                  <c:v>2.41</c:v>
                </c:pt>
                <c:pt idx="145">
                  <c:v>2.41</c:v>
                </c:pt>
                <c:pt idx="146">
                  <c:v>2.47</c:v>
                </c:pt>
                <c:pt idx="147">
                  <c:v>2.43</c:v>
                </c:pt>
                <c:pt idx="148">
                  <c:v>2.4</c:v>
                </c:pt>
                <c:pt idx="149">
                  <c:v>2.41</c:v>
                </c:pt>
                <c:pt idx="150">
                  <c:v>2.43</c:v>
                </c:pt>
                <c:pt idx="151">
                  <c:v>2.4</c:v>
                </c:pt>
                <c:pt idx="152">
                  <c:v>2.43</c:v>
                </c:pt>
                <c:pt idx="153">
                  <c:v>2.43</c:v>
                </c:pt>
                <c:pt idx="154">
                  <c:v>2.42</c:v>
                </c:pt>
                <c:pt idx="155">
                  <c:v>2.39</c:v>
                </c:pt>
                <c:pt idx="156">
                  <c:v>2.41</c:v>
                </c:pt>
                <c:pt idx="157">
                  <c:v>2.44</c:v>
                </c:pt>
                <c:pt idx="158">
                  <c:v>2.41</c:v>
                </c:pt>
                <c:pt idx="159">
                  <c:v>2.35</c:v>
                </c:pt>
                <c:pt idx="160">
                  <c:v>2.35</c:v>
                </c:pt>
                <c:pt idx="161">
                  <c:v>2.4</c:v>
                </c:pt>
                <c:pt idx="162">
                  <c:v>2.38</c:v>
                </c:pt>
                <c:pt idx="163">
                  <c:v>2.32</c:v>
                </c:pt>
                <c:pt idx="164">
                  <c:v>2.34</c:v>
                </c:pt>
                <c:pt idx="165">
                  <c:v>2.34</c:v>
                </c:pt>
                <c:pt idx="166">
                  <c:v>2.42</c:v>
                </c:pt>
                <c:pt idx="167">
                  <c:v>2.44</c:v>
                </c:pt>
                <c:pt idx="168">
                  <c:v>2.44</c:v>
                </c:pt>
                <c:pt idx="169">
                  <c:v>2.45</c:v>
                </c:pt>
                <c:pt idx="170">
                  <c:v>2.42</c:v>
                </c:pt>
                <c:pt idx="171">
                  <c:v>2.43</c:v>
                </c:pt>
                <c:pt idx="172">
                  <c:v>2.43</c:v>
                </c:pt>
                <c:pt idx="173">
                  <c:v>2.46</c:v>
                </c:pt>
                <c:pt idx="174">
                  <c:v>2.55</c:v>
                </c:pt>
                <c:pt idx="175">
                  <c:v>2.6</c:v>
                </c:pt>
                <c:pt idx="176">
                  <c:v>2.6</c:v>
                </c:pt>
                <c:pt idx="177">
                  <c:v>2.62</c:v>
                </c:pt>
                <c:pt idx="178">
                  <c:v>2.68</c:v>
                </c:pt>
                <c:pt idx="179">
                  <c:v>2.61</c:v>
                </c:pt>
                <c:pt idx="180">
                  <c:v>2.68</c:v>
                </c:pt>
                <c:pt idx="181">
                  <c:v>2.62</c:v>
                </c:pt>
                <c:pt idx="182">
                  <c:v>2.63</c:v>
                </c:pt>
                <c:pt idx="183">
                  <c:v>2.76</c:v>
                </c:pt>
                <c:pt idx="184">
                  <c:v>2.85</c:v>
                </c:pt>
                <c:pt idx="185">
                  <c:v>2.83</c:v>
                </c:pt>
                <c:pt idx="186">
                  <c:v>2.9</c:v>
                </c:pt>
                <c:pt idx="187">
                  <c:v>2.91</c:v>
                </c:pt>
                <c:pt idx="188">
                  <c:v>2.93</c:v>
                </c:pt>
                <c:pt idx="189">
                  <c:v>2.88</c:v>
                </c:pt>
                <c:pt idx="190">
                  <c:v>2.92</c:v>
                </c:pt>
                <c:pt idx="191">
                  <c:v>2.95</c:v>
                </c:pt>
                <c:pt idx="192">
                  <c:v>2.91</c:v>
                </c:pt>
                <c:pt idx="193">
                  <c:v>2.92</c:v>
                </c:pt>
                <c:pt idx="194">
                  <c:v>2.87</c:v>
                </c:pt>
                <c:pt idx="195">
                  <c:v>2.91</c:v>
                </c:pt>
              </c:numCache>
            </c:numRef>
          </c:val>
          <c:smooth val="0"/>
        </c:ser>
        <c:marker val="1"/>
        <c:axId val="111"/>
        <c:axId val="222"/>
      </c:lineChart>
      <c:dateAx>
        <c:axId val="111"/>
        <c:scaling>
          <c:orientation val="minMax"/>
          <c:max val="46304"/>
          <c:min val="46022"/>
        </c:scaling>
        <c:delete val="0"/>
        <c:axPos val="b"/>
        <c:numFmt formatCode="mmm-yy" sourceLinked="0"/>
        <c:majorTickMark val="out"/>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222"/>
        <c:crosses val="autoZero"/>
        <c:auto val="1"/>
        <c:lblOffset val="100"/>
        <c:baseTimeUnit val="days"/>
        <c:majorUnit val="2"/>
        <c:majorTimeUnit val="months"/>
      </c:dateAx>
      <c:valAx>
        <c:axId val="222"/>
        <c:scaling>
          <c:orientation val="minMax"/>
          <c:max val="3.2"/>
          <c:min val="1.6"/>
        </c:scaling>
        <c:delete val="0"/>
        <c:axPos val="l"/>
        <c:numFmt formatCode="0.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111"/>
        <c:crosses val="autoZero"/>
        <c:crossBetween val="between"/>
        <c:majorUnit val="0.4"/>
      </c:valAx>
      <c:spPr>
        <a:noFill/>
        <a:ln>
          <a:noFill/>
        </a:ln>
      </c:spPr>
    </c:plotArea>
    <c:legend>
      <c:legendPos val="t"/>
      <c:layout>
        <c:manualLayout>
          <c:xMode val="edge"/>
          <c:yMode val="edge"/>
          <c:x val="0"/>
          <c:y val="0"/>
          <c:w val="1"/>
          <c:h val="0.18"/>
        </c:manualLayout>
      </c:layout>
      <c:overlay val="0"/>
      <c:txPr>
        <a:bodyPr/>
        <a:lstStyle/>
        <a:p>
          <a:pPr>
            <a:defRPr sz="800" b="1" i="0">
              <a:solidFill>
                <a:srgbClr val="000000"/>
              </a:solidFill>
              <a:latin typeface="Calibri"/>
            </a:defRPr>
          </a:pPr>
          <a:endParaRPr lang="en-US"/>
        </a:p>
      </c:txPr>
    </c:legend>
    <c:plotVisOnly val="1"/>
    <c:dispBlanksAs val="gap"/>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907"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1048908"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C9A8AE1-4BCC-1947-B019-350BB873436E}" type="datetimeFigureOut">
              <a:rPr lang="en-US" smtClean="0"/>
              <a:t>10/8/2026</a:t>
            </a:fld>
            <a:endParaRPr lang="en-US"/>
          </a:p>
        </p:txBody>
      </p:sp>
      <p:sp>
        <p:nvSpPr>
          <p:cNvPr id="1048909"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1048910"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AC3932C-02E6-FF41-B5D9-852B3DF5DCC8}"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901"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1048902" name="Date Placeholder 2"/>
          <p:cNvSpPr>
            <a:spLocks noGrp="1"/>
          </p:cNvSpPr>
          <p:nvPr>
            <p:ph type="dt" idx="1"/>
          </p:nvPr>
        </p:nvSpPr>
        <p:spPr>
          <a:xfrm>
            <a:off x="3885010" y="0"/>
            <a:ext cx="2971800" cy="457200"/>
          </a:xfrm>
          <a:prstGeom prst="rect">
            <a:avLst/>
          </a:prstGeom>
        </p:spPr>
        <p:txBody>
          <a:bodyPr vert="horz" lIns="91440" tIns="45720" rIns="91440" bIns="45720" rtlCol="0"/>
          <a:lstStyle>
            <a:lvl1pPr algn="r">
              <a:defRPr sz="1200"/>
            </a:lvl1pPr>
          </a:lstStyle>
          <a:p>
            <a:fld id="{49CCFED1-E03E-462D-962A-1A36BFBBCABD}" type="datetimeFigureOut">
              <a:rPr lang="en-US" smtClean="0"/>
              <a:t>10/8/2026</a:t>
            </a:fld>
            <a:endParaRPr lang="en-US"/>
          </a:p>
        </p:txBody>
      </p:sp>
      <p:sp>
        <p:nvSpPr>
          <p:cNvPr id="1048903" name="Slide Image Placeholder 3"/>
          <p:cNvSpPr>
            <a:spLocks noGrp="1" noRot="1" noChangeAspect="1"/>
          </p:cNvSpPr>
          <p:nvPr>
            <p:ph type="sldImg" idx="2"/>
          </p:nvPr>
        </p:nvSpPr>
        <p:spPr>
          <a:xfrm>
            <a:off x="2143125" y="685800"/>
            <a:ext cx="2571750" cy="3429000"/>
          </a:xfrm>
          <a:prstGeom prst="rect">
            <a:avLst/>
          </a:prstGeom>
          <a:noFill/>
          <a:ln w="12700">
            <a:solidFill>
              <a:prstClr val="black"/>
            </a:solidFill>
          </a:ln>
        </p:spPr>
        <p:txBody>
          <a:bodyPr vert="horz" lIns="91440" tIns="45720" rIns="91440" bIns="45720" rtlCol="0" anchor="ctr"/>
          <a:lstStyle/>
          <a:p>
            <a:endParaRPr lang="en-US"/>
          </a:p>
        </p:txBody>
      </p:sp>
      <p:sp>
        <p:nvSpPr>
          <p:cNvPr id="1048904"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905" name="Footer Placeholder 5"/>
          <p:cNvSpPr>
            <a:spLocks noGrp="1"/>
          </p:cNvSpPr>
          <p:nvPr>
            <p:ph type="ftr" sz="quarter" idx="4"/>
          </p:nvPr>
        </p:nvSpPr>
        <p:spPr>
          <a:xfrm>
            <a:off x="0" y="8684684"/>
            <a:ext cx="2971800" cy="457200"/>
          </a:xfrm>
          <a:prstGeom prst="rect">
            <a:avLst/>
          </a:prstGeom>
        </p:spPr>
        <p:txBody>
          <a:bodyPr vert="horz" lIns="91440" tIns="45720" rIns="91440" bIns="45720" rtlCol="0" anchor="b"/>
          <a:lstStyle>
            <a:lvl1pPr algn="l">
              <a:defRPr sz="1200"/>
            </a:lvl1pPr>
          </a:lstStyle>
          <a:p>
            <a:endParaRPr lang="en-US"/>
          </a:p>
        </p:txBody>
      </p:sp>
      <p:sp>
        <p:nvSpPr>
          <p:cNvPr id="1048906" name="Slide Number Placeholder 6"/>
          <p:cNvSpPr>
            <a:spLocks noGrp="1"/>
          </p:cNvSpPr>
          <p:nvPr>
            <p:ph type="sldNum" sz="quarter" idx="5"/>
          </p:nvPr>
        </p:nvSpPr>
        <p:spPr>
          <a:xfrm>
            <a:off x="3885010" y="8684684"/>
            <a:ext cx="2971800" cy="457200"/>
          </a:xfrm>
          <a:prstGeom prst="rect">
            <a:avLst/>
          </a:prstGeom>
        </p:spPr>
        <p:txBody>
          <a:bodyPr vert="horz" lIns="91440" tIns="45720" rIns="91440" bIns="45720" rtlCol="0" anchor="b"/>
          <a:lstStyle>
            <a:lvl1pPr algn="r">
              <a:defRPr sz="1200"/>
            </a:lvl1pPr>
          </a:lstStyle>
          <a:p>
            <a:fld id="{84D0BFC2-306C-464A-8BE3-5C53A71A5A13}" type="slidenum">
              <a:rPr lang="en-US" smtClean="0"/>
              <a:t>‹#›</a:t>
            </a:fld>
            <a:endParaRPr lang="en-US"/>
          </a:p>
        </p:txBody>
      </p:sp>
    </p:spTree>
    <p:extLst>
      <p:ext uri="{BB962C8B-B14F-4D97-AF65-F5344CB8AC3E}">
        <p14:creationId xmlns:p14="http://schemas.microsoft.com/office/powerpoint/2010/main" val="321963921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CEC2344-3C30-5C47-CA13-930648AF6E82}"/>
            </a:ext>
          </a:extLst>
        </p:cNvPr>
        <p:cNvGrpSpPr/>
        <p:nvPr/>
      </p:nvGrpSpPr>
      <p:grpSpPr>
        <a:xfrm>
          <a:off x="0" y="0"/>
          <a:ext cx="0" cy="0"/>
          <a:chOff x="0" y="0"/>
          <a:chExt cx="0" cy="0"/>
        </a:xfrm>
      </p:grpSpPr>
      <p:sp>
        <p:nvSpPr>
          <p:cNvPr id="1048602" name="Slide Image Placeholder 1">
            <a:extLst>
              <a:ext uri="{FF2B5EF4-FFF2-40B4-BE49-F238E27FC236}">
                <a16:creationId xmlns:a16="http://schemas.microsoft.com/office/drawing/2014/main" xmlns="" id="{F3BCE434-94AA-B577-15E0-25FF1E4F1615}"/>
              </a:ext>
            </a:extLst>
          </p:cNvPr>
          <p:cNvSpPr>
            <a:spLocks noGrp="1" noRot="1" noChangeAspect="1"/>
          </p:cNvSpPr>
          <p:nvPr>
            <p:ph type="sldImg"/>
          </p:nvPr>
        </p:nvSpPr>
        <p:spPr/>
      </p:sp>
      <p:sp>
        <p:nvSpPr>
          <p:cNvPr id="1048603" name="Notes Placeholder 2">
            <a:extLst>
              <a:ext uri="{FF2B5EF4-FFF2-40B4-BE49-F238E27FC236}">
                <a16:creationId xmlns:a16="http://schemas.microsoft.com/office/drawing/2014/main" xmlns="" id="{82B0C9AC-4632-788B-6ABE-71A282CCF302}"/>
              </a:ext>
            </a:extLst>
          </p:cNvPr>
          <p:cNvSpPr>
            <a:spLocks noGrp="1"/>
          </p:cNvSpPr>
          <p:nvPr>
            <p:ph type="body" idx="1"/>
          </p:nvPr>
        </p:nvSpPr>
        <p:spPr/>
        <p:txBody>
          <a:bodyPr/>
          <a:lstStyle/>
          <a:p>
            <a:endParaRPr lang="id-ID" dirty="0"/>
          </a:p>
        </p:txBody>
      </p:sp>
      <p:sp>
        <p:nvSpPr>
          <p:cNvPr id="1048604" name="Slide Number Placeholder 3">
            <a:extLst>
              <a:ext uri="{FF2B5EF4-FFF2-40B4-BE49-F238E27FC236}">
                <a16:creationId xmlns:a16="http://schemas.microsoft.com/office/drawing/2014/main" xmlns="" id="{E4B97CB0-51C4-0175-97C4-CB0C18B5CBB6}"/>
              </a:ext>
            </a:extLst>
          </p:cNvPr>
          <p:cNvSpPr>
            <a:spLocks noGrp="1"/>
          </p:cNvSpPr>
          <p:nvPr>
            <p:ph type="sldNum" sz="quarter" idx="10"/>
          </p:nvPr>
        </p:nvSpPr>
        <p:spPr/>
        <p:txBody>
          <a:bodyPr/>
          <a:lstStyle/>
          <a:p>
            <a:fld id="{F4576B7D-FFCE-497E-994F-ED8CF7DB0CE2}" type="slidenum">
              <a:rPr lang="id-ID" smtClean="0">
                <a:solidFill>
                  <a:prstClr val="black"/>
                </a:solidFill>
              </a:rPr>
              <a:t>1</a:t>
            </a:fld>
            <a:endParaRPr lang="id-ID">
              <a:solidFill>
                <a:prstClr val="black"/>
              </a:solidFill>
            </a:endParaRPr>
          </a:p>
        </p:txBody>
      </p:sp>
    </p:spTree>
    <p:extLst>
      <p:ext uri="{BB962C8B-B14F-4D97-AF65-F5344CB8AC3E}">
        <p14:creationId xmlns:p14="http://schemas.microsoft.com/office/powerpoint/2010/main" val="10679706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03A28BF-F638-7EAA-4003-CDEF5C993CFD}"/>
            </a:ext>
          </a:extLst>
        </p:cNvPr>
        <p:cNvGrpSpPr/>
        <p:nvPr/>
      </p:nvGrpSpPr>
      <p:grpSpPr>
        <a:xfrm>
          <a:off x="0" y="0"/>
          <a:ext cx="0" cy="0"/>
          <a:chOff x="0" y="0"/>
          <a:chExt cx="0" cy="0"/>
        </a:xfrm>
      </p:grpSpPr>
      <p:sp>
        <p:nvSpPr>
          <p:cNvPr id="1048602" name="Slide Image Placeholder 1">
            <a:extLst>
              <a:ext uri="{FF2B5EF4-FFF2-40B4-BE49-F238E27FC236}">
                <a16:creationId xmlns:a16="http://schemas.microsoft.com/office/drawing/2014/main" xmlns="" id="{1CAC56A9-CBBF-FA04-750E-F101663BE2F5}"/>
              </a:ext>
            </a:extLst>
          </p:cNvPr>
          <p:cNvSpPr>
            <a:spLocks noGrp="1" noRot="1" noChangeAspect="1"/>
          </p:cNvSpPr>
          <p:nvPr>
            <p:ph type="sldImg"/>
          </p:nvPr>
        </p:nvSpPr>
        <p:spPr/>
      </p:sp>
      <p:sp>
        <p:nvSpPr>
          <p:cNvPr id="1048603" name="Notes Placeholder 2">
            <a:extLst>
              <a:ext uri="{FF2B5EF4-FFF2-40B4-BE49-F238E27FC236}">
                <a16:creationId xmlns:a16="http://schemas.microsoft.com/office/drawing/2014/main" xmlns="" id="{3A31FA8D-0923-8C16-ABAF-4DDE17583123}"/>
              </a:ext>
            </a:extLst>
          </p:cNvPr>
          <p:cNvSpPr>
            <a:spLocks noGrp="1"/>
          </p:cNvSpPr>
          <p:nvPr>
            <p:ph type="body" idx="1"/>
          </p:nvPr>
        </p:nvSpPr>
        <p:spPr/>
        <p:txBody>
          <a:bodyPr/>
          <a:lstStyle/>
          <a:p>
            <a:endParaRPr lang="id-ID" dirty="0"/>
          </a:p>
        </p:txBody>
      </p:sp>
      <p:sp>
        <p:nvSpPr>
          <p:cNvPr id="1048604" name="Slide Number Placeholder 3">
            <a:extLst>
              <a:ext uri="{FF2B5EF4-FFF2-40B4-BE49-F238E27FC236}">
                <a16:creationId xmlns:a16="http://schemas.microsoft.com/office/drawing/2014/main" xmlns="" id="{91277AB1-7333-FA67-E3BE-FF6C017EFCE2}"/>
              </a:ext>
            </a:extLst>
          </p:cNvPr>
          <p:cNvSpPr>
            <a:spLocks noGrp="1"/>
          </p:cNvSpPr>
          <p:nvPr>
            <p:ph type="sldNum" sz="quarter" idx="10"/>
          </p:nvPr>
        </p:nvSpPr>
        <p:spPr/>
        <p:txBody>
          <a:bodyPr/>
          <a:lstStyle/>
          <a:p>
            <a:fld id="{F4576B7D-FFCE-497E-994F-ED8CF7DB0CE2}" type="slidenum">
              <a:rPr lang="id-ID" smtClean="0">
                <a:solidFill>
                  <a:prstClr val="black"/>
                </a:solidFill>
              </a:rPr>
              <a:t>2</a:t>
            </a:fld>
            <a:endParaRPr lang="id-ID">
              <a:solidFill>
                <a:prstClr val="black"/>
              </a:solidFill>
            </a:endParaRPr>
          </a:p>
        </p:txBody>
      </p:sp>
    </p:spTree>
    <p:extLst>
      <p:ext uri="{BB962C8B-B14F-4D97-AF65-F5344CB8AC3E}">
        <p14:creationId xmlns:p14="http://schemas.microsoft.com/office/powerpoint/2010/main" val="15977781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2" name="Slide Image Placeholder 1"/>
          <p:cNvSpPr>
            <a:spLocks noGrp="1" noRot="1" noChangeAspect="1"/>
          </p:cNvSpPr>
          <p:nvPr>
            <p:ph type="sldImg"/>
          </p:nvPr>
        </p:nvSpPr>
        <p:spPr/>
      </p:sp>
      <p:sp>
        <p:nvSpPr>
          <p:cNvPr id="1048603" name="Notes Placeholder 2"/>
          <p:cNvSpPr>
            <a:spLocks noGrp="1"/>
          </p:cNvSpPr>
          <p:nvPr>
            <p:ph type="body" idx="1"/>
          </p:nvPr>
        </p:nvSpPr>
        <p:spPr/>
        <p:txBody>
          <a:bodyPr/>
          <a:lstStyle/>
          <a:p>
            <a:endParaRPr lang="id-ID" dirty="0"/>
          </a:p>
        </p:txBody>
      </p:sp>
      <p:sp>
        <p:nvSpPr>
          <p:cNvPr id="1048604" name="Slide Number Placeholder 3"/>
          <p:cNvSpPr>
            <a:spLocks noGrp="1"/>
          </p:cNvSpPr>
          <p:nvPr>
            <p:ph type="sldNum" sz="quarter" idx="10"/>
          </p:nvPr>
        </p:nvSpPr>
        <p:spPr/>
        <p:txBody>
          <a:bodyPr/>
          <a:lstStyle/>
          <a:p>
            <a:fld id="{F4576B7D-FFCE-497E-994F-ED8CF7DB0CE2}" type="slidenum">
              <a:rPr lang="id-ID" smtClean="0">
                <a:solidFill>
                  <a:prstClr val="black"/>
                </a:solidFill>
              </a:rPr>
              <a:t>3</a:t>
            </a:fld>
            <a:endParaRPr lang="id-ID">
              <a:solidFill>
                <a:prstClr val="black"/>
              </a:solidFill>
            </a:endParaRPr>
          </a:p>
        </p:txBody>
      </p:sp>
    </p:spTree>
    <p:extLst>
      <p:ext uri="{BB962C8B-B14F-4D97-AF65-F5344CB8AC3E}">
        <p14:creationId xmlns:p14="http://schemas.microsoft.com/office/powerpoint/2010/main" val="5414801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D"/>
          </a:p>
        </p:txBody>
      </p:sp>
      <p:sp>
        <p:nvSpPr>
          <p:cNvPr id="3" name="Notes Placeholder 2"/>
          <p:cNvSpPr>
            <a:spLocks noGrp="1"/>
          </p:cNvSpPr>
          <p:nvPr>
            <p:ph type="body" idx="1"/>
          </p:nvPr>
        </p:nvSpPr>
        <p:spPr/>
        <p:txBody>
          <a:bodyPr/>
          <a:lstStyle/>
          <a:p>
            <a:endParaRPr lang="id-ID"/>
          </a:p>
        </p:txBody>
      </p:sp>
      <p:sp>
        <p:nvSpPr>
          <p:cNvPr id="4" name="Slide Number Placeholder 3"/>
          <p:cNvSpPr>
            <a:spLocks noGrp="1"/>
          </p:cNvSpPr>
          <p:nvPr>
            <p:ph type="sldNum" sz="quarter" idx="10"/>
          </p:nvPr>
        </p:nvSpPr>
        <p:spPr/>
        <p:txBody>
          <a:bodyPr/>
          <a:lstStyle/>
          <a:p>
            <a:fld id="{F4576B7D-FFCE-497E-994F-ED8CF7DB0CE2}" type="slidenum">
              <a:rPr lang="id-ID" smtClean="0">
                <a:solidFill>
                  <a:prstClr val="black"/>
                </a:solidFill>
              </a:rPr>
              <a:pPr/>
              <a:t>4</a:t>
            </a:fld>
            <a:endParaRPr lang="id-ID">
              <a:solidFill>
                <a:prstClr val="black"/>
              </a:solidFill>
            </a:endParaRPr>
          </a:p>
        </p:txBody>
      </p:sp>
    </p:spTree>
    <p:extLst>
      <p:ext uri="{BB962C8B-B14F-4D97-AF65-F5344CB8AC3E}">
        <p14:creationId xmlns:p14="http://schemas.microsoft.com/office/powerpoint/2010/main" val="35740040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7DB0CF7-CFC1-C754-992D-D2F0037F1E97}"/>
            </a:ext>
          </a:extLst>
        </p:cNvPr>
        <p:cNvGrpSpPr/>
        <p:nvPr/>
      </p:nvGrpSpPr>
      <p:grpSpPr>
        <a:xfrm>
          <a:off x="0" y="0"/>
          <a:ext cx="0" cy="0"/>
          <a:chOff x="0" y="0"/>
          <a:chExt cx="0" cy="0"/>
        </a:xfrm>
      </p:grpSpPr>
      <p:sp>
        <p:nvSpPr>
          <p:cNvPr id="1048633" name="Slide Image Placeholder 1">
            <a:extLst>
              <a:ext uri="{FF2B5EF4-FFF2-40B4-BE49-F238E27FC236}">
                <a16:creationId xmlns:a16="http://schemas.microsoft.com/office/drawing/2014/main" xmlns="" id="{CFC85132-1EE1-D730-B15B-EDFAAF6B127B}"/>
              </a:ext>
            </a:extLst>
          </p:cNvPr>
          <p:cNvSpPr>
            <a:spLocks noGrp="1" noRot="1" noChangeAspect="1"/>
          </p:cNvSpPr>
          <p:nvPr>
            <p:ph type="sldImg"/>
          </p:nvPr>
        </p:nvSpPr>
        <p:spPr/>
      </p:sp>
      <p:sp>
        <p:nvSpPr>
          <p:cNvPr id="1048634" name="Notes Placeholder 2">
            <a:extLst>
              <a:ext uri="{FF2B5EF4-FFF2-40B4-BE49-F238E27FC236}">
                <a16:creationId xmlns:a16="http://schemas.microsoft.com/office/drawing/2014/main" xmlns="" id="{B42AB014-AE05-6014-58C7-70EA73F241D7}"/>
              </a:ext>
            </a:extLst>
          </p:cNvPr>
          <p:cNvSpPr>
            <a:spLocks noGrp="1"/>
          </p:cNvSpPr>
          <p:nvPr>
            <p:ph type="body" idx="1"/>
          </p:nvPr>
        </p:nvSpPr>
        <p:spPr/>
        <p:txBody>
          <a:bodyPr/>
          <a:lstStyle/>
          <a:p>
            <a:endParaRPr lang="id-ID"/>
          </a:p>
        </p:txBody>
      </p:sp>
      <p:sp>
        <p:nvSpPr>
          <p:cNvPr id="1048635" name="Slide Number Placeholder 3">
            <a:extLst>
              <a:ext uri="{FF2B5EF4-FFF2-40B4-BE49-F238E27FC236}">
                <a16:creationId xmlns:a16="http://schemas.microsoft.com/office/drawing/2014/main" xmlns="" id="{3A220D18-8624-D94F-D073-B4E335E2F8A2}"/>
              </a:ext>
            </a:extLst>
          </p:cNvPr>
          <p:cNvSpPr>
            <a:spLocks noGrp="1"/>
          </p:cNvSpPr>
          <p:nvPr>
            <p:ph type="sldNum" sz="quarter" idx="10"/>
          </p:nvPr>
        </p:nvSpPr>
        <p:spPr/>
        <p:txBody>
          <a:bodyPr/>
          <a:lstStyle/>
          <a:p>
            <a:fld id="{F4576B7D-FFCE-497E-994F-ED8CF7DB0CE2}" type="slidenum">
              <a:rPr lang="id-ID" smtClean="0">
                <a:solidFill>
                  <a:prstClr val="black"/>
                </a:solidFill>
              </a:rPr>
              <a:t>5</a:t>
            </a:fld>
            <a:endParaRPr lang="id-ID">
              <a:solidFill>
                <a:prstClr val="black"/>
              </a:solidFill>
            </a:endParaRPr>
          </a:p>
        </p:txBody>
      </p:sp>
    </p:spTree>
    <p:extLst>
      <p:ext uri="{BB962C8B-B14F-4D97-AF65-F5344CB8AC3E}">
        <p14:creationId xmlns:p14="http://schemas.microsoft.com/office/powerpoint/2010/main" val="36884763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4" name="Slide Image Placeholder 1"/>
          <p:cNvSpPr>
            <a:spLocks noGrp="1" noRot="1" noChangeAspect="1"/>
          </p:cNvSpPr>
          <p:nvPr>
            <p:ph type="sldImg"/>
          </p:nvPr>
        </p:nvSpPr>
        <p:spPr/>
      </p:sp>
      <p:sp>
        <p:nvSpPr>
          <p:cNvPr id="1048645" name="Notes Placeholder 2"/>
          <p:cNvSpPr>
            <a:spLocks noGrp="1"/>
          </p:cNvSpPr>
          <p:nvPr>
            <p:ph type="body" idx="1"/>
          </p:nvPr>
        </p:nvSpPr>
        <p:spPr/>
        <p:txBody>
          <a:bodyPr/>
          <a:lstStyle/>
          <a:p>
            <a:endParaRPr lang="id-ID"/>
          </a:p>
        </p:txBody>
      </p:sp>
      <p:sp>
        <p:nvSpPr>
          <p:cNvPr id="1048646" name="Slide Number Placeholder 3"/>
          <p:cNvSpPr>
            <a:spLocks noGrp="1"/>
          </p:cNvSpPr>
          <p:nvPr>
            <p:ph type="sldNum" sz="quarter" idx="10"/>
          </p:nvPr>
        </p:nvSpPr>
        <p:spPr/>
        <p:txBody>
          <a:bodyPr/>
          <a:lstStyle/>
          <a:p>
            <a:fld id="{F4576B7D-FFCE-497E-994F-ED8CF7DB0CE2}" type="slidenum">
              <a:rPr lang="id-ID" smtClean="0">
                <a:solidFill>
                  <a:prstClr val="black"/>
                </a:solidFill>
              </a:rPr>
              <a:pPr/>
              <a:t>6</a:t>
            </a:fld>
            <a:endParaRPr lang="id-ID">
              <a:solidFill>
                <a:prstClr val="black"/>
              </a:solidFill>
            </a:endParaRPr>
          </a:p>
        </p:txBody>
      </p:sp>
    </p:spTree>
    <p:extLst>
      <p:ext uri="{BB962C8B-B14F-4D97-AF65-F5344CB8AC3E}">
        <p14:creationId xmlns:p14="http://schemas.microsoft.com/office/powerpoint/2010/main" val="38701668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1048758" name="Title 1"/>
          <p:cNvSpPr>
            <a:spLocks noGrp="1"/>
          </p:cNvSpPr>
          <p:nvPr>
            <p:ph type="ctrTitle" hasCustomPrompt="1"/>
          </p:nvPr>
        </p:nvSpPr>
        <p:spPr>
          <a:xfrm>
            <a:off x="609600" y="3556001"/>
            <a:ext cx="5791200" cy="812800"/>
          </a:xfrm>
          <a:prstGeom prst="rect">
            <a:avLst/>
          </a:prstGeom>
        </p:spPr>
        <p:txBody>
          <a:bodyPr anchor="ctr"/>
          <a:lstStyle>
            <a:lvl1pPr algn="l">
              <a:defRPr sz="4000" b="1">
                <a:solidFill>
                  <a:schemeClr val="bg1"/>
                </a:solidFill>
              </a:defRPr>
            </a:lvl1pPr>
          </a:lstStyle>
          <a:p>
            <a:r>
              <a:rPr lang="en-US"/>
              <a:t>Presentation Title</a:t>
            </a:r>
          </a:p>
        </p:txBody>
      </p:sp>
      <p:sp>
        <p:nvSpPr>
          <p:cNvPr id="1048759" name="Subtitle 2"/>
          <p:cNvSpPr>
            <a:spLocks noGrp="1"/>
          </p:cNvSpPr>
          <p:nvPr>
            <p:ph type="subTitle" idx="1" hasCustomPrompt="1"/>
          </p:nvPr>
        </p:nvSpPr>
        <p:spPr>
          <a:xfrm>
            <a:off x="609600" y="4470400"/>
            <a:ext cx="2971800" cy="304800"/>
          </a:xfrm>
          <a:prstGeom prst="rect">
            <a:avLst/>
          </a:prstGeom>
        </p:spPr>
        <p:txBody>
          <a:bodyPr anchor="ctr"/>
          <a:lstStyle>
            <a:lvl1pPr marL="0" indent="0" algn="l">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Division</a:t>
            </a:r>
          </a:p>
        </p:txBody>
      </p:sp>
      <p:sp>
        <p:nvSpPr>
          <p:cNvPr id="1048760" name="Date Placeholder 3"/>
          <p:cNvSpPr>
            <a:spLocks noGrp="1"/>
          </p:cNvSpPr>
          <p:nvPr>
            <p:ph type="dt" sz="half" idx="10"/>
          </p:nvPr>
        </p:nvSpPr>
        <p:spPr>
          <a:xfrm>
            <a:off x="609600" y="4876800"/>
            <a:ext cx="2133600" cy="228600"/>
          </a:xfrm>
          <a:prstGeom prst="rect">
            <a:avLst/>
          </a:prstGeom>
        </p:spPr>
        <p:txBody>
          <a:bodyPr anchor="ctr"/>
          <a:lstStyle>
            <a:lvl1pPr>
              <a:defRPr sz="1200">
                <a:solidFill>
                  <a:schemeClr val="bg1"/>
                </a:solidFill>
              </a:defRPr>
            </a:lvl1pPr>
          </a:lstStyle>
          <a:p>
            <a:fld id="{6AF4A877-4CFA-B240-851D-E713A68D39BD}" type="datetime3">
              <a:rPr lang="en-ID" smtClean="0"/>
              <a:t>8 October 2026</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1048761" name="Title 1"/>
          <p:cNvSpPr>
            <a:spLocks noGrp="1"/>
          </p:cNvSpPr>
          <p:nvPr>
            <p:ph type="ctrTitle" hasCustomPrompt="1"/>
          </p:nvPr>
        </p:nvSpPr>
        <p:spPr>
          <a:xfrm>
            <a:off x="609600" y="3556001"/>
            <a:ext cx="5791200" cy="812800"/>
          </a:xfrm>
          <a:prstGeom prst="rect">
            <a:avLst/>
          </a:prstGeom>
        </p:spPr>
        <p:txBody>
          <a:bodyPr anchor="ctr"/>
          <a:lstStyle>
            <a:lvl1pPr algn="l">
              <a:defRPr sz="4000" b="1">
                <a:solidFill>
                  <a:schemeClr val="bg1"/>
                </a:solidFill>
              </a:defRPr>
            </a:lvl1pPr>
          </a:lstStyle>
          <a:p>
            <a:r>
              <a:rPr lang="en-US"/>
              <a:t>Thank You</a:t>
            </a:r>
          </a:p>
        </p:txBody>
      </p:sp>
      <p:sp>
        <p:nvSpPr>
          <p:cNvPr id="1048762" name="Subtitle 2"/>
          <p:cNvSpPr>
            <a:spLocks noGrp="1"/>
          </p:cNvSpPr>
          <p:nvPr>
            <p:ph type="subTitle" idx="1" hasCustomPrompt="1"/>
          </p:nvPr>
        </p:nvSpPr>
        <p:spPr>
          <a:xfrm>
            <a:off x="609600" y="4470400"/>
            <a:ext cx="2971800" cy="304800"/>
          </a:xfrm>
          <a:prstGeom prst="rect">
            <a:avLst/>
          </a:prstGeom>
        </p:spPr>
        <p:txBody>
          <a:bodyPr anchor="ctr"/>
          <a:lstStyle>
            <a:lvl1pPr marL="0" indent="0" algn="l">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Division</a:t>
            </a:r>
          </a:p>
        </p:txBody>
      </p:sp>
      <p:sp>
        <p:nvSpPr>
          <p:cNvPr id="1048763" name="Date Placeholder 3"/>
          <p:cNvSpPr>
            <a:spLocks noGrp="1"/>
          </p:cNvSpPr>
          <p:nvPr>
            <p:ph type="dt" sz="half" idx="10"/>
          </p:nvPr>
        </p:nvSpPr>
        <p:spPr>
          <a:xfrm>
            <a:off x="609600" y="4876800"/>
            <a:ext cx="2133600" cy="228600"/>
          </a:xfrm>
          <a:prstGeom prst="rect">
            <a:avLst/>
          </a:prstGeom>
        </p:spPr>
        <p:txBody>
          <a:bodyPr anchor="ctr"/>
          <a:lstStyle>
            <a:lvl1pPr>
              <a:defRPr sz="1200">
                <a:solidFill>
                  <a:schemeClr val="bg1"/>
                </a:solidFill>
              </a:defRPr>
            </a:lvl1pPr>
          </a:lstStyle>
          <a:p>
            <a:fld id="{6C72D3B6-04C4-A547-A6E1-D74627D29B57}" type="datetime3">
              <a:rPr lang="en-ID" smtClean="0"/>
              <a:t>8 October 2026</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1048697" name="Title 1"/>
          <p:cNvSpPr>
            <a:spLocks noGrp="1"/>
          </p:cNvSpPr>
          <p:nvPr>
            <p:ph type="ctrTitle" hasCustomPrompt="1"/>
          </p:nvPr>
        </p:nvSpPr>
        <p:spPr>
          <a:xfrm>
            <a:off x="609600" y="3556001"/>
            <a:ext cx="5791200" cy="812800"/>
          </a:xfrm>
          <a:prstGeom prst="rect">
            <a:avLst/>
          </a:prstGeom>
        </p:spPr>
        <p:txBody>
          <a:bodyPr anchor="ctr"/>
          <a:lstStyle>
            <a:lvl1pPr algn="l">
              <a:defRPr sz="4000" b="1">
                <a:solidFill>
                  <a:srgbClr val="0C5EA8"/>
                </a:solidFill>
              </a:defRPr>
            </a:lvl1pPr>
          </a:lstStyle>
          <a:p>
            <a:r>
              <a:rPr lang="en-US"/>
              <a:t>Presentation Title</a:t>
            </a:r>
          </a:p>
        </p:txBody>
      </p:sp>
      <p:sp>
        <p:nvSpPr>
          <p:cNvPr id="1048698" name="Subtitle 2"/>
          <p:cNvSpPr>
            <a:spLocks noGrp="1"/>
          </p:cNvSpPr>
          <p:nvPr>
            <p:ph type="subTitle" idx="1" hasCustomPrompt="1"/>
          </p:nvPr>
        </p:nvSpPr>
        <p:spPr>
          <a:xfrm>
            <a:off x="609600" y="4470400"/>
            <a:ext cx="2971800" cy="304800"/>
          </a:xfrm>
          <a:prstGeom prst="rect">
            <a:avLst/>
          </a:prstGeom>
        </p:spPr>
        <p:txBody>
          <a:bodyPr anchor="ctr"/>
          <a:lstStyle>
            <a:lvl1pPr marL="0" indent="0" algn="l">
              <a:buNone/>
              <a:defRPr sz="1800">
                <a:solidFill>
                  <a:srgbClr val="0C5EA8"/>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Division</a:t>
            </a:r>
          </a:p>
        </p:txBody>
      </p:sp>
      <p:sp>
        <p:nvSpPr>
          <p:cNvPr id="1048699" name="Date Placeholder 3"/>
          <p:cNvSpPr>
            <a:spLocks noGrp="1"/>
          </p:cNvSpPr>
          <p:nvPr>
            <p:ph type="dt" sz="half" idx="10"/>
          </p:nvPr>
        </p:nvSpPr>
        <p:spPr>
          <a:xfrm>
            <a:off x="609600" y="4876800"/>
            <a:ext cx="2133600" cy="304800"/>
          </a:xfrm>
          <a:prstGeom prst="rect">
            <a:avLst/>
          </a:prstGeom>
        </p:spPr>
        <p:txBody>
          <a:bodyPr anchor="ctr"/>
          <a:lstStyle>
            <a:lvl1pPr>
              <a:defRPr sz="1200">
                <a:solidFill>
                  <a:srgbClr val="0C5EA8"/>
                </a:solidFill>
              </a:defRPr>
            </a:lvl1pPr>
          </a:lstStyle>
          <a:p>
            <a:fld id="{E94A5A6D-BF95-7742-956B-FA8E6D6D7A8E}" type="datetime3">
              <a:rPr lang="en-ID" smtClean="0"/>
              <a:t>8 October 2026</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ack Cover">
    <p:spTree>
      <p:nvGrpSpPr>
        <p:cNvPr id="1" name=""/>
        <p:cNvGrpSpPr/>
        <p:nvPr/>
      </p:nvGrpSpPr>
      <p:grpSpPr>
        <a:xfrm>
          <a:off x="0" y="0"/>
          <a:ext cx="0" cy="0"/>
          <a:chOff x="0" y="0"/>
          <a:chExt cx="0" cy="0"/>
        </a:xfrm>
      </p:grpSpPr>
      <p:sp>
        <p:nvSpPr>
          <p:cNvPr id="1048700" name="Title 1"/>
          <p:cNvSpPr>
            <a:spLocks noGrp="1"/>
          </p:cNvSpPr>
          <p:nvPr>
            <p:ph type="ctrTitle" hasCustomPrompt="1"/>
          </p:nvPr>
        </p:nvSpPr>
        <p:spPr>
          <a:xfrm>
            <a:off x="609600" y="3556001"/>
            <a:ext cx="5791200" cy="812800"/>
          </a:xfrm>
          <a:prstGeom prst="rect">
            <a:avLst/>
          </a:prstGeom>
        </p:spPr>
        <p:txBody>
          <a:bodyPr anchor="ctr"/>
          <a:lstStyle>
            <a:lvl1pPr algn="l">
              <a:defRPr sz="4000" b="1">
                <a:solidFill>
                  <a:srgbClr val="0C5EA8"/>
                </a:solidFill>
              </a:defRPr>
            </a:lvl1pPr>
          </a:lstStyle>
          <a:p>
            <a:r>
              <a:rPr lang="en-US"/>
              <a:t>Thank You</a:t>
            </a:r>
          </a:p>
        </p:txBody>
      </p:sp>
      <p:sp>
        <p:nvSpPr>
          <p:cNvPr id="1048701" name="Subtitle 2"/>
          <p:cNvSpPr>
            <a:spLocks noGrp="1"/>
          </p:cNvSpPr>
          <p:nvPr>
            <p:ph type="subTitle" idx="1" hasCustomPrompt="1"/>
          </p:nvPr>
        </p:nvSpPr>
        <p:spPr>
          <a:xfrm>
            <a:off x="609600" y="4470400"/>
            <a:ext cx="2971800" cy="304800"/>
          </a:xfrm>
          <a:prstGeom prst="rect">
            <a:avLst/>
          </a:prstGeom>
        </p:spPr>
        <p:txBody>
          <a:bodyPr anchor="ctr"/>
          <a:lstStyle>
            <a:lvl1pPr marL="0" indent="0" algn="l">
              <a:buNone/>
              <a:defRPr sz="1800">
                <a:solidFill>
                  <a:srgbClr val="0C5EA8"/>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Division</a:t>
            </a:r>
          </a:p>
        </p:txBody>
      </p:sp>
      <p:sp>
        <p:nvSpPr>
          <p:cNvPr id="1048702" name="Date Placeholder 3"/>
          <p:cNvSpPr>
            <a:spLocks noGrp="1"/>
          </p:cNvSpPr>
          <p:nvPr>
            <p:ph type="dt" sz="half" idx="10"/>
          </p:nvPr>
        </p:nvSpPr>
        <p:spPr>
          <a:xfrm>
            <a:off x="609600" y="4876800"/>
            <a:ext cx="2133600" cy="304800"/>
          </a:xfrm>
          <a:prstGeom prst="rect">
            <a:avLst/>
          </a:prstGeom>
        </p:spPr>
        <p:txBody>
          <a:bodyPr anchor="ctr"/>
          <a:lstStyle>
            <a:lvl1pPr>
              <a:defRPr sz="1200">
                <a:solidFill>
                  <a:srgbClr val="0C5EA8"/>
                </a:solidFill>
              </a:defRPr>
            </a:lvl1pPr>
          </a:lstStyle>
          <a:p>
            <a:fld id="{7A021BF0-8602-EB42-865E-596B138771F1}" type="datetime3">
              <a:rPr lang="en-ID" smtClean="0"/>
              <a:t>8 October 2026</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48836" name="Text Placeholder 2"/>
          <p:cNvSpPr>
            <a:spLocks noGrp="1"/>
          </p:cNvSpPr>
          <p:nvPr>
            <p:ph type="body" idx="1"/>
          </p:nvPr>
        </p:nvSpPr>
        <p:spPr>
          <a:xfrm>
            <a:off x="541735" y="3874916"/>
            <a:ext cx="5829300" cy="2000955"/>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837"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38" name="Text Placeholder 27"/>
          <p:cNvSpPr>
            <a:spLocks noGrp="1"/>
          </p:cNvSpPr>
          <p:nvPr>
            <p:ph type="body" sz="quarter" idx="13" hasCustomPrompt="1"/>
          </p:nvPr>
        </p:nvSpPr>
        <p:spPr>
          <a:xfrm>
            <a:off x="285750" y="508000"/>
            <a:ext cx="1600200" cy="406400"/>
          </a:xfrm>
          <a:prstGeom prst="rect">
            <a:avLst/>
          </a:prstGeom>
        </p:spPr>
        <p:txBody>
          <a:bodyPr anchor="ctr"/>
          <a:lstStyle/>
          <a:p>
            <a:pPr lvl="0"/>
            <a:r>
              <a:rPr lang="en-US"/>
              <a:t>Presentation Title</a:t>
            </a:r>
          </a:p>
        </p:txBody>
      </p:sp>
      <p:sp>
        <p:nvSpPr>
          <p:cNvPr id="1048839"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23757B1C-AB4D-7C4F-8DFC-B8E086E8997F}" type="datetime3">
              <a:rPr lang="en-ID" smtClean="0"/>
              <a:t>8 October 2026</a:t>
            </a:fld>
            <a:endParaRPr lang="en-US"/>
          </a:p>
        </p:txBody>
      </p:sp>
      <p:sp>
        <p:nvSpPr>
          <p:cNvPr id="1048840" name="Slide Number Placeholder 5"/>
          <p:cNvSpPr>
            <a:spLocks noGrp="1"/>
          </p:cNvSpPr>
          <p:nvPr>
            <p:ph type="sldNum" sz="quarter" idx="12"/>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41" name="TextBox 17"/>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1048810" name="Text Placeholder 5"/>
          <p:cNvSpPr>
            <a:spLocks noGrp="1"/>
          </p:cNvSpPr>
          <p:nvPr>
            <p:ph type="body" sz="quarter" idx="12"/>
          </p:nvPr>
        </p:nvSpPr>
        <p:spPr>
          <a:xfrm>
            <a:off x="285750" y="1862668"/>
            <a:ext cx="6286500" cy="6231467"/>
          </a:xfrm>
          <a:prstGeom prst="rect">
            <a:avLst/>
          </a:prstGeo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11"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E642D845-69F1-714E-9475-635242E76DC6}" type="datetime3">
              <a:rPr lang="en-ID" smtClean="0"/>
              <a:t>8 October 2026</a:t>
            </a:fld>
            <a:endParaRPr lang="en-US"/>
          </a:p>
        </p:txBody>
      </p:sp>
      <p:sp>
        <p:nvSpPr>
          <p:cNvPr id="1048812"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13"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14"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15"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1048842"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05113538-E476-FC42-B125-F4082E6CC220}" type="datetime3">
              <a:rPr lang="en-ID" smtClean="0"/>
              <a:t>8 October 2026</a:t>
            </a:fld>
            <a:endParaRPr lang="en-US"/>
          </a:p>
        </p:txBody>
      </p:sp>
      <p:sp>
        <p:nvSpPr>
          <p:cNvPr id="1048843"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44"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45"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46"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
        <p:nvSpPr>
          <p:cNvPr id="1048847" name="Text Placeholder 5"/>
          <p:cNvSpPr>
            <a:spLocks noGrp="1"/>
          </p:cNvSpPr>
          <p:nvPr>
            <p:ph type="body" sz="quarter" idx="12"/>
          </p:nvPr>
        </p:nvSpPr>
        <p:spPr>
          <a:xfrm>
            <a:off x="285750" y="1862668"/>
            <a:ext cx="6286500" cy="6231467"/>
          </a:xfrm>
          <a:prstGeom prst="rect">
            <a:avLst/>
          </a:prstGeo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48848" name="Content Placeholder 2"/>
          <p:cNvSpPr>
            <a:spLocks noGrp="1"/>
          </p:cNvSpPr>
          <p:nvPr>
            <p:ph sz="half" idx="1"/>
          </p:nvPr>
        </p:nvSpPr>
        <p:spPr>
          <a:xfrm>
            <a:off x="34290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49" name="Content Placeholder 3"/>
          <p:cNvSpPr>
            <a:spLocks noGrp="1"/>
          </p:cNvSpPr>
          <p:nvPr>
            <p:ph sz="half" idx="2"/>
          </p:nvPr>
        </p:nvSpPr>
        <p:spPr>
          <a:xfrm>
            <a:off x="348615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50"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64A715AE-818F-6440-AFBB-A39CB3A47C06}" type="datetime3">
              <a:rPr lang="en-ID" smtClean="0"/>
              <a:t>8 October 2026</a:t>
            </a:fld>
            <a:endParaRPr lang="en-US"/>
          </a:p>
        </p:txBody>
      </p:sp>
      <p:sp>
        <p:nvSpPr>
          <p:cNvPr id="1048851"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52"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53"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54"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48821" name="Text Placeholder 2"/>
          <p:cNvSpPr>
            <a:spLocks noGrp="1"/>
          </p:cNvSpPr>
          <p:nvPr>
            <p:ph type="body" idx="1"/>
          </p:nvPr>
        </p:nvSpPr>
        <p:spPr>
          <a:xfrm>
            <a:off x="342901" y="1955803"/>
            <a:ext cx="303014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22" name="Content Placeholder 3"/>
          <p:cNvSpPr>
            <a:spLocks noGrp="1"/>
          </p:cNvSpPr>
          <p:nvPr>
            <p:ph sz="half" idx="2"/>
          </p:nvPr>
        </p:nvSpPr>
        <p:spPr>
          <a:xfrm>
            <a:off x="342901" y="2810935"/>
            <a:ext cx="303014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23" name="Text Placeholder 4"/>
          <p:cNvSpPr>
            <a:spLocks noGrp="1"/>
          </p:cNvSpPr>
          <p:nvPr>
            <p:ph type="body" sz="quarter" idx="3"/>
          </p:nvPr>
        </p:nvSpPr>
        <p:spPr>
          <a:xfrm>
            <a:off x="3483773" y="1955803"/>
            <a:ext cx="303133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24" name="Content Placeholder 5"/>
          <p:cNvSpPr>
            <a:spLocks noGrp="1"/>
          </p:cNvSpPr>
          <p:nvPr>
            <p:ph sz="quarter" idx="4"/>
          </p:nvPr>
        </p:nvSpPr>
        <p:spPr>
          <a:xfrm>
            <a:off x="3483773" y="2810935"/>
            <a:ext cx="303133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25"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00E42B3C-B422-504E-9EED-7AACCF2B5E44}" type="datetime3">
              <a:rPr lang="en-ID" smtClean="0"/>
              <a:t>8 October 2026</a:t>
            </a:fld>
            <a:endParaRPr lang="en-US"/>
          </a:p>
        </p:txBody>
      </p:sp>
      <p:sp>
        <p:nvSpPr>
          <p:cNvPr id="1048826"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27" name="TextBox 13"/>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2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29"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048830" name="Picture Placeholder 2"/>
          <p:cNvSpPr>
            <a:spLocks noGrp="1"/>
          </p:cNvSpPr>
          <p:nvPr>
            <p:ph type="pic" idx="1"/>
          </p:nvPr>
        </p:nvSpPr>
        <p:spPr>
          <a:xfrm>
            <a:off x="0" y="5"/>
            <a:ext cx="6858000" cy="914399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831"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5F7101B9-0C97-964E-A88D-0AC093AF6B5C}" type="datetime3">
              <a:rPr lang="en-ID" smtClean="0"/>
              <a:t>8 October 2026</a:t>
            </a:fld>
            <a:endParaRPr lang="en-US"/>
          </a:p>
        </p:txBody>
      </p:sp>
      <p:sp>
        <p:nvSpPr>
          <p:cNvPr id="1048832"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33"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34"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35"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ustom">
    <p:spTree>
      <p:nvGrpSpPr>
        <p:cNvPr id="1" name=""/>
        <p:cNvGrpSpPr/>
        <p:nvPr/>
      </p:nvGrpSpPr>
      <p:grpSpPr>
        <a:xfrm>
          <a:off x="0" y="0"/>
          <a:ext cx="0" cy="0"/>
          <a:chOff x="0" y="0"/>
          <a:chExt cx="0" cy="0"/>
        </a:xfrm>
      </p:grpSpPr>
      <p:sp>
        <p:nvSpPr>
          <p:cNvPr id="104881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4276A6DD-0719-DE4A-805F-F977A7208FC1}" type="datetime3">
              <a:rPr lang="en-ID" smtClean="0"/>
              <a:t>8 October 2026</a:t>
            </a:fld>
            <a:endParaRPr lang="en-US"/>
          </a:p>
        </p:txBody>
      </p:sp>
      <p:sp>
        <p:nvSpPr>
          <p:cNvPr id="104881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18" name="TextBox 12"/>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1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2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48867" name="Text Placeholder 2"/>
          <p:cNvSpPr>
            <a:spLocks noGrp="1"/>
          </p:cNvSpPr>
          <p:nvPr>
            <p:ph type="body" idx="1"/>
          </p:nvPr>
        </p:nvSpPr>
        <p:spPr>
          <a:xfrm>
            <a:off x="541735" y="3874916"/>
            <a:ext cx="5829300" cy="2000955"/>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86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69" name="Text Placeholder 27"/>
          <p:cNvSpPr>
            <a:spLocks noGrp="1"/>
          </p:cNvSpPr>
          <p:nvPr>
            <p:ph type="body" sz="quarter" idx="13" hasCustomPrompt="1"/>
          </p:nvPr>
        </p:nvSpPr>
        <p:spPr>
          <a:xfrm>
            <a:off x="285750" y="508000"/>
            <a:ext cx="1600200" cy="406400"/>
          </a:xfrm>
          <a:prstGeom prst="rect">
            <a:avLst/>
          </a:prstGeom>
        </p:spPr>
        <p:txBody>
          <a:bodyPr anchor="ctr"/>
          <a:lstStyle/>
          <a:p>
            <a:pPr lvl="0"/>
            <a:r>
              <a:rPr lang="en-US" dirty="0"/>
              <a:t>Presentation Title</a:t>
            </a:r>
          </a:p>
        </p:txBody>
      </p:sp>
      <p:sp>
        <p:nvSpPr>
          <p:cNvPr id="1048870"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6EF6109C-FED9-BB47-B7E0-A96B0C3A3715}" type="datetime3">
              <a:rPr lang="en-ID" smtClean="0"/>
              <a:t>8 October 2026</a:t>
            </a:fld>
            <a:endParaRPr lang="en-US"/>
          </a:p>
        </p:txBody>
      </p:sp>
      <p:sp>
        <p:nvSpPr>
          <p:cNvPr id="1048871" name="Slide Number Placeholder 5"/>
          <p:cNvSpPr>
            <a:spLocks noGrp="1"/>
          </p:cNvSpPr>
          <p:nvPr>
            <p:ph type="sldNum" sz="quarter" idx="12"/>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72" name="TextBox 17"/>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1048861" name="Text Placeholder 5"/>
          <p:cNvSpPr>
            <a:spLocks noGrp="1"/>
          </p:cNvSpPr>
          <p:nvPr>
            <p:ph type="body" sz="quarter" idx="12"/>
          </p:nvPr>
        </p:nvSpPr>
        <p:spPr>
          <a:xfrm>
            <a:off x="285750" y="1862668"/>
            <a:ext cx="6286500" cy="6231467"/>
          </a:xfrm>
          <a:prstGeom prst="rect">
            <a:avLst/>
          </a:prstGeo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62"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20AB3E7D-631D-674D-ACFC-9060208EC6DA}" type="datetime3">
              <a:rPr lang="en-ID" smtClean="0"/>
              <a:t>8 October 2026</a:t>
            </a:fld>
            <a:endParaRPr lang="en-US"/>
          </a:p>
        </p:txBody>
      </p:sp>
      <p:sp>
        <p:nvSpPr>
          <p:cNvPr id="1048863"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64"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65"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66"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1048880"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10036071-6960-5444-8E6F-8EC74E87B3F1}" type="datetime3">
              <a:rPr lang="en-ID" smtClean="0"/>
              <a:t>8 October 2026</a:t>
            </a:fld>
            <a:endParaRPr lang="en-US"/>
          </a:p>
        </p:txBody>
      </p:sp>
      <p:sp>
        <p:nvSpPr>
          <p:cNvPr id="1048881"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82"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83"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84"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
        <p:nvSpPr>
          <p:cNvPr id="1048885" name="Text Placeholder 5"/>
          <p:cNvSpPr>
            <a:spLocks noGrp="1"/>
          </p:cNvSpPr>
          <p:nvPr>
            <p:ph type="body" sz="quarter" idx="12"/>
          </p:nvPr>
        </p:nvSpPr>
        <p:spPr>
          <a:xfrm>
            <a:off x="285750" y="1862668"/>
            <a:ext cx="6286500" cy="6231467"/>
          </a:xfrm>
          <a:prstGeom prst="rect">
            <a:avLst/>
          </a:prstGeo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48873" name="Content Placeholder 2"/>
          <p:cNvSpPr>
            <a:spLocks noGrp="1"/>
          </p:cNvSpPr>
          <p:nvPr>
            <p:ph sz="half" idx="1"/>
          </p:nvPr>
        </p:nvSpPr>
        <p:spPr>
          <a:xfrm>
            <a:off x="34290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74" name="Content Placeholder 3"/>
          <p:cNvSpPr>
            <a:spLocks noGrp="1"/>
          </p:cNvSpPr>
          <p:nvPr>
            <p:ph sz="half" idx="2"/>
          </p:nvPr>
        </p:nvSpPr>
        <p:spPr>
          <a:xfrm>
            <a:off x="348615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75"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16F62AD8-6F13-D341-BC8C-6372B8758D67}" type="datetime3">
              <a:rPr lang="en-ID" smtClean="0"/>
              <a:t>8 October 2026</a:t>
            </a:fld>
            <a:endParaRPr lang="en-US"/>
          </a:p>
        </p:txBody>
      </p:sp>
      <p:sp>
        <p:nvSpPr>
          <p:cNvPr id="1048876"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77"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7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79"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48892" name="Text Placeholder 2"/>
          <p:cNvSpPr>
            <a:spLocks noGrp="1"/>
          </p:cNvSpPr>
          <p:nvPr>
            <p:ph type="body" idx="1"/>
          </p:nvPr>
        </p:nvSpPr>
        <p:spPr>
          <a:xfrm>
            <a:off x="342901" y="1955803"/>
            <a:ext cx="303014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93" name="Content Placeholder 3"/>
          <p:cNvSpPr>
            <a:spLocks noGrp="1"/>
          </p:cNvSpPr>
          <p:nvPr>
            <p:ph sz="half" idx="2"/>
          </p:nvPr>
        </p:nvSpPr>
        <p:spPr>
          <a:xfrm>
            <a:off x="342901" y="2810935"/>
            <a:ext cx="303014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94" name="Text Placeholder 4"/>
          <p:cNvSpPr>
            <a:spLocks noGrp="1"/>
          </p:cNvSpPr>
          <p:nvPr>
            <p:ph type="body" sz="quarter" idx="3"/>
          </p:nvPr>
        </p:nvSpPr>
        <p:spPr>
          <a:xfrm>
            <a:off x="3483773" y="1955803"/>
            <a:ext cx="303133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95" name="Content Placeholder 5"/>
          <p:cNvSpPr>
            <a:spLocks noGrp="1"/>
          </p:cNvSpPr>
          <p:nvPr>
            <p:ph sz="quarter" idx="4"/>
          </p:nvPr>
        </p:nvSpPr>
        <p:spPr>
          <a:xfrm>
            <a:off x="3483773" y="2810935"/>
            <a:ext cx="303133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9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13B804BE-6D8A-E949-B805-DCC667F60605}" type="datetime3">
              <a:rPr lang="en-ID" smtClean="0"/>
              <a:t>8 October 2026</a:t>
            </a:fld>
            <a:endParaRPr lang="en-US"/>
          </a:p>
        </p:txBody>
      </p:sp>
      <p:sp>
        <p:nvSpPr>
          <p:cNvPr id="104889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98" name="TextBox 13"/>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9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90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048886" name="Picture Placeholder 2"/>
          <p:cNvSpPr>
            <a:spLocks noGrp="1"/>
          </p:cNvSpPr>
          <p:nvPr>
            <p:ph type="pic" idx="1"/>
          </p:nvPr>
        </p:nvSpPr>
        <p:spPr>
          <a:xfrm>
            <a:off x="0" y="5"/>
            <a:ext cx="6858000" cy="914399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887"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6C05EDBD-FBF2-074E-9570-59748DA90955}" type="datetime3">
              <a:rPr lang="en-ID" smtClean="0"/>
              <a:t>8 October 2026</a:t>
            </a:fld>
            <a:endParaRPr lang="en-US"/>
          </a:p>
        </p:txBody>
      </p:sp>
      <p:sp>
        <p:nvSpPr>
          <p:cNvPr id="1048888"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89"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90"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91"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ustom">
    <p:spTree>
      <p:nvGrpSpPr>
        <p:cNvPr id="1" name=""/>
        <p:cNvGrpSpPr/>
        <p:nvPr/>
      </p:nvGrpSpPr>
      <p:grpSpPr>
        <a:xfrm>
          <a:off x="0" y="0"/>
          <a:ext cx="0" cy="0"/>
          <a:chOff x="0" y="0"/>
          <a:chExt cx="0" cy="0"/>
        </a:xfrm>
      </p:grpSpPr>
      <p:sp>
        <p:nvSpPr>
          <p:cNvPr id="104885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570D93E9-C376-A947-8A1C-35F0E1B29729}" type="datetime3">
              <a:rPr lang="en-ID" smtClean="0"/>
              <a:t>8 October 2026</a:t>
            </a:fld>
            <a:endParaRPr lang="en-US"/>
          </a:p>
        </p:txBody>
      </p:sp>
      <p:sp>
        <p:nvSpPr>
          <p:cNvPr id="104885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58" name="TextBox 12"/>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5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6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48687" name="Text Placeholder 2"/>
          <p:cNvSpPr>
            <a:spLocks noGrp="1"/>
          </p:cNvSpPr>
          <p:nvPr>
            <p:ph type="body" idx="1"/>
          </p:nvPr>
        </p:nvSpPr>
        <p:spPr>
          <a:xfrm>
            <a:off x="541735" y="3874916"/>
            <a:ext cx="5829300" cy="2000955"/>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68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89" name="Text Placeholder 27"/>
          <p:cNvSpPr>
            <a:spLocks noGrp="1"/>
          </p:cNvSpPr>
          <p:nvPr>
            <p:ph type="body" sz="quarter" idx="13" hasCustomPrompt="1"/>
          </p:nvPr>
        </p:nvSpPr>
        <p:spPr>
          <a:xfrm>
            <a:off x="285750" y="508000"/>
            <a:ext cx="1600200" cy="406400"/>
          </a:xfrm>
          <a:prstGeom prst="rect">
            <a:avLst/>
          </a:prstGeom>
        </p:spPr>
        <p:txBody>
          <a:bodyPr anchor="ctr"/>
          <a:lstStyle/>
          <a:p>
            <a:pPr lvl="0"/>
            <a:r>
              <a:rPr lang="en-US"/>
              <a:t>Presentation Title</a:t>
            </a:r>
          </a:p>
        </p:txBody>
      </p:sp>
      <p:sp>
        <p:nvSpPr>
          <p:cNvPr id="1048690"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817FFA5C-C6C6-A049-B744-29447C458644}" type="datetime3">
              <a:rPr lang="en-ID" smtClean="0"/>
              <a:t>8 October 2026</a:t>
            </a:fld>
            <a:endParaRPr lang="en-US"/>
          </a:p>
        </p:txBody>
      </p:sp>
      <p:sp>
        <p:nvSpPr>
          <p:cNvPr id="1048691" name="Slide Number Placeholder 5"/>
          <p:cNvSpPr>
            <a:spLocks noGrp="1"/>
          </p:cNvSpPr>
          <p:nvPr>
            <p:ph type="sldNum" sz="quarter" idx="12"/>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92" name="TextBox 17"/>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1048668" name="Text Placeholder 5"/>
          <p:cNvSpPr>
            <a:spLocks noGrp="1"/>
          </p:cNvSpPr>
          <p:nvPr>
            <p:ph type="body" sz="quarter" idx="12"/>
          </p:nvPr>
        </p:nvSpPr>
        <p:spPr>
          <a:xfrm>
            <a:off x="285750" y="1862668"/>
            <a:ext cx="6286500" cy="6231467"/>
          </a:xfrm>
          <a:prstGeom prst="rect">
            <a:avLst/>
          </a:prstGeo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69"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7400B4C7-443F-D545-9067-F911AF81B13F}" type="datetime3">
              <a:rPr lang="en-ID" smtClean="0"/>
              <a:t>8 October 2026</a:t>
            </a:fld>
            <a:endParaRPr lang="en-US"/>
          </a:p>
        </p:txBody>
      </p:sp>
      <p:sp>
        <p:nvSpPr>
          <p:cNvPr id="1048670"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71"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72"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73"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1048674"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313A75C9-8B1A-B540-88B7-B4A1312D022A}" type="datetime3">
              <a:rPr lang="en-ID" smtClean="0"/>
              <a:t>8 October 2026</a:t>
            </a:fld>
            <a:endParaRPr lang="en-US"/>
          </a:p>
        </p:txBody>
      </p:sp>
      <p:sp>
        <p:nvSpPr>
          <p:cNvPr id="1048675"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76"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77"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78"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
        <p:nvSpPr>
          <p:cNvPr id="1048679" name="Text Placeholder 5"/>
          <p:cNvSpPr>
            <a:spLocks noGrp="1"/>
          </p:cNvSpPr>
          <p:nvPr>
            <p:ph type="body" sz="quarter" idx="12"/>
          </p:nvPr>
        </p:nvSpPr>
        <p:spPr>
          <a:xfrm>
            <a:off x="285750" y="1862668"/>
            <a:ext cx="6286500" cy="6231467"/>
          </a:xfrm>
          <a:prstGeom prst="rect">
            <a:avLst/>
          </a:prstGeo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48680" name="Content Placeholder 2"/>
          <p:cNvSpPr>
            <a:spLocks noGrp="1"/>
          </p:cNvSpPr>
          <p:nvPr>
            <p:ph sz="half" idx="1"/>
          </p:nvPr>
        </p:nvSpPr>
        <p:spPr>
          <a:xfrm>
            <a:off x="34290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81" name="Content Placeholder 3"/>
          <p:cNvSpPr>
            <a:spLocks noGrp="1"/>
          </p:cNvSpPr>
          <p:nvPr>
            <p:ph sz="half" idx="2"/>
          </p:nvPr>
        </p:nvSpPr>
        <p:spPr>
          <a:xfrm>
            <a:off x="348615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82"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E1975889-09EE-344A-82C9-1D49023CE12A}" type="datetime3">
              <a:rPr lang="en-ID" smtClean="0"/>
              <a:t>8 October 2026</a:t>
            </a:fld>
            <a:endParaRPr lang="en-US"/>
          </a:p>
        </p:txBody>
      </p:sp>
      <p:sp>
        <p:nvSpPr>
          <p:cNvPr id="1048683"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84"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85"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86"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48659" name="Text Placeholder 2"/>
          <p:cNvSpPr>
            <a:spLocks noGrp="1"/>
          </p:cNvSpPr>
          <p:nvPr>
            <p:ph type="body" idx="1"/>
          </p:nvPr>
        </p:nvSpPr>
        <p:spPr>
          <a:xfrm>
            <a:off x="342901" y="1955803"/>
            <a:ext cx="303014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60" name="Content Placeholder 3"/>
          <p:cNvSpPr>
            <a:spLocks noGrp="1"/>
          </p:cNvSpPr>
          <p:nvPr>
            <p:ph sz="half" idx="2"/>
          </p:nvPr>
        </p:nvSpPr>
        <p:spPr>
          <a:xfrm>
            <a:off x="342901" y="2810935"/>
            <a:ext cx="303014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61" name="Text Placeholder 4"/>
          <p:cNvSpPr>
            <a:spLocks noGrp="1"/>
          </p:cNvSpPr>
          <p:nvPr>
            <p:ph type="body" sz="quarter" idx="3"/>
          </p:nvPr>
        </p:nvSpPr>
        <p:spPr>
          <a:xfrm>
            <a:off x="3483773" y="1955803"/>
            <a:ext cx="303133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62" name="Content Placeholder 5"/>
          <p:cNvSpPr>
            <a:spLocks noGrp="1"/>
          </p:cNvSpPr>
          <p:nvPr>
            <p:ph sz="quarter" idx="4"/>
          </p:nvPr>
        </p:nvSpPr>
        <p:spPr>
          <a:xfrm>
            <a:off x="3483773" y="2810935"/>
            <a:ext cx="303133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63"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78FEB24A-3A7F-8A4E-A3AB-E47BDBB22021}" type="datetime3">
              <a:rPr lang="en-ID" smtClean="0"/>
              <a:t>8 October 2026</a:t>
            </a:fld>
            <a:endParaRPr lang="en-US"/>
          </a:p>
        </p:txBody>
      </p:sp>
      <p:sp>
        <p:nvSpPr>
          <p:cNvPr id="1048664"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65" name="TextBox 13"/>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66"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67"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048648" name="Picture Placeholder 2"/>
          <p:cNvSpPr>
            <a:spLocks noGrp="1"/>
          </p:cNvSpPr>
          <p:nvPr>
            <p:ph type="pic" idx="1"/>
          </p:nvPr>
        </p:nvSpPr>
        <p:spPr>
          <a:xfrm>
            <a:off x="0" y="5"/>
            <a:ext cx="6858000" cy="914399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649"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61FEB1A1-3392-7A40-B9C8-F71E47AB4BCA}" type="datetime3">
              <a:rPr lang="en-ID" smtClean="0"/>
              <a:t>8 October 2026</a:t>
            </a:fld>
            <a:endParaRPr lang="en-US"/>
          </a:p>
        </p:txBody>
      </p:sp>
      <p:sp>
        <p:nvSpPr>
          <p:cNvPr id="1048650"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51"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52"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53"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ustom">
    <p:spTree>
      <p:nvGrpSpPr>
        <p:cNvPr id="1" name=""/>
        <p:cNvGrpSpPr/>
        <p:nvPr/>
      </p:nvGrpSpPr>
      <p:grpSpPr>
        <a:xfrm>
          <a:off x="0" y="0"/>
          <a:ext cx="0" cy="0"/>
          <a:chOff x="0" y="0"/>
          <a:chExt cx="0" cy="0"/>
        </a:xfrm>
      </p:grpSpPr>
      <p:sp>
        <p:nvSpPr>
          <p:cNvPr id="1048654"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BB780499-43E8-C941-A319-959BC27AE094}" type="datetime3">
              <a:rPr lang="en-ID" smtClean="0"/>
              <a:t>8 October 2026</a:t>
            </a:fld>
            <a:endParaRPr lang="en-US"/>
          </a:p>
        </p:txBody>
      </p:sp>
      <p:sp>
        <p:nvSpPr>
          <p:cNvPr id="1048655"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56" name="TextBox 12"/>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57"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58"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48782" name="Text Placeholder 2"/>
          <p:cNvSpPr>
            <a:spLocks noGrp="1"/>
          </p:cNvSpPr>
          <p:nvPr>
            <p:ph type="body" idx="1"/>
          </p:nvPr>
        </p:nvSpPr>
        <p:spPr>
          <a:xfrm>
            <a:off x="541735" y="3874916"/>
            <a:ext cx="5829300" cy="2000955"/>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783"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84" name="Text Placeholder 27"/>
          <p:cNvSpPr>
            <a:spLocks noGrp="1"/>
          </p:cNvSpPr>
          <p:nvPr>
            <p:ph type="body" sz="quarter" idx="13" hasCustomPrompt="1"/>
          </p:nvPr>
        </p:nvSpPr>
        <p:spPr>
          <a:xfrm>
            <a:off x="285750" y="508000"/>
            <a:ext cx="1600200" cy="406400"/>
          </a:xfrm>
          <a:prstGeom prst="rect">
            <a:avLst/>
          </a:prstGeom>
        </p:spPr>
        <p:txBody>
          <a:bodyPr anchor="ctr"/>
          <a:lstStyle/>
          <a:p>
            <a:pPr lvl="0"/>
            <a:r>
              <a:rPr lang="en-US"/>
              <a:t>Presentation Title</a:t>
            </a:r>
          </a:p>
        </p:txBody>
      </p:sp>
      <p:sp>
        <p:nvSpPr>
          <p:cNvPr id="1048785"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792E1114-433A-1A43-AA36-5DE7D47A4699}" type="datetime3">
              <a:rPr lang="en-ID" smtClean="0"/>
              <a:t>8 October 2026</a:t>
            </a:fld>
            <a:endParaRPr lang="en-US"/>
          </a:p>
        </p:txBody>
      </p:sp>
      <p:sp>
        <p:nvSpPr>
          <p:cNvPr id="1048786" name="Slide Number Placeholder 5"/>
          <p:cNvSpPr>
            <a:spLocks noGrp="1"/>
          </p:cNvSpPr>
          <p:nvPr>
            <p:ph type="sldNum" sz="quarter" idx="12"/>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87" name="TextBox 17"/>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1048776" name="Text Placeholder 5"/>
          <p:cNvSpPr>
            <a:spLocks noGrp="1"/>
          </p:cNvSpPr>
          <p:nvPr>
            <p:ph type="body" sz="quarter" idx="12"/>
          </p:nvPr>
        </p:nvSpPr>
        <p:spPr>
          <a:xfrm>
            <a:off x="285750" y="1862668"/>
            <a:ext cx="6286500" cy="6231467"/>
          </a:xfrm>
          <a:prstGeom prst="rect">
            <a:avLst/>
          </a:prstGeo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77"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52E54845-308A-7F41-AA99-FA7CEE6CF869}" type="datetime3">
              <a:rPr lang="en-ID" smtClean="0"/>
              <a:t>8 October 2026</a:t>
            </a:fld>
            <a:endParaRPr lang="en-US"/>
          </a:p>
        </p:txBody>
      </p:sp>
      <p:sp>
        <p:nvSpPr>
          <p:cNvPr id="1048778"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79"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80"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81"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1048788"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1071103D-81C7-2A4F-A1D3-3B2820EDC6F0}" type="datetime3">
              <a:rPr lang="en-ID" smtClean="0"/>
              <a:t>8 October 2026</a:t>
            </a:fld>
            <a:endParaRPr lang="en-US"/>
          </a:p>
        </p:txBody>
      </p:sp>
      <p:sp>
        <p:nvSpPr>
          <p:cNvPr id="1048789"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90"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91"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92"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
        <p:nvSpPr>
          <p:cNvPr id="1048793" name="Text Placeholder 5"/>
          <p:cNvSpPr>
            <a:spLocks noGrp="1"/>
          </p:cNvSpPr>
          <p:nvPr>
            <p:ph type="body" sz="quarter" idx="12"/>
          </p:nvPr>
        </p:nvSpPr>
        <p:spPr>
          <a:xfrm>
            <a:off x="285750" y="1862668"/>
            <a:ext cx="6286500" cy="6231467"/>
          </a:xfrm>
          <a:prstGeom prst="rect">
            <a:avLst/>
          </a:prstGeo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48794" name="Content Placeholder 2"/>
          <p:cNvSpPr>
            <a:spLocks noGrp="1"/>
          </p:cNvSpPr>
          <p:nvPr>
            <p:ph sz="half" idx="1"/>
          </p:nvPr>
        </p:nvSpPr>
        <p:spPr>
          <a:xfrm>
            <a:off x="34290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95" name="Content Placeholder 3"/>
          <p:cNvSpPr>
            <a:spLocks noGrp="1"/>
          </p:cNvSpPr>
          <p:nvPr>
            <p:ph sz="half" idx="2"/>
          </p:nvPr>
        </p:nvSpPr>
        <p:spPr>
          <a:xfrm>
            <a:off x="348615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9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3A93F5F3-9B97-8344-B1B4-ABE2473A197A}" type="datetime3">
              <a:rPr lang="en-ID" smtClean="0"/>
              <a:t>8 October 2026</a:t>
            </a:fld>
            <a:endParaRPr lang="en-US"/>
          </a:p>
        </p:txBody>
      </p:sp>
      <p:sp>
        <p:nvSpPr>
          <p:cNvPr id="104879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98"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9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0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48801" name="Text Placeholder 2"/>
          <p:cNvSpPr>
            <a:spLocks noGrp="1"/>
          </p:cNvSpPr>
          <p:nvPr>
            <p:ph type="body" idx="1"/>
          </p:nvPr>
        </p:nvSpPr>
        <p:spPr>
          <a:xfrm>
            <a:off x="342901" y="1955803"/>
            <a:ext cx="303014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02" name="Content Placeholder 3"/>
          <p:cNvSpPr>
            <a:spLocks noGrp="1"/>
          </p:cNvSpPr>
          <p:nvPr>
            <p:ph sz="half" idx="2"/>
          </p:nvPr>
        </p:nvSpPr>
        <p:spPr>
          <a:xfrm>
            <a:off x="342901" y="2810935"/>
            <a:ext cx="303014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03" name="Text Placeholder 4"/>
          <p:cNvSpPr>
            <a:spLocks noGrp="1"/>
          </p:cNvSpPr>
          <p:nvPr>
            <p:ph type="body" sz="quarter" idx="3"/>
          </p:nvPr>
        </p:nvSpPr>
        <p:spPr>
          <a:xfrm>
            <a:off x="3483773" y="1955803"/>
            <a:ext cx="303133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04" name="Content Placeholder 5"/>
          <p:cNvSpPr>
            <a:spLocks noGrp="1"/>
          </p:cNvSpPr>
          <p:nvPr>
            <p:ph sz="quarter" idx="4"/>
          </p:nvPr>
        </p:nvSpPr>
        <p:spPr>
          <a:xfrm>
            <a:off x="3483773" y="2810935"/>
            <a:ext cx="303133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05"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F22E47FA-41D4-404E-87E9-7D1F6BDC88C0}" type="datetime3">
              <a:rPr lang="en-ID" smtClean="0"/>
              <a:t>8 October 2026</a:t>
            </a:fld>
            <a:endParaRPr lang="en-US"/>
          </a:p>
        </p:txBody>
      </p:sp>
      <p:sp>
        <p:nvSpPr>
          <p:cNvPr id="1048806"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07" name="TextBox 13"/>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0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09"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048765" name="Picture Placeholder 2"/>
          <p:cNvSpPr>
            <a:spLocks noGrp="1"/>
          </p:cNvSpPr>
          <p:nvPr>
            <p:ph type="pic" idx="1"/>
          </p:nvPr>
        </p:nvSpPr>
        <p:spPr>
          <a:xfrm>
            <a:off x="0" y="5"/>
            <a:ext cx="6858000" cy="914399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76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CF54DA69-1ED2-EC4D-9A71-82EC9B98A11B}" type="datetime3">
              <a:rPr lang="en-ID" smtClean="0"/>
              <a:t>8 October 2026</a:t>
            </a:fld>
            <a:endParaRPr lang="en-US"/>
          </a:p>
        </p:txBody>
      </p:sp>
      <p:sp>
        <p:nvSpPr>
          <p:cNvPr id="104876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68"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6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7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ustom">
    <p:spTree>
      <p:nvGrpSpPr>
        <p:cNvPr id="1" name=""/>
        <p:cNvGrpSpPr/>
        <p:nvPr/>
      </p:nvGrpSpPr>
      <p:grpSpPr>
        <a:xfrm>
          <a:off x="0" y="0"/>
          <a:ext cx="0" cy="0"/>
          <a:chOff x="0" y="0"/>
          <a:chExt cx="0" cy="0"/>
        </a:xfrm>
      </p:grpSpPr>
      <p:sp>
        <p:nvSpPr>
          <p:cNvPr id="1048771"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97535B67-28D6-4D40-8A20-4DB7314F65D6}" type="datetime3">
              <a:rPr lang="en-ID" smtClean="0"/>
              <a:t>8 October 2026</a:t>
            </a:fld>
            <a:endParaRPr lang="en-US"/>
          </a:p>
        </p:txBody>
      </p:sp>
      <p:sp>
        <p:nvSpPr>
          <p:cNvPr id="1048772"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73" name="TextBox 12"/>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74"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75"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dirty="0"/>
              <a:t>Presentation Title</a:t>
            </a: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585" name="Title 1"/>
          <p:cNvSpPr>
            <a:spLocks noGrp="1"/>
          </p:cNvSpPr>
          <p:nvPr>
            <p:ph type="ctrTitle"/>
          </p:nvPr>
        </p:nvSpPr>
        <p:spPr>
          <a:xfrm>
            <a:off x="514350" y="1496484"/>
            <a:ext cx="5829301" cy="3183466"/>
          </a:xfrm>
        </p:spPr>
        <p:txBody>
          <a:bodyPr anchor="b"/>
          <a:lstStyle>
            <a:lvl1pPr algn="ctr">
              <a:defRPr sz="4500"/>
            </a:lvl1pPr>
          </a:lstStyle>
          <a:p>
            <a:r>
              <a:rPr lang="en-US" dirty="0"/>
              <a:t>Click to edit Master title style</a:t>
            </a:r>
          </a:p>
        </p:txBody>
      </p:sp>
      <p:sp>
        <p:nvSpPr>
          <p:cNvPr id="1048586" name="Subtitle 2"/>
          <p:cNvSpPr>
            <a:spLocks noGrp="1"/>
          </p:cNvSpPr>
          <p:nvPr>
            <p:ph type="subTitle" idx="1"/>
          </p:nvPr>
        </p:nvSpPr>
        <p:spPr>
          <a:xfrm>
            <a:off x="857251" y="4802718"/>
            <a:ext cx="5143500" cy="2207683"/>
          </a:xfrm>
        </p:spPr>
        <p:txBody>
          <a:bodyPr/>
          <a:lstStyle>
            <a:lvl1pPr marL="0" indent="0" algn="ctr">
              <a:buNone/>
              <a:defRPr sz="1800"/>
            </a:lvl1pPr>
            <a:lvl2pPr marL="342871" indent="0" algn="ctr">
              <a:buNone/>
              <a:defRPr sz="1500"/>
            </a:lvl2pPr>
            <a:lvl3pPr marL="685740" indent="0" algn="ctr">
              <a:buNone/>
              <a:defRPr sz="1300"/>
            </a:lvl3pPr>
            <a:lvl4pPr marL="1028611" indent="0" algn="ctr">
              <a:buNone/>
              <a:defRPr sz="1200"/>
            </a:lvl4pPr>
            <a:lvl5pPr marL="1371481" indent="0" algn="ctr">
              <a:buNone/>
              <a:defRPr sz="1200"/>
            </a:lvl5pPr>
            <a:lvl6pPr marL="1714352" indent="0" algn="ctr">
              <a:buNone/>
              <a:defRPr sz="1200"/>
            </a:lvl6pPr>
            <a:lvl7pPr marL="2057223" indent="0" algn="ctr">
              <a:buNone/>
              <a:defRPr sz="1200"/>
            </a:lvl7pPr>
            <a:lvl8pPr marL="2400092" indent="0" algn="ctr">
              <a:buNone/>
              <a:defRPr sz="1200"/>
            </a:lvl8pPr>
            <a:lvl9pPr marL="2742963" indent="0" algn="ctr">
              <a:buNone/>
              <a:defRPr sz="1200"/>
            </a:lvl9pPr>
          </a:lstStyle>
          <a:p>
            <a:r>
              <a:rPr lang="en-US"/>
              <a:t>Click to edit Master subtitle style</a:t>
            </a:r>
          </a:p>
        </p:txBody>
      </p:sp>
      <p:sp>
        <p:nvSpPr>
          <p:cNvPr id="1048587"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08/10/2026</a:t>
            </a:fld>
            <a:endParaRPr lang="id-ID">
              <a:solidFill>
                <a:prstClr val="black">
                  <a:tint val="75000"/>
                </a:prstClr>
              </a:solidFill>
            </a:endParaRPr>
          </a:p>
        </p:txBody>
      </p:sp>
      <p:sp>
        <p:nvSpPr>
          <p:cNvPr id="1048588"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589"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740" name="Title 1"/>
          <p:cNvSpPr>
            <a:spLocks noGrp="1"/>
          </p:cNvSpPr>
          <p:nvPr>
            <p:ph type="title"/>
          </p:nvPr>
        </p:nvSpPr>
        <p:spPr/>
        <p:txBody>
          <a:bodyPr/>
          <a:lstStyle/>
          <a:p>
            <a:r>
              <a:rPr lang="en-US" dirty="0"/>
              <a:t>Click to edit Master title style</a:t>
            </a:r>
          </a:p>
        </p:txBody>
      </p:sp>
      <p:sp>
        <p:nvSpPr>
          <p:cNvPr id="1048741"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42"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08/10/2026</a:t>
            </a:fld>
            <a:endParaRPr lang="id-ID">
              <a:solidFill>
                <a:prstClr val="black">
                  <a:tint val="75000"/>
                </a:prstClr>
              </a:solidFill>
            </a:endParaRPr>
          </a:p>
        </p:txBody>
      </p:sp>
      <p:sp>
        <p:nvSpPr>
          <p:cNvPr id="1048743"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744"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708" name="Title 1"/>
          <p:cNvSpPr>
            <a:spLocks noGrp="1"/>
          </p:cNvSpPr>
          <p:nvPr>
            <p:ph type="title"/>
          </p:nvPr>
        </p:nvSpPr>
        <p:spPr>
          <a:xfrm>
            <a:off x="467916" y="2279653"/>
            <a:ext cx="5915025" cy="3803650"/>
          </a:xfrm>
        </p:spPr>
        <p:txBody>
          <a:bodyPr anchor="b"/>
          <a:lstStyle>
            <a:lvl1pPr>
              <a:defRPr sz="4500"/>
            </a:lvl1pPr>
          </a:lstStyle>
          <a:p>
            <a:r>
              <a:rPr lang="en-US"/>
              <a:t>Click to edit Master title style</a:t>
            </a:r>
          </a:p>
        </p:txBody>
      </p:sp>
      <p:sp>
        <p:nvSpPr>
          <p:cNvPr id="1048709" name="Text Placeholder 2"/>
          <p:cNvSpPr>
            <a:spLocks noGrp="1"/>
          </p:cNvSpPr>
          <p:nvPr>
            <p:ph type="body" idx="1"/>
          </p:nvPr>
        </p:nvSpPr>
        <p:spPr>
          <a:xfrm>
            <a:off x="467916" y="6119287"/>
            <a:ext cx="5915025" cy="2000249"/>
          </a:xfrm>
        </p:spPr>
        <p:txBody>
          <a:bodyPr/>
          <a:lstStyle>
            <a:lvl1pPr marL="0" indent="0">
              <a:buNone/>
              <a:defRPr sz="1800">
                <a:solidFill>
                  <a:schemeClr val="tx1"/>
                </a:solidFill>
              </a:defRPr>
            </a:lvl1pPr>
            <a:lvl2pPr marL="342871" indent="0">
              <a:buNone/>
              <a:defRPr sz="1500">
                <a:solidFill>
                  <a:schemeClr val="tx1">
                    <a:tint val="75000"/>
                  </a:schemeClr>
                </a:solidFill>
              </a:defRPr>
            </a:lvl2pPr>
            <a:lvl3pPr marL="685740" indent="0">
              <a:buNone/>
              <a:defRPr sz="1300">
                <a:solidFill>
                  <a:schemeClr val="tx1">
                    <a:tint val="75000"/>
                  </a:schemeClr>
                </a:solidFill>
              </a:defRPr>
            </a:lvl3pPr>
            <a:lvl4pPr marL="1028611" indent="0">
              <a:buNone/>
              <a:defRPr sz="1200">
                <a:solidFill>
                  <a:schemeClr val="tx1">
                    <a:tint val="75000"/>
                  </a:schemeClr>
                </a:solidFill>
              </a:defRPr>
            </a:lvl4pPr>
            <a:lvl5pPr marL="1371481" indent="0">
              <a:buNone/>
              <a:defRPr sz="1200">
                <a:solidFill>
                  <a:schemeClr val="tx1">
                    <a:tint val="75000"/>
                  </a:schemeClr>
                </a:solidFill>
              </a:defRPr>
            </a:lvl5pPr>
            <a:lvl6pPr marL="1714352" indent="0">
              <a:buNone/>
              <a:defRPr sz="1200">
                <a:solidFill>
                  <a:schemeClr val="tx1">
                    <a:tint val="75000"/>
                  </a:schemeClr>
                </a:solidFill>
              </a:defRPr>
            </a:lvl6pPr>
            <a:lvl7pPr marL="2057223" indent="0">
              <a:buNone/>
              <a:defRPr sz="1200">
                <a:solidFill>
                  <a:schemeClr val="tx1">
                    <a:tint val="75000"/>
                  </a:schemeClr>
                </a:solidFill>
              </a:defRPr>
            </a:lvl7pPr>
            <a:lvl8pPr marL="2400092" indent="0">
              <a:buNone/>
              <a:defRPr sz="1200">
                <a:solidFill>
                  <a:schemeClr val="tx1">
                    <a:tint val="75000"/>
                  </a:schemeClr>
                </a:solidFill>
              </a:defRPr>
            </a:lvl8pPr>
            <a:lvl9pPr marL="2742963" indent="0">
              <a:buNone/>
              <a:defRPr sz="1200">
                <a:solidFill>
                  <a:schemeClr val="tx1">
                    <a:tint val="75000"/>
                  </a:schemeClr>
                </a:solidFill>
              </a:defRPr>
            </a:lvl9pPr>
          </a:lstStyle>
          <a:p>
            <a:pPr lvl="0"/>
            <a:r>
              <a:rPr lang="en-US"/>
              <a:t>Click to edit Master text styles</a:t>
            </a:r>
          </a:p>
        </p:txBody>
      </p:sp>
      <p:sp>
        <p:nvSpPr>
          <p:cNvPr id="1048710"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08/10/2026</a:t>
            </a:fld>
            <a:endParaRPr lang="id-ID">
              <a:solidFill>
                <a:prstClr val="black">
                  <a:tint val="75000"/>
                </a:prstClr>
              </a:solidFill>
            </a:endParaRPr>
          </a:p>
        </p:txBody>
      </p:sp>
      <p:sp>
        <p:nvSpPr>
          <p:cNvPr id="1048711"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712"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725" name="Title 1"/>
          <p:cNvSpPr>
            <a:spLocks noGrp="1"/>
          </p:cNvSpPr>
          <p:nvPr>
            <p:ph type="title"/>
          </p:nvPr>
        </p:nvSpPr>
        <p:spPr/>
        <p:txBody>
          <a:bodyPr/>
          <a:lstStyle/>
          <a:p>
            <a:r>
              <a:rPr lang="en-US"/>
              <a:t>Click to edit Master title style</a:t>
            </a:r>
          </a:p>
        </p:txBody>
      </p:sp>
      <p:sp>
        <p:nvSpPr>
          <p:cNvPr id="1048726" name="Content Placeholder 2"/>
          <p:cNvSpPr>
            <a:spLocks noGrp="1"/>
          </p:cNvSpPr>
          <p:nvPr>
            <p:ph sz="half" idx="1"/>
          </p:nvPr>
        </p:nvSpPr>
        <p:spPr>
          <a:xfrm>
            <a:off x="471488" y="2434166"/>
            <a:ext cx="291465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7" name="Content Placeholder 3"/>
          <p:cNvSpPr>
            <a:spLocks noGrp="1"/>
          </p:cNvSpPr>
          <p:nvPr>
            <p:ph sz="half" idx="2"/>
          </p:nvPr>
        </p:nvSpPr>
        <p:spPr>
          <a:xfrm>
            <a:off x="3471863" y="2434166"/>
            <a:ext cx="291465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8" name="Date Placeholder 4"/>
          <p:cNvSpPr>
            <a:spLocks noGrp="1"/>
          </p:cNvSpPr>
          <p:nvPr>
            <p:ph type="dt" sz="half" idx="10"/>
          </p:nvPr>
        </p:nvSpPr>
        <p:spPr/>
        <p:txBody>
          <a:bodyPr/>
          <a:lstStyle/>
          <a:p>
            <a:fld id="{BC9D7FC2-0FF7-41D9-9E23-6B9F3C380436}" type="datetimeFigureOut">
              <a:rPr lang="id-ID" smtClean="0">
                <a:solidFill>
                  <a:prstClr val="black">
                    <a:tint val="75000"/>
                  </a:prstClr>
                </a:solidFill>
              </a:rPr>
              <a:t>08/10/2026</a:t>
            </a:fld>
            <a:endParaRPr lang="id-ID">
              <a:solidFill>
                <a:prstClr val="black">
                  <a:tint val="75000"/>
                </a:prstClr>
              </a:solidFill>
            </a:endParaRPr>
          </a:p>
        </p:txBody>
      </p:sp>
      <p:sp>
        <p:nvSpPr>
          <p:cNvPr id="1048729" name="Footer Placeholder 5"/>
          <p:cNvSpPr>
            <a:spLocks noGrp="1"/>
          </p:cNvSpPr>
          <p:nvPr>
            <p:ph type="ftr" sz="quarter" idx="11"/>
          </p:nvPr>
        </p:nvSpPr>
        <p:spPr/>
        <p:txBody>
          <a:bodyPr/>
          <a:lstStyle/>
          <a:p>
            <a:endParaRPr lang="id-ID">
              <a:solidFill>
                <a:prstClr val="black">
                  <a:tint val="75000"/>
                </a:prstClr>
              </a:solidFill>
            </a:endParaRPr>
          </a:p>
        </p:txBody>
      </p:sp>
      <p:sp>
        <p:nvSpPr>
          <p:cNvPr id="1048730" name="Slide Number Placeholder 6"/>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717" name="Title 1"/>
          <p:cNvSpPr>
            <a:spLocks noGrp="1"/>
          </p:cNvSpPr>
          <p:nvPr>
            <p:ph type="title"/>
          </p:nvPr>
        </p:nvSpPr>
        <p:spPr>
          <a:xfrm>
            <a:off x="472381" y="486836"/>
            <a:ext cx="5915025" cy="1767417"/>
          </a:xfrm>
        </p:spPr>
        <p:txBody>
          <a:bodyPr/>
          <a:lstStyle/>
          <a:p>
            <a:r>
              <a:rPr lang="en-US" dirty="0"/>
              <a:t>Click to edit Master title style</a:t>
            </a:r>
          </a:p>
        </p:txBody>
      </p:sp>
      <p:sp>
        <p:nvSpPr>
          <p:cNvPr id="1048718" name="Text Placeholder 2"/>
          <p:cNvSpPr>
            <a:spLocks noGrp="1"/>
          </p:cNvSpPr>
          <p:nvPr>
            <p:ph type="body" idx="1"/>
          </p:nvPr>
        </p:nvSpPr>
        <p:spPr>
          <a:xfrm>
            <a:off x="472382" y="2241551"/>
            <a:ext cx="2901255" cy="1098549"/>
          </a:xfrm>
        </p:spPr>
        <p:txBody>
          <a:bodyPr anchor="b"/>
          <a:lstStyle>
            <a:lvl1pPr marL="0" indent="0">
              <a:buNone/>
              <a:defRPr sz="1800" b="1"/>
            </a:lvl1pPr>
            <a:lvl2pPr marL="342871" indent="0">
              <a:buNone/>
              <a:defRPr sz="1500" b="1"/>
            </a:lvl2pPr>
            <a:lvl3pPr marL="685740" indent="0">
              <a:buNone/>
              <a:defRPr sz="1300" b="1"/>
            </a:lvl3pPr>
            <a:lvl4pPr marL="1028611" indent="0">
              <a:buNone/>
              <a:defRPr sz="1200" b="1"/>
            </a:lvl4pPr>
            <a:lvl5pPr marL="1371481" indent="0">
              <a:buNone/>
              <a:defRPr sz="1200" b="1"/>
            </a:lvl5pPr>
            <a:lvl6pPr marL="1714352" indent="0">
              <a:buNone/>
              <a:defRPr sz="1200" b="1"/>
            </a:lvl6pPr>
            <a:lvl7pPr marL="2057223" indent="0">
              <a:buNone/>
              <a:defRPr sz="1200" b="1"/>
            </a:lvl7pPr>
            <a:lvl8pPr marL="2400092" indent="0">
              <a:buNone/>
              <a:defRPr sz="1200" b="1"/>
            </a:lvl8pPr>
            <a:lvl9pPr marL="2742963" indent="0">
              <a:buNone/>
              <a:defRPr sz="1200" b="1"/>
            </a:lvl9pPr>
          </a:lstStyle>
          <a:p>
            <a:pPr lvl="0"/>
            <a:r>
              <a:rPr lang="en-US"/>
              <a:t>Click to edit Master text styles</a:t>
            </a:r>
          </a:p>
        </p:txBody>
      </p:sp>
      <p:sp>
        <p:nvSpPr>
          <p:cNvPr id="1048719" name="Content Placeholder 3"/>
          <p:cNvSpPr>
            <a:spLocks noGrp="1"/>
          </p:cNvSpPr>
          <p:nvPr>
            <p:ph sz="half" idx="2"/>
          </p:nvPr>
        </p:nvSpPr>
        <p:spPr>
          <a:xfrm>
            <a:off x="472382" y="3340100"/>
            <a:ext cx="2901255"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0" name="Text Placeholder 4"/>
          <p:cNvSpPr>
            <a:spLocks noGrp="1"/>
          </p:cNvSpPr>
          <p:nvPr>
            <p:ph type="body" sz="quarter" idx="3"/>
          </p:nvPr>
        </p:nvSpPr>
        <p:spPr>
          <a:xfrm>
            <a:off x="3471863" y="2241551"/>
            <a:ext cx="2915543" cy="1098549"/>
          </a:xfrm>
        </p:spPr>
        <p:txBody>
          <a:bodyPr anchor="b"/>
          <a:lstStyle>
            <a:lvl1pPr marL="0" indent="0">
              <a:buNone/>
              <a:defRPr sz="1800" b="1"/>
            </a:lvl1pPr>
            <a:lvl2pPr marL="342871" indent="0">
              <a:buNone/>
              <a:defRPr sz="1500" b="1"/>
            </a:lvl2pPr>
            <a:lvl3pPr marL="685740" indent="0">
              <a:buNone/>
              <a:defRPr sz="1300" b="1"/>
            </a:lvl3pPr>
            <a:lvl4pPr marL="1028611" indent="0">
              <a:buNone/>
              <a:defRPr sz="1200" b="1"/>
            </a:lvl4pPr>
            <a:lvl5pPr marL="1371481" indent="0">
              <a:buNone/>
              <a:defRPr sz="1200" b="1"/>
            </a:lvl5pPr>
            <a:lvl6pPr marL="1714352" indent="0">
              <a:buNone/>
              <a:defRPr sz="1200" b="1"/>
            </a:lvl6pPr>
            <a:lvl7pPr marL="2057223" indent="0">
              <a:buNone/>
              <a:defRPr sz="1200" b="1"/>
            </a:lvl7pPr>
            <a:lvl8pPr marL="2400092" indent="0">
              <a:buNone/>
              <a:defRPr sz="1200" b="1"/>
            </a:lvl8pPr>
            <a:lvl9pPr marL="2742963" indent="0">
              <a:buNone/>
              <a:defRPr sz="1200" b="1"/>
            </a:lvl9pPr>
          </a:lstStyle>
          <a:p>
            <a:pPr lvl="0"/>
            <a:r>
              <a:rPr lang="en-US"/>
              <a:t>Click to edit Master text styles</a:t>
            </a:r>
          </a:p>
        </p:txBody>
      </p:sp>
      <p:sp>
        <p:nvSpPr>
          <p:cNvPr id="1048721" name="Content Placeholder 5"/>
          <p:cNvSpPr>
            <a:spLocks noGrp="1"/>
          </p:cNvSpPr>
          <p:nvPr>
            <p:ph sz="quarter" idx="4"/>
          </p:nvPr>
        </p:nvSpPr>
        <p:spPr>
          <a:xfrm>
            <a:off x="3471863" y="3340100"/>
            <a:ext cx="2915543"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2" name="Date Placeholder 6"/>
          <p:cNvSpPr>
            <a:spLocks noGrp="1"/>
          </p:cNvSpPr>
          <p:nvPr>
            <p:ph type="dt" sz="half" idx="10"/>
          </p:nvPr>
        </p:nvSpPr>
        <p:spPr/>
        <p:txBody>
          <a:bodyPr/>
          <a:lstStyle/>
          <a:p>
            <a:fld id="{BC9D7FC2-0FF7-41D9-9E23-6B9F3C380436}" type="datetimeFigureOut">
              <a:rPr lang="id-ID" smtClean="0">
                <a:solidFill>
                  <a:prstClr val="black">
                    <a:tint val="75000"/>
                  </a:prstClr>
                </a:solidFill>
              </a:rPr>
              <a:t>08/10/2026</a:t>
            </a:fld>
            <a:endParaRPr lang="id-ID">
              <a:solidFill>
                <a:prstClr val="black">
                  <a:tint val="75000"/>
                </a:prstClr>
              </a:solidFill>
            </a:endParaRPr>
          </a:p>
        </p:txBody>
      </p:sp>
      <p:sp>
        <p:nvSpPr>
          <p:cNvPr id="1048723" name="Footer Placeholder 7"/>
          <p:cNvSpPr>
            <a:spLocks noGrp="1"/>
          </p:cNvSpPr>
          <p:nvPr>
            <p:ph type="ftr" sz="quarter" idx="11"/>
          </p:nvPr>
        </p:nvSpPr>
        <p:spPr/>
        <p:txBody>
          <a:bodyPr/>
          <a:lstStyle/>
          <a:p>
            <a:endParaRPr lang="id-ID">
              <a:solidFill>
                <a:prstClr val="black">
                  <a:tint val="75000"/>
                </a:prstClr>
              </a:solidFill>
            </a:endParaRPr>
          </a:p>
        </p:txBody>
      </p:sp>
      <p:sp>
        <p:nvSpPr>
          <p:cNvPr id="1048724" name="Slide Number Placeholder 8"/>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713" name="Title 1"/>
          <p:cNvSpPr>
            <a:spLocks noGrp="1"/>
          </p:cNvSpPr>
          <p:nvPr>
            <p:ph type="title"/>
          </p:nvPr>
        </p:nvSpPr>
        <p:spPr/>
        <p:txBody>
          <a:bodyPr/>
          <a:lstStyle/>
          <a:p>
            <a:r>
              <a:rPr lang="en-US" dirty="0"/>
              <a:t>Click to edit Master title style</a:t>
            </a:r>
          </a:p>
        </p:txBody>
      </p:sp>
      <p:sp>
        <p:nvSpPr>
          <p:cNvPr id="1048714" name="Date Placeholder 2"/>
          <p:cNvSpPr>
            <a:spLocks noGrp="1"/>
          </p:cNvSpPr>
          <p:nvPr>
            <p:ph type="dt" sz="half" idx="10"/>
          </p:nvPr>
        </p:nvSpPr>
        <p:spPr/>
        <p:txBody>
          <a:bodyPr/>
          <a:lstStyle/>
          <a:p>
            <a:fld id="{BC9D7FC2-0FF7-41D9-9E23-6B9F3C380436}" type="datetimeFigureOut">
              <a:rPr lang="id-ID" smtClean="0">
                <a:solidFill>
                  <a:prstClr val="black">
                    <a:tint val="75000"/>
                  </a:prstClr>
                </a:solidFill>
              </a:rPr>
              <a:t>08/10/2026</a:t>
            </a:fld>
            <a:endParaRPr lang="id-ID">
              <a:solidFill>
                <a:prstClr val="black">
                  <a:tint val="75000"/>
                </a:prstClr>
              </a:solidFill>
            </a:endParaRPr>
          </a:p>
        </p:txBody>
      </p:sp>
      <p:sp>
        <p:nvSpPr>
          <p:cNvPr id="1048715" name="Footer Placeholder 3"/>
          <p:cNvSpPr>
            <a:spLocks noGrp="1"/>
          </p:cNvSpPr>
          <p:nvPr>
            <p:ph type="ftr" sz="quarter" idx="11"/>
          </p:nvPr>
        </p:nvSpPr>
        <p:spPr/>
        <p:txBody>
          <a:bodyPr/>
          <a:lstStyle/>
          <a:p>
            <a:endParaRPr lang="id-ID">
              <a:solidFill>
                <a:prstClr val="black">
                  <a:tint val="75000"/>
                </a:prstClr>
              </a:solidFill>
            </a:endParaRPr>
          </a:p>
        </p:txBody>
      </p:sp>
      <p:sp>
        <p:nvSpPr>
          <p:cNvPr id="1048716" name="Slide Number Placeholder 4"/>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731" name="Date Placeholder 1"/>
          <p:cNvSpPr>
            <a:spLocks noGrp="1"/>
          </p:cNvSpPr>
          <p:nvPr>
            <p:ph type="dt" sz="half" idx="10"/>
          </p:nvPr>
        </p:nvSpPr>
        <p:spPr/>
        <p:txBody>
          <a:bodyPr/>
          <a:lstStyle/>
          <a:p>
            <a:fld id="{BC9D7FC2-0FF7-41D9-9E23-6B9F3C380436}" type="datetimeFigureOut">
              <a:rPr lang="id-ID" smtClean="0">
                <a:solidFill>
                  <a:prstClr val="black">
                    <a:tint val="75000"/>
                  </a:prstClr>
                </a:solidFill>
              </a:rPr>
              <a:t>08/10/2026</a:t>
            </a:fld>
            <a:endParaRPr lang="id-ID">
              <a:solidFill>
                <a:prstClr val="black">
                  <a:tint val="75000"/>
                </a:prstClr>
              </a:solidFill>
            </a:endParaRPr>
          </a:p>
        </p:txBody>
      </p:sp>
      <p:sp>
        <p:nvSpPr>
          <p:cNvPr id="1048732" name="Footer Placeholder 2"/>
          <p:cNvSpPr>
            <a:spLocks noGrp="1"/>
          </p:cNvSpPr>
          <p:nvPr>
            <p:ph type="ftr" sz="quarter" idx="11"/>
          </p:nvPr>
        </p:nvSpPr>
        <p:spPr/>
        <p:txBody>
          <a:bodyPr/>
          <a:lstStyle/>
          <a:p>
            <a:endParaRPr lang="id-ID">
              <a:solidFill>
                <a:prstClr val="black">
                  <a:tint val="75000"/>
                </a:prstClr>
              </a:solidFill>
            </a:endParaRPr>
          </a:p>
        </p:txBody>
      </p:sp>
      <p:sp>
        <p:nvSpPr>
          <p:cNvPr id="1048733" name="Slide Number Placeholder 3"/>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734" name="Title 1"/>
          <p:cNvSpPr>
            <a:spLocks noGrp="1"/>
          </p:cNvSpPr>
          <p:nvPr>
            <p:ph type="title"/>
          </p:nvPr>
        </p:nvSpPr>
        <p:spPr>
          <a:xfrm>
            <a:off x="472381" y="609600"/>
            <a:ext cx="2211883" cy="2133600"/>
          </a:xfrm>
        </p:spPr>
        <p:txBody>
          <a:bodyPr anchor="b"/>
          <a:lstStyle>
            <a:lvl1pPr>
              <a:defRPr sz="2400"/>
            </a:lvl1pPr>
          </a:lstStyle>
          <a:p>
            <a:r>
              <a:rPr lang="en-US"/>
              <a:t>Click to edit Master title style</a:t>
            </a:r>
          </a:p>
        </p:txBody>
      </p:sp>
      <p:sp>
        <p:nvSpPr>
          <p:cNvPr id="1048735" name="Content Placeholder 2"/>
          <p:cNvSpPr>
            <a:spLocks noGrp="1"/>
          </p:cNvSpPr>
          <p:nvPr>
            <p:ph idx="1"/>
          </p:nvPr>
        </p:nvSpPr>
        <p:spPr>
          <a:xfrm>
            <a:off x="2915544" y="1316569"/>
            <a:ext cx="3471863" cy="6498166"/>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36" name="Text Placeholder 3"/>
          <p:cNvSpPr>
            <a:spLocks noGrp="1"/>
          </p:cNvSpPr>
          <p:nvPr>
            <p:ph type="body" sz="half" idx="2"/>
          </p:nvPr>
        </p:nvSpPr>
        <p:spPr>
          <a:xfrm>
            <a:off x="472381" y="2743201"/>
            <a:ext cx="2211883" cy="5082117"/>
          </a:xfrm>
        </p:spPr>
        <p:txBody>
          <a:bodyPr/>
          <a:lstStyle>
            <a:lvl1pPr marL="0" indent="0">
              <a:buNone/>
              <a:defRPr sz="1200"/>
            </a:lvl1pPr>
            <a:lvl2pPr marL="342871" indent="0">
              <a:buNone/>
              <a:defRPr sz="1000"/>
            </a:lvl2pPr>
            <a:lvl3pPr marL="685740" indent="0">
              <a:buNone/>
              <a:defRPr sz="900"/>
            </a:lvl3pPr>
            <a:lvl4pPr marL="1028611" indent="0">
              <a:buNone/>
              <a:defRPr sz="700"/>
            </a:lvl4pPr>
            <a:lvl5pPr marL="1371481" indent="0">
              <a:buNone/>
              <a:defRPr sz="700"/>
            </a:lvl5pPr>
            <a:lvl6pPr marL="1714352" indent="0">
              <a:buNone/>
              <a:defRPr sz="700"/>
            </a:lvl6pPr>
            <a:lvl7pPr marL="2057223" indent="0">
              <a:buNone/>
              <a:defRPr sz="700"/>
            </a:lvl7pPr>
            <a:lvl8pPr marL="2400092" indent="0">
              <a:buNone/>
              <a:defRPr sz="700"/>
            </a:lvl8pPr>
            <a:lvl9pPr marL="2742963" indent="0">
              <a:buNone/>
              <a:defRPr sz="700"/>
            </a:lvl9pPr>
          </a:lstStyle>
          <a:p>
            <a:pPr lvl="0"/>
            <a:r>
              <a:rPr lang="en-US"/>
              <a:t>Click to edit Master text styles</a:t>
            </a:r>
          </a:p>
        </p:txBody>
      </p:sp>
      <p:sp>
        <p:nvSpPr>
          <p:cNvPr id="1048737" name="Date Placeholder 4"/>
          <p:cNvSpPr>
            <a:spLocks noGrp="1"/>
          </p:cNvSpPr>
          <p:nvPr>
            <p:ph type="dt" sz="half" idx="10"/>
          </p:nvPr>
        </p:nvSpPr>
        <p:spPr/>
        <p:txBody>
          <a:bodyPr/>
          <a:lstStyle/>
          <a:p>
            <a:fld id="{BC9D7FC2-0FF7-41D9-9E23-6B9F3C380436}" type="datetimeFigureOut">
              <a:rPr lang="id-ID" smtClean="0">
                <a:solidFill>
                  <a:prstClr val="black">
                    <a:tint val="75000"/>
                  </a:prstClr>
                </a:solidFill>
              </a:rPr>
              <a:t>08/10/2026</a:t>
            </a:fld>
            <a:endParaRPr lang="id-ID">
              <a:solidFill>
                <a:prstClr val="black">
                  <a:tint val="75000"/>
                </a:prstClr>
              </a:solidFill>
            </a:endParaRPr>
          </a:p>
        </p:txBody>
      </p:sp>
      <p:sp>
        <p:nvSpPr>
          <p:cNvPr id="1048738" name="Footer Placeholder 5"/>
          <p:cNvSpPr>
            <a:spLocks noGrp="1"/>
          </p:cNvSpPr>
          <p:nvPr>
            <p:ph type="ftr" sz="quarter" idx="11"/>
          </p:nvPr>
        </p:nvSpPr>
        <p:spPr/>
        <p:txBody>
          <a:bodyPr/>
          <a:lstStyle/>
          <a:p>
            <a:endParaRPr lang="id-ID">
              <a:solidFill>
                <a:prstClr val="black">
                  <a:tint val="75000"/>
                </a:prstClr>
              </a:solidFill>
            </a:endParaRPr>
          </a:p>
        </p:txBody>
      </p:sp>
      <p:sp>
        <p:nvSpPr>
          <p:cNvPr id="1048739" name="Slide Number Placeholder 6"/>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745" name="Title 1"/>
          <p:cNvSpPr>
            <a:spLocks noGrp="1"/>
          </p:cNvSpPr>
          <p:nvPr>
            <p:ph type="title"/>
          </p:nvPr>
        </p:nvSpPr>
        <p:spPr>
          <a:xfrm>
            <a:off x="472381" y="609600"/>
            <a:ext cx="2211883" cy="2133600"/>
          </a:xfrm>
        </p:spPr>
        <p:txBody>
          <a:bodyPr anchor="b"/>
          <a:lstStyle>
            <a:lvl1pPr>
              <a:defRPr sz="2400"/>
            </a:lvl1pPr>
          </a:lstStyle>
          <a:p>
            <a:r>
              <a:rPr lang="en-US"/>
              <a:t>Click to edit Master title style</a:t>
            </a:r>
          </a:p>
        </p:txBody>
      </p:sp>
      <p:sp>
        <p:nvSpPr>
          <p:cNvPr id="1048746" name="Picture Placeholder 2"/>
          <p:cNvSpPr>
            <a:spLocks noGrp="1" noChangeAspect="1"/>
          </p:cNvSpPr>
          <p:nvPr>
            <p:ph type="pic" idx="1"/>
          </p:nvPr>
        </p:nvSpPr>
        <p:spPr>
          <a:xfrm>
            <a:off x="2915544" y="1316569"/>
            <a:ext cx="3471863" cy="6498166"/>
          </a:xfrm>
        </p:spPr>
        <p:txBody>
          <a:bodyPr anchor="t"/>
          <a:lstStyle>
            <a:lvl1pPr marL="0" indent="0">
              <a:buNone/>
              <a:defRPr sz="2400"/>
            </a:lvl1pPr>
            <a:lvl2pPr marL="342871" indent="0">
              <a:buNone/>
              <a:defRPr sz="2100"/>
            </a:lvl2pPr>
            <a:lvl3pPr marL="685740" indent="0">
              <a:buNone/>
              <a:defRPr sz="1800"/>
            </a:lvl3pPr>
            <a:lvl4pPr marL="1028611" indent="0">
              <a:buNone/>
              <a:defRPr sz="1500"/>
            </a:lvl4pPr>
            <a:lvl5pPr marL="1371481" indent="0">
              <a:buNone/>
              <a:defRPr sz="1500"/>
            </a:lvl5pPr>
            <a:lvl6pPr marL="1714352" indent="0">
              <a:buNone/>
              <a:defRPr sz="1500"/>
            </a:lvl6pPr>
            <a:lvl7pPr marL="2057223" indent="0">
              <a:buNone/>
              <a:defRPr sz="1500"/>
            </a:lvl7pPr>
            <a:lvl8pPr marL="2400092" indent="0">
              <a:buNone/>
              <a:defRPr sz="1500"/>
            </a:lvl8pPr>
            <a:lvl9pPr marL="2742963" indent="0">
              <a:buNone/>
              <a:defRPr sz="1500"/>
            </a:lvl9pPr>
          </a:lstStyle>
          <a:p>
            <a:r>
              <a:rPr lang="en-US"/>
              <a:t>Click icon to add picture</a:t>
            </a:r>
          </a:p>
        </p:txBody>
      </p:sp>
      <p:sp>
        <p:nvSpPr>
          <p:cNvPr id="1048747" name="Text Placeholder 3"/>
          <p:cNvSpPr>
            <a:spLocks noGrp="1"/>
          </p:cNvSpPr>
          <p:nvPr>
            <p:ph type="body" sz="half" idx="2"/>
          </p:nvPr>
        </p:nvSpPr>
        <p:spPr>
          <a:xfrm>
            <a:off x="472381" y="2743201"/>
            <a:ext cx="2211883" cy="5082117"/>
          </a:xfrm>
        </p:spPr>
        <p:txBody>
          <a:bodyPr/>
          <a:lstStyle>
            <a:lvl1pPr marL="0" indent="0">
              <a:buNone/>
              <a:defRPr sz="1200"/>
            </a:lvl1pPr>
            <a:lvl2pPr marL="342871" indent="0">
              <a:buNone/>
              <a:defRPr sz="1000"/>
            </a:lvl2pPr>
            <a:lvl3pPr marL="685740" indent="0">
              <a:buNone/>
              <a:defRPr sz="900"/>
            </a:lvl3pPr>
            <a:lvl4pPr marL="1028611" indent="0">
              <a:buNone/>
              <a:defRPr sz="700"/>
            </a:lvl4pPr>
            <a:lvl5pPr marL="1371481" indent="0">
              <a:buNone/>
              <a:defRPr sz="700"/>
            </a:lvl5pPr>
            <a:lvl6pPr marL="1714352" indent="0">
              <a:buNone/>
              <a:defRPr sz="700"/>
            </a:lvl6pPr>
            <a:lvl7pPr marL="2057223" indent="0">
              <a:buNone/>
              <a:defRPr sz="700"/>
            </a:lvl7pPr>
            <a:lvl8pPr marL="2400092" indent="0">
              <a:buNone/>
              <a:defRPr sz="700"/>
            </a:lvl8pPr>
            <a:lvl9pPr marL="2742963" indent="0">
              <a:buNone/>
              <a:defRPr sz="700"/>
            </a:lvl9pPr>
          </a:lstStyle>
          <a:p>
            <a:pPr lvl="0"/>
            <a:r>
              <a:rPr lang="en-US"/>
              <a:t>Click to edit Master text styles</a:t>
            </a:r>
          </a:p>
        </p:txBody>
      </p:sp>
      <p:sp>
        <p:nvSpPr>
          <p:cNvPr id="1048748" name="Date Placeholder 4"/>
          <p:cNvSpPr>
            <a:spLocks noGrp="1"/>
          </p:cNvSpPr>
          <p:nvPr>
            <p:ph type="dt" sz="half" idx="10"/>
          </p:nvPr>
        </p:nvSpPr>
        <p:spPr/>
        <p:txBody>
          <a:bodyPr/>
          <a:lstStyle/>
          <a:p>
            <a:fld id="{BC9D7FC2-0FF7-41D9-9E23-6B9F3C380436}" type="datetimeFigureOut">
              <a:rPr lang="id-ID" smtClean="0">
                <a:solidFill>
                  <a:prstClr val="black">
                    <a:tint val="75000"/>
                  </a:prstClr>
                </a:solidFill>
              </a:rPr>
              <a:t>08/10/2026</a:t>
            </a:fld>
            <a:endParaRPr lang="id-ID">
              <a:solidFill>
                <a:prstClr val="black">
                  <a:tint val="75000"/>
                </a:prstClr>
              </a:solidFill>
            </a:endParaRPr>
          </a:p>
        </p:txBody>
      </p:sp>
      <p:sp>
        <p:nvSpPr>
          <p:cNvPr id="1048749" name="Footer Placeholder 5"/>
          <p:cNvSpPr>
            <a:spLocks noGrp="1"/>
          </p:cNvSpPr>
          <p:nvPr>
            <p:ph type="ftr" sz="quarter" idx="11"/>
          </p:nvPr>
        </p:nvSpPr>
        <p:spPr/>
        <p:txBody>
          <a:bodyPr/>
          <a:lstStyle/>
          <a:p>
            <a:endParaRPr lang="id-ID">
              <a:solidFill>
                <a:prstClr val="black">
                  <a:tint val="75000"/>
                </a:prstClr>
              </a:solidFill>
            </a:endParaRPr>
          </a:p>
        </p:txBody>
      </p:sp>
      <p:sp>
        <p:nvSpPr>
          <p:cNvPr id="1048750" name="Slide Number Placeholder 6"/>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751" name="Title 1"/>
          <p:cNvSpPr>
            <a:spLocks noGrp="1"/>
          </p:cNvSpPr>
          <p:nvPr>
            <p:ph type="title"/>
          </p:nvPr>
        </p:nvSpPr>
        <p:spPr/>
        <p:txBody>
          <a:bodyPr/>
          <a:lstStyle/>
          <a:p>
            <a:r>
              <a:rPr lang="en-US"/>
              <a:t>Click to edit Master title style</a:t>
            </a:r>
          </a:p>
        </p:txBody>
      </p:sp>
      <p:sp>
        <p:nvSpPr>
          <p:cNvPr id="1048752"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53"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08/10/2026</a:t>
            </a:fld>
            <a:endParaRPr lang="id-ID">
              <a:solidFill>
                <a:prstClr val="black">
                  <a:tint val="75000"/>
                </a:prstClr>
              </a:solidFill>
            </a:endParaRPr>
          </a:p>
        </p:txBody>
      </p:sp>
      <p:sp>
        <p:nvSpPr>
          <p:cNvPr id="1048754"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755"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703" name="Vertical Title 1"/>
          <p:cNvSpPr>
            <a:spLocks noGrp="1"/>
          </p:cNvSpPr>
          <p:nvPr>
            <p:ph type="title" orient="vert"/>
          </p:nvPr>
        </p:nvSpPr>
        <p:spPr>
          <a:xfrm>
            <a:off x="4907757" y="486834"/>
            <a:ext cx="1478756" cy="7749117"/>
          </a:xfrm>
        </p:spPr>
        <p:txBody>
          <a:bodyPr vert="eaVert"/>
          <a:lstStyle/>
          <a:p>
            <a:r>
              <a:rPr lang="en-US"/>
              <a:t>Click to edit Master title style</a:t>
            </a:r>
          </a:p>
        </p:txBody>
      </p:sp>
      <p:sp>
        <p:nvSpPr>
          <p:cNvPr id="1048704" name="Vertical Text Placeholder 2"/>
          <p:cNvSpPr>
            <a:spLocks noGrp="1"/>
          </p:cNvSpPr>
          <p:nvPr>
            <p:ph type="body" orient="vert" idx="1"/>
          </p:nvPr>
        </p:nvSpPr>
        <p:spPr>
          <a:xfrm>
            <a:off x="471489" y="486834"/>
            <a:ext cx="4350543" cy="77491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05"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08/10/2026</a:t>
            </a:fld>
            <a:endParaRPr lang="id-ID">
              <a:solidFill>
                <a:prstClr val="black">
                  <a:tint val="75000"/>
                </a:prstClr>
              </a:solidFill>
            </a:endParaRPr>
          </a:p>
        </p:txBody>
      </p:sp>
      <p:sp>
        <p:nvSpPr>
          <p:cNvPr id="1048706"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707"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7.xml"/><Relationship Id="rId7" Type="http://schemas.openxmlformats.org/officeDocument/2006/relationships/slideLayout" Target="../slideLayouts/slideLayout11.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5" Type="http://schemas.openxmlformats.org/officeDocument/2006/relationships/slideLayout" Target="../slideLayouts/slideLayout9.xml"/><Relationship Id="rId4" Type="http://schemas.openxmlformats.org/officeDocument/2006/relationships/slideLayout" Target="../slideLayouts/slideLayout8.xml"/><Relationship Id="rId9" Type="http://schemas.openxmlformats.org/officeDocument/2006/relationships/image" Target="../media/image4.png"/></Relationships>
</file>

<file path=ppt/slideMasters/_rels/slideMaster4.xml.rels><?xml version="1.0" encoding="UTF-8" standalone="yes"?>
<Relationships xmlns="http://schemas.openxmlformats.org/package/2006/relationships"><Relationship Id="rId8" Type="http://schemas.openxmlformats.org/officeDocument/2006/relationships/theme" Target="../theme/theme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9" Type="http://schemas.openxmlformats.org/officeDocument/2006/relationships/image" Target="../media/image4.png"/></Relationships>
</file>

<file path=ppt/slideMasters/_rels/slideMaster5.xml.rels><?xml version="1.0" encoding="UTF-8" standalone="yes"?>
<Relationships xmlns="http://schemas.openxmlformats.org/package/2006/relationships"><Relationship Id="rId8" Type="http://schemas.openxmlformats.org/officeDocument/2006/relationships/theme" Target="../theme/theme5.xml"/><Relationship Id="rId3" Type="http://schemas.openxmlformats.org/officeDocument/2006/relationships/slideLayout" Target="../slideLayouts/slideLayout21.xml"/><Relationship Id="rId7" Type="http://schemas.openxmlformats.org/officeDocument/2006/relationships/slideLayout" Target="../slideLayouts/slideLayout25.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5" Type="http://schemas.openxmlformats.org/officeDocument/2006/relationships/slideLayout" Target="../slideLayouts/slideLayout23.xml"/><Relationship Id="rId4" Type="http://schemas.openxmlformats.org/officeDocument/2006/relationships/slideLayout" Target="../slideLayouts/slideLayout22.xml"/><Relationship Id="rId9" Type="http://schemas.openxmlformats.org/officeDocument/2006/relationships/image" Target="../media/image4.png"/></Relationships>
</file>

<file path=ppt/slideMasters/_rels/slideMaster6.xml.rels><?xml version="1.0" encoding="UTF-8" standalone="yes"?>
<Relationships xmlns="http://schemas.openxmlformats.org/package/2006/relationships"><Relationship Id="rId8" Type="http://schemas.openxmlformats.org/officeDocument/2006/relationships/theme" Target="../theme/theme6.xml"/><Relationship Id="rId3" Type="http://schemas.openxmlformats.org/officeDocument/2006/relationships/slideLayout" Target="../slideLayouts/slideLayout28.xml"/><Relationship Id="rId7" Type="http://schemas.openxmlformats.org/officeDocument/2006/relationships/slideLayout" Target="../slideLayouts/slideLayout32.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5" Type="http://schemas.openxmlformats.org/officeDocument/2006/relationships/slideLayout" Target="../slideLayouts/slideLayout30.xml"/><Relationship Id="rId4" Type="http://schemas.openxmlformats.org/officeDocument/2006/relationships/slideLayout" Target="../slideLayouts/slideLayout29.xml"/><Relationship Id="rId9" Type="http://schemas.openxmlformats.org/officeDocument/2006/relationships/image" Target="../media/image4.png"/></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40.xml"/><Relationship Id="rId13" Type="http://schemas.openxmlformats.org/officeDocument/2006/relationships/image" Target="../media/image5.png"/><Relationship Id="rId3" Type="http://schemas.openxmlformats.org/officeDocument/2006/relationships/slideLayout" Target="../slideLayouts/slideLayout35.xml"/><Relationship Id="rId7" Type="http://schemas.openxmlformats.org/officeDocument/2006/relationships/slideLayout" Target="../slideLayouts/slideLayout39.xml"/><Relationship Id="rId12" Type="http://schemas.openxmlformats.org/officeDocument/2006/relationships/theme" Target="../theme/theme7.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5" Type="http://schemas.openxmlformats.org/officeDocument/2006/relationships/slideLayout" Target="../slideLayouts/slideLayout37.xml"/><Relationship Id="rId10" Type="http://schemas.openxmlformats.org/officeDocument/2006/relationships/slideLayout" Target="../slideLayouts/slideLayout42.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4" Type="http://schemas.openxmlformats.org/officeDocument/2006/relationships/image" Target="../media/image6.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097167" name="BCA_BACKGROUND.jpg" descr="BCA_BACKGROUND.jpg"/>
          <p:cNvPicPr>
            <a:picLocks/>
          </p:cNvPicPr>
          <p:nvPr userDrawn="1"/>
        </p:nvPicPr>
        <p:blipFill>
          <a:blip r:embed="rId4"/>
          <a:srcRect t="79" b="79"/>
          <a:stretch>
            <a:fillRect/>
          </a:stretch>
        </p:blipFill>
        <p:spPr>
          <a:xfrm>
            <a:off x="0" y="0"/>
            <a:ext cx="6858000" cy="9144000"/>
          </a:xfrm>
          <a:prstGeom prst="rect">
            <a:avLst/>
          </a:prstGeom>
          <a:ln w="12700">
            <a:miter lim="400000"/>
          </a:ln>
        </p:spPr>
      </p:pic>
      <p:sp>
        <p:nvSpPr>
          <p:cNvPr id="1048756" name="TextBox 12"/>
          <p:cNvSpPr txBox="1"/>
          <p:nvPr userDrawn="1"/>
        </p:nvSpPr>
        <p:spPr>
          <a:xfrm>
            <a:off x="4953000" y="8699956"/>
            <a:ext cx="16764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solidFill>
                  <a:schemeClr val="bg1"/>
                </a:solidFill>
              </a:rPr>
              <a:t>PT. Bank Central Asia </a:t>
            </a:r>
            <a:r>
              <a:rPr lang="en-US" sz="800" err="1">
                <a:solidFill>
                  <a:schemeClr val="bg1"/>
                </a:solidFill>
              </a:rPr>
              <a:t>Tbk</a:t>
            </a:r>
            <a:endParaRPr lang="en-US" sz="800">
              <a:solidFill>
                <a:schemeClr val="bg1"/>
              </a:solidFill>
            </a:endParaRPr>
          </a:p>
        </p:txBody>
      </p:sp>
      <p:sp>
        <p:nvSpPr>
          <p:cNvPr id="1048757" name="TextBox 13"/>
          <p:cNvSpPr txBox="1"/>
          <p:nvPr userDrawn="1"/>
        </p:nvSpPr>
        <p:spPr>
          <a:xfrm>
            <a:off x="304800" y="8699956"/>
            <a:ext cx="1981200" cy="215444"/>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pPr>
            <a:r>
              <a:rPr lang="en-US" sz="800" dirty="0">
                <a:solidFill>
                  <a:schemeClr val="bg1"/>
                </a:solidFill>
              </a:rPr>
              <a:t>CONFIDENTIAL – FOR INTERNAL USE ONLY</a:t>
            </a:r>
          </a:p>
        </p:txBody>
      </p:sp>
      <p:pic>
        <p:nvPicPr>
          <p:cNvPr id="2097168" name="Picture 2" descr="D:\Work\BCA\Lockup-Blue-no-tagline.png"/>
          <p:cNvPicPr>
            <a:picLocks noChangeAspect="1" noChangeArrowheads="1"/>
          </p:cNvPicPr>
          <p:nvPr userDrawn="1"/>
        </p:nvPicPr>
        <p:blipFill>
          <a:blip r:embed="rId5"/>
          <a:srcRect/>
          <a:stretch>
            <a:fillRect/>
          </a:stretch>
        </p:blipFill>
        <p:spPr bwMode="auto">
          <a:xfrm>
            <a:off x="4419601" y="-400048"/>
            <a:ext cx="2738437" cy="2453911"/>
          </a:xfrm>
          <a:prstGeom prst="rect">
            <a:avLst/>
          </a:prstGeom>
          <a:noFill/>
        </p:spPr>
      </p:pic>
    </p:spTree>
  </p:cSld>
  <p:clrMap bg1="lt1" tx1="dk1" bg2="lt2" tx2="dk2" accent1="accent1" accent2="accent2" accent3="accent3" accent4="accent4" accent5="accent5" accent6="accent6" hlink="hlink" folHlink="folHlink"/>
  <p:sldLayoutIdLst>
    <p:sldLayoutId id="2147483676" r:id="rId1"/>
    <p:sldLayoutId id="2147483677" r:id="rId2"/>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097165" name="Picture 2" descr="D:\Work\BCA\Lockup-Blue-no-tagline.png"/>
          <p:cNvPicPr>
            <a:picLocks noChangeAspect="1" noChangeArrowheads="1"/>
          </p:cNvPicPr>
          <p:nvPr userDrawn="1"/>
        </p:nvPicPr>
        <p:blipFill>
          <a:blip r:embed="rId4"/>
          <a:srcRect/>
          <a:stretch>
            <a:fillRect/>
          </a:stretch>
        </p:blipFill>
        <p:spPr bwMode="auto">
          <a:xfrm>
            <a:off x="5029173" y="-304800"/>
            <a:ext cx="2057428" cy="1843659"/>
          </a:xfrm>
          <a:prstGeom prst="rect">
            <a:avLst/>
          </a:prstGeom>
          <a:noFill/>
        </p:spPr>
      </p:pic>
      <p:cxnSp>
        <p:nvCxnSpPr>
          <p:cNvPr id="3145728" name="Straight Connector 3"/>
          <p:cNvCxnSpPr>
            <a:cxnSpLocks/>
          </p:cNvCxnSpPr>
          <p:nvPr userDrawn="1"/>
        </p:nvCxnSpPr>
        <p:spPr>
          <a:xfrm>
            <a:off x="533400" y="86868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1048693" name="Title 3"/>
          <p:cNvSpPr txBox="1"/>
          <p:nvPr userDrawn="1"/>
        </p:nvSpPr>
        <p:spPr>
          <a:xfrm>
            <a:off x="457200" y="0"/>
            <a:ext cx="5791200" cy="812800"/>
          </a:xfrm>
          <a:prstGeom prst="rect">
            <a:avLst/>
          </a:prstGeom>
        </p:spPr>
        <p:txBody>
          <a:bodyPr anchor="ctr"/>
          <a:lstStyle>
            <a:lvl1pPr algn="l" defTabSz="914400" rtl="0" eaLnBrk="1" latinLnBrk="0" hangingPunct="1">
              <a:spcBef>
                <a:spcPct val="0"/>
              </a:spcBef>
              <a:buNone/>
              <a:defRPr sz="4000" b="1" kern="1200">
                <a:solidFill>
                  <a:srgbClr val="0C5EA8"/>
                </a:solidFill>
                <a:latin typeface="+mj-lt"/>
                <a:ea typeface="+mj-ea"/>
                <a:cs typeface="+mj-cs"/>
              </a:defRPr>
            </a:lvl1pPr>
          </a:lstStyle>
          <a:p>
            <a:r>
              <a:rPr lang="en-US" sz="2800">
                <a:solidFill>
                  <a:schemeClr val="bg1"/>
                </a:solidFill>
              </a:rPr>
              <a:t>Weekly Market Overview</a:t>
            </a:r>
          </a:p>
        </p:txBody>
      </p:sp>
      <p:sp>
        <p:nvSpPr>
          <p:cNvPr id="1048694" name="Rectangle 1"/>
          <p:cNvSpPr/>
          <p:nvPr userDrawn="1"/>
        </p:nvSpPr>
        <p:spPr>
          <a:xfrm>
            <a:off x="6337756" y="8686801"/>
            <a:ext cx="215444" cy="215444"/>
          </a:xfrm>
          <a:prstGeom prst="rect">
            <a:avLst/>
          </a:prstGeom>
          <a:solidFill>
            <a:srgbClr val="0C5E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97166" name="Picture 2"/>
          <p:cNvPicPr>
            <a:picLocks noChangeAspect="1" noChangeArrowheads="1"/>
          </p:cNvPicPr>
          <p:nvPr userDrawn="1"/>
        </p:nvPicPr>
        <p:blipFill>
          <a:blip r:embed="rId5"/>
          <a:srcRect/>
          <a:stretch>
            <a:fillRect/>
          </a:stretch>
        </p:blipFill>
        <p:spPr bwMode="auto">
          <a:xfrm>
            <a:off x="0" y="0"/>
            <a:ext cx="6858000" cy="1493408"/>
          </a:xfrm>
          <a:prstGeom prst="rect">
            <a:avLst/>
          </a:prstGeom>
          <a:noFill/>
          <a:ln>
            <a:noFill/>
          </a:ln>
        </p:spPr>
      </p:pic>
      <p:sp>
        <p:nvSpPr>
          <p:cNvPr id="1048695" name="Date Placeholder 3"/>
          <p:cNvSpPr txBox="1"/>
          <p:nvPr userDrawn="1"/>
        </p:nvSpPr>
        <p:spPr>
          <a:xfrm>
            <a:off x="429768" y="1379108"/>
            <a:ext cx="990600" cy="228600"/>
          </a:xfrm>
          <a:prstGeom prst="rect">
            <a:avLst/>
          </a:prstGeom>
          <a:solidFill>
            <a:srgbClr val="0051A2"/>
          </a:solidFill>
        </p:spPr>
        <p:txBody>
          <a:bodyPr anchor="ctr"/>
          <a:lstStyle>
            <a:defPPr>
              <a:defRPr lang="en-US"/>
            </a:defPPr>
            <a:lvl1pPr marL="0" algn="l"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b="1" dirty="0">
                <a:solidFill>
                  <a:schemeClr val="bg1"/>
                </a:solidFill>
                <a:latin typeface="+mj-lt"/>
              </a:rPr>
              <a:t>6 July 2026</a:t>
            </a:r>
          </a:p>
        </p:txBody>
      </p:sp>
      <p:sp>
        <p:nvSpPr>
          <p:cNvPr id="1048696" name="TextBox 14"/>
          <p:cNvSpPr txBox="1"/>
          <p:nvPr userDrawn="1"/>
        </p:nvSpPr>
        <p:spPr>
          <a:xfrm>
            <a:off x="457200" y="8699956"/>
            <a:ext cx="1676400" cy="215444"/>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pPr>
            <a:r>
              <a:rPr lang="en-US" sz="800" b="1">
                <a:solidFill>
                  <a:srgbClr val="0C5EA8"/>
                </a:solidFill>
              </a:rPr>
              <a:t>PT. Bank Central Asia </a:t>
            </a:r>
            <a:r>
              <a:rPr lang="en-US" sz="800" b="1" err="1">
                <a:solidFill>
                  <a:srgbClr val="0C5EA8"/>
                </a:solidFill>
              </a:rPr>
              <a:t>Tbk</a:t>
            </a:r>
            <a:endParaRPr lang="en-US" sz="800" b="1">
              <a:solidFill>
                <a:srgbClr val="0C5EA8"/>
              </a:solidFill>
            </a:endParaRPr>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097170" name="Picture 2" descr="D:\Download\BCA Shield Line.png"/>
          <p:cNvPicPr>
            <a:picLocks noChangeAspect="1" noChangeArrowheads="1"/>
          </p:cNvPicPr>
          <p:nvPr userDrawn="1"/>
        </p:nvPicPr>
        <p:blipFill>
          <a:blip r:embed="rId9"/>
          <a:srcRect/>
          <a:stretch>
            <a:fillRect/>
          </a:stretch>
        </p:blipFill>
        <p:spPr bwMode="auto">
          <a:xfrm>
            <a:off x="5334000" y="1"/>
            <a:ext cx="1524000" cy="1144117"/>
          </a:xfrm>
          <a:prstGeom prst="rect">
            <a:avLst/>
          </a:prstGeom>
          <a:noFill/>
        </p:spPr>
      </p:pic>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Lst>
  <p:hf hdr="0" ftr="0"/>
  <p:txStyles>
    <p:titleStyle>
      <a:lvl1pPr algn="l" defTabSz="914400" rtl="0" eaLnBrk="1" latinLnBrk="0" hangingPunct="1">
        <a:spcBef>
          <a:spcPct val="0"/>
        </a:spcBef>
        <a:buNone/>
        <a:defRPr sz="1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48855" name="TextBox 5"/>
          <p:cNvSpPr txBox="1"/>
          <p:nvPr userDrawn="1"/>
        </p:nvSpPr>
        <p:spPr>
          <a:xfrm>
            <a:off x="2514600" y="8686800"/>
            <a:ext cx="2057400" cy="215444"/>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pPr>
            <a:r>
              <a:rPr lang="en-US" sz="800" dirty="0"/>
              <a:t>CONFIDENTIAL – FOR INTERNAL USE ONLY</a:t>
            </a:r>
          </a:p>
        </p:txBody>
      </p:sp>
      <p:pic>
        <p:nvPicPr>
          <p:cNvPr id="2097171" name="Picture 2" descr="D:\Download\BCA Shield Line.png"/>
          <p:cNvPicPr>
            <a:picLocks noChangeAspect="1" noChangeArrowheads="1"/>
          </p:cNvPicPr>
          <p:nvPr userDrawn="1"/>
        </p:nvPicPr>
        <p:blipFill>
          <a:blip r:embed="rId9"/>
          <a:srcRect/>
          <a:stretch>
            <a:fillRect/>
          </a:stretch>
        </p:blipFill>
        <p:spPr bwMode="auto">
          <a:xfrm flipH="1">
            <a:off x="0" y="1"/>
            <a:ext cx="1524000" cy="1144117"/>
          </a:xfrm>
          <a:prstGeom prst="rect">
            <a:avLst/>
          </a:prstGeom>
          <a:noFill/>
        </p:spPr>
      </p:pic>
    </p:spTree>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Lst>
  <p:hf hdr="0" ftr="0"/>
  <p:txStyles>
    <p:titleStyle>
      <a:lvl1pPr algn="l" defTabSz="914400" rtl="0" eaLnBrk="1" latinLnBrk="0" hangingPunct="1">
        <a:spcBef>
          <a:spcPct val="0"/>
        </a:spcBef>
        <a:buNone/>
        <a:defRPr sz="1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48647" name="TextBox 5"/>
          <p:cNvSpPr txBox="1"/>
          <p:nvPr userDrawn="1"/>
        </p:nvSpPr>
        <p:spPr>
          <a:xfrm>
            <a:off x="2514600" y="8686800"/>
            <a:ext cx="2057400" cy="215444"/>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pPr>
            <a:r>
              <a:rPr lang="en-US" sz="800" dirty="0"/>
              <a:t>CONFIDENTIAL – FOR INTERNAL USE ONLY</a:t>
            </a:r>
          </a:p>
        </p:txBody>
      </p:sp>
      <p:pic>
        <p:nvPicPr>
          <p:cNvPr id="2097164" name="Picture 2" descr="D:\Download\BCA Shield Line.png"/>
          <p:cNvPicPr>
            <a:picLocks noChangeAspect="1" noChangeArrowheads="1"/>
          </p:cNvPicPr>
          <p:nvPr userDrawn="1"/>
        </p:nvPicPr>
        <p:blipFill>
          <a:blip r:embed="rId9"/>
          <a:srcRect/>
          <a:stretch>
            <a:fillRect/>
          </a:stretch>
        </p:blipFill>
        <p:spPr bwMode="auto">
          <a:xfrm flipH="1" flipV="1">
            <a:off x="0" y="7999884"/>
            <a:ext cx="1524000" cy="1144117"/>
          </a:xfrm>
          <a:prstGeom prst="rect">
            <a:avLst/>
          </a:prstGeom>
          <a:noFill/>
        </p:spPr>
      </p:pic>
    </p:spTree>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Lst>
  <p:hf hdr="0" ftr="0"/>
  <p:txStyles>
    <p:titleStyle>
      <a:lvl1pPr algn="l" defTabSz="914400" rtl="0" eaLnBrk="1" latinLnBrk="0" hangingPunct="1">
        <a:spcBef>
          <a:spcPct val="0"/>
        </a:spcBef>
        <a:buNone/>
        <a:defRPr sz="1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48764" name="TextBox 5"/>
          <p:cNvSpPr txBox="1"/>
          <p:nvPr userDrawn="1"/>
        </p:nvSpPr>
        <p:spPr>
          <a:xfrm>
            <a:off x="2514600" y="8686800"/>
            <a:ext cx="2057400" cy="215444"/>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pPr>
            <a:r>
              <a:rPr lang="en-US" sz="800"/>
              <a:t>CONFIDENTIAL – FOR INTERNAL USE ONLY</a:t>
            </a:r>
          </a:p>
        </p:txBody>
      </p:sp>
      <p:pic>
        <p:nvPicPr>
          <p:cNvPr id="2097169" name="Picture 2" descr="D:\Download\BCA Shield Line.png"/>
          <p:cNvPicPr>
            <a:picLocks noChangeAspect="1" noChangeArrowheads="1"/>
          </p:cNvPicPr>
          <p:nvPr userDrawn="1"/>
        </p:nvPicPr>
        <p:blipFill>
          <a:blip r:embed="rId9"/>
          <a:srcRect/>
          <a:stretch>
            <a:fillRect/>
          </a:stretch>
        </p:blipFill>
        <p:spPr bwMode="auto">
          <a:xfrm flipV="1">
            <a:off x="5334000" y="7999884"/>
            <a:ext cx="1524000" cy="1144117"/>
          </a:xfrm>
          <a:prstGeom prst="rect">
            <a:avLst/>
          </a:prstGeom>
          <a:noFill/>
        </p:spPr>
      </p:pic>
    </p:spTree>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Lst>
  <p:hf hdr="0" ftr="0"/>
  <p:txStyles>
    <p:titleStyle>
      <a:lvl1pPr algn="l" defTabSz="914400" rtl="0" eaLnBrk="1" latinLnBrk="0" hangingPunct="1">
        <a:spcBef>
          <a:spcPct val="0"/>
        </a:spcBef>
        <a:buNone/>
        <a:defRPr sz="1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Title Placeholder 1"/>
          <p:cNvSpPr>
            <a:spLocks noGrp="1"/>
          </p:cNvSpPr>
          <p:nvPr>
            <p:ph type="title"/>
          </p:nvPr>
        </p:nvSpPr>
        <p:spPr>
          <a:xfrm>
            <a:off x="471488" y="486836"/>
            <a:ext cx="5915025" cy="1767417"/>
          </a:xfrm>
          <a:prstGeom prst="rect">
            <a:avLst/>
          </a:prstGeom>
        </p:spPr>
        <p:txBody>
          <a:bodyPr vert="horz" lIns="116623" tIns="58311" rIns="116623" bIns="58311" rtlCol="0" anchor="ctr">
            <a:normAutofit/>
          </a:bodyPr>
          <a:lstStyle/>
          <a:p>
            <a:r>
              <a:rPr lang="en-US" dirty="0"/>
              <a:t>Click to edit Master title style</a:t>
            </a:r>
          </a:p>
        </p:txBody>
      </p:sp>
      <p:sp>
        <p:nvSpPr>
          <p:cNvPr id="1048577" name="Text Placeholder 2"/>
          <p:cNvSpPr>
            <a:spLocks noGrp="1"/>
          </p:cNvSpPr>
          <p:nvPr>
            <p:ph type="body" idx="1"/>
          </p:nvPr>
        </p:nvSpPr>
        <p:spPr>
          <a:xfrm>
            <a:off x="471488" y="2434166"/>
            <a:ext cx="5915025" cy="5801784"/>
          </a:xfrm>
          <a:prstGeom prst="rect">
            <a:avLst/>
          </a:prstGeom>
        </p:spPr>
        <p:txBody>
          <a:bodyPr vert="horz" lIns="116623" tIns="58311" rIns="116623" bIns="58311"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48578" name="Date Placeholder 3"/>
          <p:cNvSpPr>
            <a:spLocks noGrp="1"/>
          </p:cNvSpPr>
          <p:nvPr>
            <p:ph type="dt" sz="half" idx="2"/>
          </p:nvPr>
        </p:nvSpPr>
        <p:spPr>
          <a:xfrm>
            <a:off x="471487" y="8475135"/>
            <a:ext cx="1543050" cy="486834"/>
          </a:xfrm>
          <a:prstGeom prst="rect">
            <a:avLst/>
          </a:prstGeom>
        </p:spPr>
        <p:txBody>
          <a:bodyPr vert="horz" lIns="116623" tIns="58311" rIns="116623" bIns="58311" rtlCol="0" anchor="ctr"/>
          <a:lstStyle>
            <a:lvl1pPr algn="l">
              <a:defRPr sz="900">
                <a:solidFill>
                  <a:schemeClr val="tx1">
                    <a:tint val="75000"/>
                  </a:schemeClr>
                </a:solidFill>
              </a:defRPr>
            </a:lvl1pPr>
          </a:lstStyle>
          <a:p>
            <a:pPr defTabSz="1166226"/>
            <a:fld id="{BC9D7FC2-0FF7-41D9-9E23-6B9F3C380436}" type="datetimeFigureOut">
              <a:rPr lang="id-ID" smtClean="0">
                <a:solidFill>
                  <a:prstClr val="black">
                    <a:tint val="75000"/>
                  </a:prstClr>
                </a:solidFill>
              </a:rPr>
              <a:pPr defTabSz="1166226"/>
              <a:t>08/10/2026</a:t>
            </a:fld>
            <a:endParaRPr lang="id-ID">
              <a:solidFill>
                <a:prstClr val="black">
                  <a:tint val="75000"/>
                </a:prstClr>
              </a:solidFill>
            </a:endParaRPr>
          </a:p>
        </p:txBody>
      </p:sp>
      <p:sp>
        <p:nvSpPr>
          <p:cNvPr id="1048579" name="Footer Placeholder 4"/>
          <p:cNvSpPr>
            <a:spLocks noGrp="1"/>
          </p:cNvSpPr>
          <p:nvPr>
            <p:ph type="ftr" sz="quarter" idx="3"/>
          </p:nvPr>
        </p:nvSpPr>
        <p:spPr>
          <a:xfrm>
            <a:off x="2271713" y="8475135"/>
            <a:ext cx="2314575" cy="486834"/>
          </a:xfrm>
          <a:prstGeom prst="rect">
            <a:avLst/>
          </a:prstGeom>
        </p:spPr>
        <p:txBody>
          <a:bodyPr vert="horz" lIns="116623" tIns="58311" rIns="116623" bIns="58311" rtlCol="0" anchor="ctr"/>
          <a:lstStyle>
            <a:lvl1pPr algn="ctr">
              <a:defRPr sz="900">
                <a:solidFill>
                  <a:schemeClr val="tx1">
                    <a:tint val="75000"/>
                  </a:schemeClr>
                </a:solidFill>
              </a:defRPr>
            </a:lvl1pPr>
          </a:lstStyle>
          <a:p>
            <a:pPr defTabSz="1166226"/>
            <a:endParaRPr lang="id-ID">
              <a:solidFill>
                <a:prstClr val="black">
                  <a:tint val="75000"/>
                </a:prstClr>
              </a:solidFill>
            </a:endParaRPr>
          </a:p>
        </p:txBody>
      </p:sp>
      <p:sp>
        <p:nvSpPr>
          <p:cNvPr id="1048580" name="Slide Number Placeholder 5"/>
          <p:cNvSpPr>
            <a:spLocks noGrp="1"/>
          </p:cNvSpPr>
          <p:nvPr>
            <p:ph type="sldNum" sz="quarter" idx="4"/>
          </p:nvPr>
        </p:nvSpPr>
        <p:spPr>
          <a:xfrm>
            <a:off x="4843463" y="8475135"/>
            <a:ext cx="1543050" cy="486834"/>
          </a:xfrm>
          <a:prstGeom prst="rect">
            <a:avLst/>
          </a:prstGeom>
        </p:spPr>
        <p:txBody>
          <a:bodyPr vert="horz" lIns="116623" tIns="58311" rIns="116623" bIns="58311" rtlCol="0" anchor="ctr"/>
          <a:lstStyle>
            <a:lvl1pPr algn="r">
              <a:defRPr sz="900">
                <a:solidFill>
                  <a:schemeClr val="tx1">
                    <a:tint val="75000"/>
                  </a:schemeClr>
                </a:solidFill>
              </a:defRPr>
            </a:lvl1pPr>
          </a:lstStyle>
          <a:p>
            <a:pPr defTabSz="1166226"/>
            <a:fld id="{477D8BF5-2754-4CFE-9C4A-CCAF84A93D96}" type="slidenum">
              <a:rPr lang="id-ID" smtClean="0">
                <a:solidFill>
                  <a:prstClr val="black">
                    <a:tint val="75000"/>
                  </a:prstClr>
                </a:solidFill>
              </a:rPr>
              <a:pPr defTabSz="1166226"/>
              <a:t>‹#›</a:t>
            </a:fld>
            <a:endParaRPr lang="id-ID">
              <a:solidFill>
                <a:prstClr val="black">
                  <a:tint val="75000"/>
                </a:prstClr>
              </a:solidFill>
            </a:endParaRPr>
          </a:p>
        </p:txBody>
      </p:sp>
      <p:pic>
        <p:nvPicPr>
          <p:cNvPr id="2097152" name="Picture 6"/>
          <p:cNvPicPr>
            <a:picLocks noChangeAspect="1"/>
          </p:cNvPicPr>
          <p:nvPr userDrawn="1"/>
        </p:nvPicPr>
        <p:blipFill>
          <a:blip r:embed="rId13" cstate="print"/>
          <a:stretch>
            <a:fillRect/>
          </a:stretch>
        </p:blipFill>
        <p:spPr>
          <a:xfrm>
            <a:off x="-2" y="2250"/>
            <a:ext cx="6858000" cy="1657375"/>
          </a:xfrm>
          <a:prstGeom prst="rect">
            <a:avLst/>
          </a:prstGeom>
        </p:spPr>
      </p:pic>
      <p:sp>
        <p:nvSpPr>
          <p:cNvPr id="1048581" name="TextBox 7"/>
          <p:cNvSpPr txBox="1"/>
          <p:nvPr userDrawn="1"/>
        </p:nvSpPr>
        <p:spPr>
          <a:xfrm>
            <a:off x="325876" y="68605"/>
            <a:ext cx="4802351" cy="1071868"/>
          </a:xfrm>
          <a:prstGeom prst="rect">
            <a:avLst/>
          </a:prstGeom>
          <a:noFill/>
        </p:spPr>
        <p:txBody>
          <a:bodyPr wrap="square" lIns="116612" tIns="58306" rIns="116612" bIns="58306" rtlCol="0">
            <a:spAutoFit/>
          </a:bodyPr>
          <a:lstStyle/>
          <a:p>
            <a:pPr defTabSz="1166125"/>
            <a:r>
              <a:rPr lang="id-ID" sz="3100" b="1">
                <a:solidFill>
                  <a:prstClr val="white"/>
                </a:solidFill>
              </a:rPr>
              <a:t>Weekly</a:t>
            </a:r>
          </a:p>
          <a:p>
            <a:pPr defTabSz="1166125"/>
            <a:r>
              <a:rPr lang="id-ID" sz="3100" b="1">
                <a:solidFill>
                  <a:prstClr val="white"/>
                </a:solidFill>
              </a:rPr>
              <a:t>Market Overview</a:t>
            </a:r>
          </a:p>
        </p:txBody>
      </p:sp>
      <p:sp>
        <p:nvSpPr>
          <p:cNvPr id="1048582" name="TextBox 8"/>
          <p:cNvSpPr txBox="1"/>
          <p:nvPr userDrawn="1"/>
        </p:nvSpPr>
        <p:spPr>
          <a:xfrm>
            <a:off x="325874" y="996200"/>
            <a:ext cx="3103126" cy="353303"/>
          </a:xfrm>
          <a:prstGeom prst="rect">
            <a:avLst/>
          </a:prstGeom>
          <a:noFill/>
        </p:spPr>
        <p:txBody>
          <a:bodyPr wrap="square" lIns="116612" tIns="58306" rIns="116612" bIns="58306" rtlCol="0">
            <a:spAutoFit/>
          </a:bodyPr>
          <a:lstStyle/>
          <a:p>
            <a:pPr defTabSz="1166125"/>
            <a:r>
              <a:rPr lang="id-ID" sz="1500" b="1">
                <a:solidFill>
                  <a:prstClr val="white"/>
                </a:solidFill>
              </a:rPr>
              <a:t>Wealth Management Division</a:t>
            </a:r>
          </a:p>
        </p:txBody>
      </p:sp>
      <p:sp>
        <p:nvSpPr>
          <p:cNvPr id="1048583" name="Rectangle 9"/>
          <p:cNvSpPr/>
          <p:nvPr userDrawn="1"/>
        </p:nvSpPr>
        <p:spPr>
          <a:xfrm>
            <a:off x="429768" y="1373499"/>
            <a:ext cx="1295400" cy="201168"/>
          </a:xfrm>
          <a:prstGeom prst="rect">
            <a:avLst/>
          </a:prstGeom>
          <a:solidFill>
            <a:srgbClr val="0051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8584" name="Date Placeholder 3"/>
          <p:cNvSpPr txBox="1"/>
          <p:nvPr userDrawn="1"/>
        </p:nvSpPr>
        <p:spPr>
          <a:xfrm>
            <a:off x="367349" y="1330070"/>
            <a:ext cx="1420237" cy="288025"/>
          </a:xfrm>
          <a:prstGeom prst="rect">
            <a:avLst/>
          </a:prstGeom>
          <a:noFill/>
        </p:spPr>
        <p:txBody>
          <a:bodyPr anchor="ctr"/>
          <a:lstStyle>
            <a:defPPr>
              <a:defRPr lang="en-US"/>
            </a:defPPr>
            <a:lvl1pPr marL="0" algn="l"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000" b="1" baseline="0" dirty="0">
                <a:solidFill>
                  <a:schemeClr val="bg1"/>
                </a:solidFill>
                <a:latin typeface="+mn-lt"/>
              </a:rPr>
              <a:t>28 September 2026</a:t>
            </a:r>
            <a:endParaRPr lang="en-US" sz="1000" b="1" dirty="0">
              <a:solidFill>
                <a:schemeClr val="bg1"/>
              </a:solidFill>
              <a:latin typeface="+mn-lt"/>
            </a:endParaRPr>
          </a:p>
        </p:txBody>
      </p:sp>
      <p:pic>
        <p:nvPicPr>
          <p:cNvPr id="2097153" name="Picture 11"/>
          <p:cNvPicPr>
            <a:picLocks noChangeAspect="1"/>
          </p:cNvPicPr>
          <p:nvPr userDrawn="1"/>
        </p:nvPicPr>
        <p:blipFill>
          <a:blip r:embed="rId14" cstate="print"/>
          <a:stretch>
            <a:fillRect/>
          </a:stretch>
        </p:blipFill>
        <p:spPr>
          <a:xfrm>
            <a:off x="5050631" y="-4628"/>
            <a:ext cx="1807369" cy="1376228"/>
          </a:xfrm>
          <a:prstGeom prst="rect">
            <a:avLst/>
          </a:prstGeom>
        </p:spPr>
      </p:pic>
    </p:spTree>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Lst>
  <p:txStyles>
    <p:titleStyle>
      <a:lvl1pPr algn="l" defTabSz="68574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35" indent="-171435" algn="l" defTabSz="68574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05" indent="-171435" algn="l" defTabSz="68574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176" indent="-171435" algn="l" defTabSz="68574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047"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4pPr>
      <a:lvl5pPr marL="1542916"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5pPr>
      <a:lvl6pPr marL="1885787"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6pPr>
      <a:lvl7pPr marL="2228657"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7pPr>
      <a:lvl8pPr marL="2571528"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8pPr>
      <a:lvl9pPr marL="2914399"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9pPr>
    </p:bodyStyle>
    <p:otherStyle>
      <a:defPPr>
        <a:defRPr lang="en-US"/>
      </a:defPPr>
      <a:lvl1pPr marL="0" algn="l" defTabSz="685740" rtl="0" eaLnBrk="1" latinLnBrk="0" hangingPunct="1">
        <a:defRPr sz="1300" kern="1200">
          <a:solidFill>
            <a:schemeClr val="tx1"/>
          </a:solidFill>
          <a:latin typeface="+mn-lt"/>
          <a:ea typeface="+mn-ea"/>
          <a:cs typeface="+mn-cs"/>
        </a:defRPr>
      </a:lvl1pPr>
      <a:lvl2pPr marL="342871" algn="l" defTabSz="685740" rtl="0" eaLnBrk="1" latinLnBrk="0" hangingPunct="1">
        <a:defRPr sz="1300" kern="1200">
          <a:solidFill>
            <a:schemeClr val="tx1"/>
          </a:solidFill>
          <a:latin typeface="+mn-lt"/>
          <a:ea typeface="+mn-ea"/>
          <a:cs typeface="+mn-cs"/>
        </a:defRPr>
      </a:lvl2pPr>
      <a:lvl3pPr marL="685740" algn="l" defTabSz="685740" rtl="0" eaLnBrk="1" latinLnBrk="0" hangingPunct="1">
        <a:defRPr sz="1300" kern="1200">
          <a:solidFill>
            <a:schemeClr val="tx1"/>
          </a:solidFill>
          <a:latin typeface="+mn-lt"/>
          <a:ea typeface="+mn-ea"/>
          <a:cs typeface="+mn-cs"/>
        </a:defRPr>
      </a:lvl3pPr>
      <a:lvl4pPr marL="1028611" algn="l" defTabSz="685740" rtl="0" eaLnBrk="1" latinLnBrk="0" hangingPunct="1">
        <a:defRPr sz="1300" kern="1200">
          <a:solidFill>
            <a:schemeClr val="tx1"/>
          </a:solidFill>
          <a:latin typeface="+mn-lt"/>
          <a:ea typeface="+mn-ea"/>
          <a:cs typeface="+mn-cs"/>
        </a:defRPr>
      </a:lvl4pPr>
      <a:lvl5pPr marL="1371481" algn="l" defTabSz="685740" rtl="0" eaLnBrk="1" latinLnBrk="0" hangingPunct="1">
        <a:defRPr sz="1300" kern="1200">
          <a:solidFill>
            <a:schemeClr val="tx1"/>
          </a:solidFill>
          <a:latin typeface="+mn-lt"/>
          <a:ea typeface="+mn-ea"/>
          <a:cs typeface="+mn-cs"/>
        </a:defRPr>
      </a:lvl5pPr>
      <a:lvl6pPr marL="1714352" algn="l" defTabSz="685740" rtl="0" eaLnBrk="1" latinLnBrk="0" hangingPunct="1">
        <a:defRPr sz="1300" kern="1200">
          <a:solidFill>
            <a:schemeClr val="tx1"/>
          </a:solidFill>
          <a:latin typeface="+mn-lt"/>
          <a:ea typeface="+mn-ea"/>
          <a:cs typeface="+mn-cs"/>
        </a:defRPr>
      </a:lvl6pPr>
      <a:lvl7pPr marL="2057223" algn="l" defTabSz="685740" rtl="0" eaLnBrk="1" latinLnBrk="0" hangingPunct="1">
        <a:defRPr sz="1300" kern="1200">
          <a:solidFill>
            <a:schemeClr val="tx1"/>
          </a:solidFill>
          <a:latin typeface="+mn-lt"/>
          <a:ea typeface="+mn-ea"/>
          <a:cs typeface="+mn-cs"/>
        </a:defRPr>
      </a:lvl7pPr>
      <a:lvl8pPr marL="2400092" algn="l" defTabSz="685740" rtl="0" eaLnBrk="1" latinLnBrk="0" hangingPunct="1">
        <a:defRPr sz="1300" kern="1200">
          <a:solidFill>
            <a:schemeClr val="tx1"/>
          </a:solidFill>
          <a:latin typeface="+mn-lt"/>
          <a:ea typeface="+mn-ea"/>
          <a:cs typeface="+mn-cs"/>
        </a:defRPr>
      </a:lvl8pPr>
      <a:lvl9pPr marL="2742963" algn="l" defTabSz="685740" rtl="0" eaLnBrk="1" latinLnBrk="0" hangingPunct="1">
        <a:defRPr sz="13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0" userDrawn="1">
          <p15:clr>
            <a:srgbClr val="F26B43"/>
          </p15:clr>
        </p15:guide>
        <p15:guide id="2" pos="216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33.xml"/><Relationship Id="rId5" Type="http://schemas.openxmlformats.org/officeDocument/2006/relationships/image" Target="../media/image7.png"/><Relationship Id="rId4" Type="http://schemas.openxmlformats.org/officeDocument/2006/relationships/chart" Target="../charts/chart2.xml"/><Relationship Id="rId90" Type="http://schemas.openxmlformats.org/officeDocument/2006/relationships/chart" Target="../charts/chart7.xml"/></Relationships>
</file>

<file path=ppt/slides/_rels/slide2.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xml"/><Relationship Id="rId1" Type="http://schemas.openxmlformats.org/officeDocument/2006/relationships/slideLayout" Target="../slideLayouts/slideLayout33.xml"/><Relationship Id="rId5" Type="http://schemas.openxmlformats.org/officeDocument/2006/relationships/image" Target="../media/image7.png"/><Relationship Id="rId4" Type="http://schemas.openxmlformats.org/officeDocument/2006/relationships/chart" Target="../charts/chart4.xml"/></Relationships>
</file>

<file path=ppt/slides/_rels/slide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3.xml"/><Relationship Id="rId1" Type="http://schemas.openxmlformats.org/officeDocument/2006/relationships/slideLayout" Target="../slideLayouts/slideLayout33.xml"/><Relationship Id="rId5" Type="http://schemas.openxmlformats.org/officeDocument/2006/relationships/image" Target="../media/image7.png"/><Relationship Id="rId4" Type="http://schemas.openxmlformats.org/officeDocument/2006/relationships/chart" Target="../charts/chart6.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3.xml"/></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3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0A3D354-8BCD-AEA6-8291-770CF570A6FA}"/>
            </a:ext>
          </a:extLst>
        </p:cNvPr>
        <p:cNvGrpSpPr/>
        <p:nvPr/>
      </p:nvGrpSpPr>
      <p:grpSpPr>
        <a:xfrm>
          <a:off x="0" y="0"/>
          <a:ext cx="0" cy="0"/>
          <a:chOff x="0" y="0"/>
          <a:chExt cx="0" cy="0"/>
        </a:xfrm>
      </p:grpSpPr>
      <p:graphicFrame>
        <p:nvGraphicFramePr>
          <p:cNvPr id="1048604" name="Exhibit 1 Chart"/>
          <p:cNvGraphicFramePr>
            <a:graphicFrameLocks noGrp="1"/>
          </p:cNvGraphicFramePr>
          <p:nvPr>
            <p:extLst>
              <p:ext uri="{D42A27DB-BD31-4B8C-83A1-F6EECF244321}">
                <p14:modId xmlns:p14="http://schemas.microsoft.com/office/powerpoint/2010/main" val="3352650079"/>
              </p:ext>
            </p:extLst>
          </p:nvPr>
        </p:nvGraphicFramePr>
        <p:xfrm>
          <a:off x="354579" y="7216892"/>
          <a:ext cx="3035808" cy="149590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48605" name="Exhibit 2 Chart"/>
          <p:cNvGraphicFramePr>
            <a:graphicFrameLocks noGrp="1"/>
          </p:cNvGraphicFramePr>
          <p:nvPr>
            <p:extLst>
              <p:ext uri="{D42A27DB-BD31-4B8C-83A1-F6EECF244321}">
                <p14:modId xmlns:p14="http://schemas.microsoft.com/office/powerpoint/2010/main" val="4141645010"/>
              </p:ext>
            </p:extLst>
          </p:nvPr>
        </p:nvGraphicFramePr>
        <p:xfrm>
          <a:off x="3530765" y="7216892"/>
          <a:ext cx="3035808" cy="768096"/>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048690" name="Exhibit 2 Chart (real yield)"/>
          <p:cNvGraphicFramePr>
            <a:graphicFrameLocks noGrp="1"/>
          </p:cNvGraphicFramePr>
          <p:nvPr>
            <p:extLst>
              <p:ext uri="{D42A27DB-BD31-4B8C-83A1-F6EECF244321}">
                <p14:modId xmlns:p14="http://schemas.microsoft.com/office/powerpoint/2010/main" val="4141645010"/>
              </p:ext>
            </p:extLst>
          </p:nvPr>
        </p:nvGraphicFramePr>
        <p:xfrm>
          <a:off x="3530765" y="7984988"/>
          <a:ext cx="3035808" cy="731520"/>
        </p:xfrm>
        <a:graphic>
          <a:graphicData uri="http://schemas.openxmlformats.org/drawingml/2006/chart">
            <c:chart xmlns:c="http://schemas.openxmlformats.org/drawingml/2006/chart" r:id="rId90"/>
          </a:graphicData>
        </a:graphic>
      </p:graphicFrame>
      <p:sp>
        <p:nvSpPr>
          <p:cNvPr id="1048603" name="Date Tab"/>
          <p:cNvSpPr/>
          <p:nvPr/>
        </p:nvSpPr>
        <p:spPr>
          <a:xfrm>
            <a:off x="429768" y="1373499"/>
            <a:ext cx="1295400" cy="201168"/>
          </a:xfrm>
          <a:prstGeom prst="rect">
            <a:avLst/>
          </a:prstGeom>
          <a:solidFill>
            <a:srgbClr val="0051A2"/>
          </a:solidFill>
          <a:ln>
            <a:noFill/>
          </a:ln>
        </p:spPr>
        <p:txBody>
          <a:bodyPr wrap="none" lIns="0" tIns="0" rIns="0" bIns="0" rtlCol="0" anchor="ctr"/>
          <a:lstStyle/>
          <a:p>
            <a:pPr algn="ctr"/>
            <a:r>
              <a:rPr lang="en-US" sz="1000" b="1" dirty="0">
                <a:solidFill>
                  <a:schemeClr val="bg1"/>
                </a:solidFill>
                <a:latin typeface="+mn-lt"/>
              </a:rPr>
              <a:t>12 October 2026</a:t>
            </a:r>
          </a:p>
        </p:txBody>
      </p:sp>
      <p:sp>
        <p:nvSpPr>
          <p:cNvPr id="1048593" name="AutoShape 2" descr="ready">
            <a:extLst>
              <a:ext uri="{FF2B5EF4-FFF2-40B4-BE49-F238E27FC236}">
                <a16:creationId xmlns:a16="http://schemas.microsoft.com/office/drawing/2014/main" xmlns="" id="{8AF2A150-BA6F-1131-F1B7-3D952C15F9EF}"/>
              </a:ext>
            </a:extLst>
          </p:cNvPr>
          <p:cNvSpPr>
            <a:spLocks noChangeAspect="1" noChangeArrowheads="1"/>
          </p:cNvSpPr>
          <p:nvPr/>
        </p:nvSpPr>
        <p:spPr bwMode="auto">
          <a:xfrm>
            <a:off x="8594725"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4" name="AutoShape 3" descr="viewed">
            <a:extLst>
              <a:ext uri="{FF2B5EF4-FFF2-40B4-BE49-F238E27FC236}">
                <a16:creationId xmlns:a16="http://schemas.microsoft.com/office/drawing/2014/main" xmlns="" id="{7B140D9F-5D65-3951-6C22-9AD76A0BBC96}"/>
              </a:ext>
            </a:extLst>
          </p:cNvPr>
          <p:cNvSpPr>
            <a:spLocks noChangeAspect="1" noChangeArrowheads="1"/>
          </p:cNvSpPr>
          <p:nvPr/>
        </p:nvSpPr>
        <p:spPr bwMode="auto">
          <a:xfrm>
            <a:off x="8704263"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6" name="TextBox 18">
            <a:extLst>
              <a:ext uri="{FF2B5EF4-FFF2-40B4-BE49-F238E27FC236}">
                <a16:creationId xmlns:a16="http://schemas.microsoft.com/office/drawing/2014/main" xmlns="" id="{4064EA44-2393-C6D7-353F-1AED27249558}"/>
              </a:ext>
            </a:extLst>
          </p:cNvPr>
          <p:cNvSpPr txBox="1"/>
          <p:nvPr/>
        </p:nvSpPr>
        <p:spPr>
          <a:xfrm>
            <a:off x="228600" y="1585892"/>
            <a:ext cx="6477000" cy="394750"/>
          </a:xfrm>
          <a:prstGeom prst="rect">
            <a:avLst/>
          </a:prstGeom>
          <a:noFill/>
        </p:spPr>
        <p:txBody>
          <a:bodyPr wrap="square" lIns="116612" tIns="58306" rIns="116612" bIns="58306"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166125"/>
            <a:r>
              <a:rPr lang="en-US" b="1" i="1" dirty="0"/>
              <a:t>Global: The Freight Premium</a:t>
            </a:r>
          </a:p>
        </p:txBody>
      </p:sp>
      <p:sp>
        <p:nvSpPr>
          <p:cNvPr id="1048600" name="Rectangle 1" hidden="1">
            <a:extLst>
              <a:ext uri="{FF2B5EF4-FFF2-40B4-BE49-F238E27FC236}">
                <a16:creationId xmlns:a16="http://schemas.microsoft.com/office/drawing/2014/main" xmlns="" id="{CF6E507A-6E48-8447-9CF0-55DF2D2EE4E5}"/>
              </a:ext>
            </a:extLst>
          </p:cNvPr>
          <p:cNvSpPr/>
          <p:nvPr/>
        </p:nvSpPr>
        <p:spPr>
          <a:xfrm>
            <a:off x="3200400" y="6893909"/>
            <a:ext cx="190816" cy="127358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endParaRPr lang="en-US" sz="900" b="1" i="1">
              <a:solidFill>
                <a:schemeClr val="tx1"/>
              </a:solidFill>
            </a:endParaRPr>
          </a:p>
        </p:txBody>
      </p:sp>
      <p:sp>
        <p:nvSpPr>
          <p:cNvPr id="3" name="Rectangle 1">
            <a:extLst>
              <a:ext uri="{FF2B5EF4-FFF2-40B4-BE49-F238E27FC236}">
                <a16:creationId xmlns:a16="http://schemas.microsoft.com/office/drawing/2014/main" xmlns="" id="{5EEBA54D-D173-849E-1A04-ADCC7871DF7D}"/>
              </a:ext>
            </a:extLst>
          </p:cNvPr>
          <p:cNvSpPr>
            <a:spLocks noChangeArrowheads="1"/>
          </p:cNvSpPr>
          <p:nvPr/>
        </p:nvSpPr>
        <p:spPr bwMode="auto">
          <a:xfrm>
            <a:off x="0" y="110933"/>
            <a:ext cx="65" cy="235334"/>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0631" rIns="0" bIns="-206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Kotak Teks 18">
            <a:extLst>
              <a:ext uri="{FF2B5EF4-FFF2-40B4-BE49-F238E27FC236}">
                <a16:creationId xmlns:a16="http://schemas.microsoft.com/office/drawing/2014/main" xmlns="" id="{176D383B-253F-73B0-7483-5820625180BC}"/>
              </a:ext>
            </a:extLst>
          </p:cNvPr>
          <p:cNvSpPr txBox="1"/>
          <p:nvPr/>
        </p:nvSpPr>
        <p:spPr>
          <a:xfrm>
            <a:off x="267148" y="2641487"/>
            <a:ext cx="6321467" cy="4224233"/>
          </a:xfrm>
          <a:prstGeom prst="rect">
            <a:avLst/>
          </a:prstGeom>
          <a:solidFill>
            <a:schemeClr val="bg1"/>
          </a:solidFill>
        </p:spPr>
        <p:txBody>
          <a:bodyPr wrap="square" lIns="91440" tIns="45720" rIns="91440" bIns="45720" anchor="t">
            <a:spAutoFit/>
          </a:bodyPr>
          <a:lstStyle/>
          <a:p>
            <a:pPr lvl="0" algn="just">
              <a:spcBef>
                <a:spcPts val="600"/>
              </a:spcBef>
              <a:spcAft>
                <a:spcPts val="300"/>
              </a:spcAft>
              <a:buClr>
                <a:srgbClr val="000000"/>
              </a:buClr>
            </a:pPr>
            <a:r>
              <a:rPr lang="en-US" sz="1400" b="1" i="1" kern="0" dirty="0">
                <a:solidFill>
                  <a:srgbClr val="2F5496"/>
                </a:solidFill>
                <a:ea typeface="Calibri"/>
                <a:cs typeface="Calibri"/>
                <a:sym typeface="Calibri"/>
              </a:rPr>
              <a:t>Key Highlights:</a:t>
            </a:r>
          </a:p>
          <a:p>
            <a:pPr marL="228600" indent="-228600" algn="just">
              <a:spcAft>
                <a:spcPts val="600"/>
              </a:spcAft>
              <a:buFont typeface="+mj-lt"/>
              <a:buAutoNum type="arabicPeriod"/>
            </a:pPr>
            <a:r>
              <a:rPr lang="en-US" sz="1100" b="1" i="1" dirty="0">
                <a:effectLst/>
                <a:latin typeface="Calibri" panose="020F0502020204030204" pitchFamily="34" charset="0"/>
                <a:ea typeface="MS Mincho" panose="02020609040205080304" pitchFamily="49" charset="-128"/>
                <a:cs typeface="Times New Roman" panose="02020603050405020304" pitchFamily="18" charset="0"/>
              </a:rPr>
              <a:t>Freight, Not Just Oil.</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Dibanding minggu lalu, tekanan biaya energi lebih terasa di ongkos angkut daripada di harga minyak. Baltic Dirty Tanker Index (BIDY) naik 20,92% WoW ke 7.964, kenaikan di atas 20% untuk dua minggu berturut‑turut, dan kini 4,0 kali levelnya sebelum perang pada 27 Februari 2026 </a:t>
            </a:r>
            <a:r>
              <a:rPr lang="en-US" sz="1100" b="1" i="0" dirty="0">
                <a:effectLst/>
                <a:latin typeface="Calibri" panose="020F0502020204030204" pitchFamily="34" charset="0"/>
                <a:ea typeface="MS Mincho" panose="02020609040205080304" pitchFamily="49" charset="-128"/>
                <a:cs typeface="Times New Roman" panose="02020603050405020304" pitchFamily="18" charset="0"/>
              </a:rPr>
              <a:t>(Exhibit 1).</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Sebaliknya, Brent hanya naik 2,42% WoW ke USD 104,72, melambat dari 4,94% minggu lalu.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Freight</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LPG Houston ke Chiba naik USD 22 WoW ke USD 344,71 per ton, sementara ketiga rute LNG justru turun karena kapal lebih banyak dari kargo. Menurut Reuters, penutupan Selat Hormuz memaksa Asia membeli minyak lewat rute lebih jauh, sehingga sewa VLCC AS ke China setara USD 40 per barel.</a:t>
            </a:r>
          </a:p>
          <a:p>
            <a:pPr marL="228600" indent="-228600" algn="just">
              <a:lnSpc>
                <a:spcPct val="100000"/>
              </a:lnSpc>
              <a:spcBef>
                <a:spcPts val="0"/>
              </a:spcBef>
              <a:spcAft>
                <a:spcPts val="600"/>
              </a:spcAft>
              <a:buFont typeface="+mj-lt"/>
              <a:buAutoNum type="arabicPeriod"/>
            </a:pPr>
            <a:r>
              <a:rPr lang="en-US" sz="1100" b="1" i="1" dirty="0">
                <a:effectLst/>
                <a:latin typeface="Calibri" panose="020F0502020204030204" pitchFamily="34" charset="0"/>
                <a:ea typeface="MS Mincho" panose="02020609040205080304" pitchFamily="49" charset="-128"/>
                <a:cs typeface="Times New Roman" panose="02020603050405020304" pitchFamily="18" charset="0"/>
              </a:rPr>
              <a:t>The Fed Reads the Fuel Gauge.</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Ekspektasi The Fed nyaris tak bergeser WoW, meski FOMC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minutes</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(7 Oktober 2026) menilai satu kenaikan lagi kemungkinan tepat sebelum akhir tahun. Peluang kenaikan di rapat Oktober turun dari 22,1% (2 Oktober 2026) ke 19,4% (12 Oktober 2026), sementara peluang di rapat 9 Desember 2026 mencapai 81,2%, sehingga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target range</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paling mungkin naik ke 4,00‑4,25% akhir 2026. Secara teori, lonjakan biaya energi seharusnya menaikkan ekspektasi inflasi; kenyataannya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breakeven</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10 tahun turun ke 2,33%,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yield</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UST 10 tahun turun 4 bps WoW ke 5,24%, dan DXY stabil di 102,21. Tekanannya tertahan di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real yield</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2,91%, setelah naik 49 bps sepanjang September </a:t>
            </a:r>
            <a:r>
              <a:rPr lang="en-US" sz="1100" b="1" i="0" dirty="0">
                <a:effectLst/>
                <a:latin typeface="Calibri" panose="020F0502020204030204" pitchFamily="34" charset="0"/>
                <a:ea typeface="MS Mincho" panose="02020609040205080304" pitchFamily="49" charset="-128"/>
                <a:cs typeface="Times New Roman" panose="02020603050405020304" pitchFamily="18" charset="0"/>
              </a:rPr>
              <a:t>(Exhibit 2).</a:t>
            </a:r>
          </a:p>
          <a:p>
            <a:pPr marL="228600" indent="-228600" algn="just">
              <a:lnSpc>
                <a:spcPct val="100000"/>
              </a:lnSpc>
              <a:spcBef>
                <a:spcPts val="0"/>
              </a:spcBef>
              <a:spcAft>
                <a:spcPts val="600"/>
              </a:spcAft>
              <a:buFont typeface="+mj-lt"/>
              <a:buAutoNum type="arabicPeriod"/>
            </a:pPr>
            <a:r>
              <a:rPr lang="en-US" sz="1100" b="1" i="1" dirty="0">
                <a:effectLst/>
                <a:latin typeface="Calibri" panose="020F0502020204030204" pitchFamily="34" charset="0"/>
                <a:ea typeface="MS Mincho" panose="02020609040205080304" pitchFamily="49" charset="-128"/>
                <a:cs typeface="Times New Roman" panose="02020603050405020304" pitchFamily="18" charset="0"/>
              </a:rPr>
              <a:t>Gold Has a Bid, Not a Floor.</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Emas berbalik naik 1,28% WoW ke USD 4.194,24, setelah turun 3,35% minggu lalu. Menurut Reuters, pemicunya aksi beli di harga rendah. Pembeli besar tetap masuk: China menambah 0,74 juta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troy ounce</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di September 2026, terbesar sejak Februari 2026, dan ETF emas global mencatat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inflow</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USD 10 miliar. Namun sejak puncaknya pada 28 Januari 2026, emas masih turun 22,58% saat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real yield</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naik 101 bps. Selama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real yield</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belum turun, emas lebih tepat dijadikan lindung nilai geopolitik daripada posisi untuk mengejar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rebound</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a:t>
            </a:r>
          </a:p>
        </p:txBody>
      </p:sp>
      <p:sp>
        <p:nvSpPr>
          <p:cNvPr id="5" name="TextBox 14">
            <a:extLst>
              <a:ext uri="{FF2B5EF4-FFF2-40B4-BE49-F238E27FC236}">
                <a16:creationId xmlns:a16="http://schemas.microsoft.com/office/drawing/2014/main" xmlns="" id="{D4B8596B-26A2-A107-9491-F77413FD73E9}"/>
              </a:ext>
            </a:extLst>
          </p:cNvPr>
          <p:cNvSpPr txBox="1"/>
          <p:nvPr/>
        </p:nvSpPr>
        <p:spPr>
          <a:xfrm>
            <a:off x="357470" y="1991541"/>
            <a:ext cx="6140824" cy="671338"/>
          </a:xfrm>
          <a:prstGeom prst="rect">
            <a:avLst/>
          </a:prstGeom>
          <a:solidFill>
            <a:srgbClr val="002060"/>
          </a:solidFill>
        </p:spPr>
        <p:style>
          <a:lnRef idx="0">
            <a:schemeClr val="accent5"/>
          </a:lnRef>
          <a:fillRef idx="3">
            <a:schemeClr val="accent5"/>
          </a:fillRef>
          <a:effectRef idx="3">
            <a:schemeClr val="accent5"/>
          </a:effectRef>
          <a:fontRef idx="minor">
            <a:schemeClr val="lt1"/>
          </a:fontRef>
        </p:style>
        <p:txBody>
          <a:bodyPr wrap="square" lIns="91440" tIns="45720" rIns="91440" bIns="45720" rtlCol="0" anchor="t">
            <a:spAutoFit/>
          </a:bodyPr>
          <a:lstStyle/>
          <a:p>
            <a:pPr algn="just">
              <a:lnSpc>
                <a:spcPct val="114000"/>
              </a:lnSpc>
              <a:spcAft>
                <a:spcPts val="600"/>
              </a:spcAft>
              <a:buNone/>
            </a:pPr>
            <a:r>
              <a:rPr lang="en-ID" sz="1100" b="1" i="0" kern="100" dirty="0">
                <a:latin typeface="Calibri" panose="020F0502020204030204" pitchFamily="34" charset="0"/>
                <a:ea typeface="Calibri" panose="020F0502020204030204" pitchFamily="34" charset="0"/>
                <a:cs typeface="Times New Roman" panose="02020603050405020304" pitchFamily="18" charset="0"/>
              </a:rPr>
              <a:t xml:space="preserve">Dibanding minggu lalu, guncangan energi makin terasa di ongkos angkut: </a:t>
            </a:r>
            <a:r>
              <a:rPr lang="en-ID" sz="1100" b="1" i="1" kern="100" dirty="0">
                <a:latin typeface="Calibri" panose="020F0502020204030204" pitchFamily="34" charset="0"/>
                <a:ea typeface="Calibri" panose="020F0502020204030204" pitchFamily="34" charset="0"/>
                <a:cs typeface="Times New Roman" panose="02020603050405020304" pitchFamily="18" charset="0"/>
              </a:rPr>
              <a:t>freight</a:t>
            </a:r>
            <a:r>
              <a:rPr lang="en-ID" sz="1100" b="1" i="0" kern="100" dirty="0">
                <a:latin typeface="Calibri" panose="020F0502020204030204" pitchFamily="34" charset="0"/>
                <a:ea typeface="Calibri" panose="020F0502020204030204" pitchFamily="34" charset="0"/>
                <a:cs typeface="Times New Roman" panose="02020603050405020304" pitchFamily="18" charset="0"/>
              </a:rPr>
              <a:t xml:space="preserve"> tanker minyak naik 20,92% WoW, jauh di atas Brent (+2,42%). Ekspektasi The Fed relatif tidak berubah, dan emas berbalik naik meski </a:t>
            </a:r>
            <a:r>
              <a:rPr lang="en-ID" sz="1100" b="1" i="1" kern="100" dirty="0">
                <a:latin typeface="Calibri" panose="020F0502020204030204" pitchFamily="34" charset="0"/>
                <a:ea typeface="Calibri" panose="020F0502020204030204" pitchFamily="34" charset="0"/>
                <a:cs typeface="Times New Roman" panose="02020603050405020304" pitchFamily="18" charset="0"/>
              </a:rPr>
              <a:t>real yield</a:t>
            </a:r>
            <a:r>
              <a:rPr lang="en-ID" sz="1100" b="1" i="0" kern="100" dirty="0">
                <a:latin typeface="Calibri" panose="020F0502020204030204" pitchFamily="34" charset="0"/>
                <a:ea typeface="Calibri" panose="020F0502020204030204" pitchFamily="34" charset="0"/>
                <a:cs typeface="Times New Roman" panose="02020603050405020304" pitchFamily="18" charset="0"/>
              </a:rPr>
              <a:t xml:space="preserve"> masih tinggi.</a:t>
            </a:r>
            <a:endParaRPr lang="en-ID" sz="1100" kern="100" dirty="0">
              <a:latin typeface="Calibri" panose="020F0502020204030204" pitchFamily="34" charset="0"/>
              <a:ea typeface="Calibri" panose="020F0502020204030204" pitchFamily="34" charset="0"/>
              <a:cs typeface="Times New Roman" panose="02020603050405020304" pitchFamily="18" charset="0"/>
            </a:endParaRPr>
          </a:p>
        </p:txBody>
      </p:sp>
      <p:sp>
        <p:nvSpPr>
          <p:cNvPr id="10" name="Rectangle 9">
            <a:extLst>
              <a:ext uri="{FF2B5EF4-FFF2-40B4-BE49-F238E27FC236}">
                <a16:creationId xmlns:a16="http://schemas.microsoft.com/office/drawing/2014/main" xmlns="" id="{9364F82B-6A7E-C001-7CA3-8B7539E1A9F3}"/>
              </a:ext>
            </a:extLst>
          </p:cNvPr>
          <p:cNvSpPr/>
          <p:nvPr/>
        </p:nvSpPr>
        <p:spPr>
          <a:xfrm>
            <a:off x="354579" y="6852119"/>
            <a:ext cx="3035808"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1: Baltic Dirty Tanker Index (Points)</a:t>
            </a:r>
          </a:p>
        </p:txBody>
      </p:sp>
      <p:sp>
        <p:nvSpPr>
          <p:cNvPr id="16" name="Rectangle 15">
            <a:extLst>
              <a:ext uri="{FF2B5EF4-FFF2-40B4-BE49-F238E27FC236}">
                <a16:creationId xmlns:a16="http://schemas.microsoft.com/office/drawing/2014/main" xmlns="" id="{521BD689-A1BE-2C80-CD40-347502682528}"/>
              </a:ext>
            </a:extLst>
          </p:cNvPr>
          <p:cNvSpPr/>
          <p:nvPr/>
        </p:nvSpPr>
        <p:spPr>
          <a:xfrm>
            <a:off x="3530766" y="6852119"/>
            <a:ext cx="3035807"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2: Gold (USD/oz) vs. UST 10YR Real Yield (%)</a:t>
            </a:r>
          </a:p>
        </p:txBody>
      </p:sp>
      <p:sp>
        <p:nvSpPr>
          <p:cNvPr id="17" name="TextBox 16">
            <a:extLst>
              <a:ext uri="{FF2B5EF4-FFF2-40B4-BE49-F238E27FC236}">
                <a16:creationId xmlns:a16="http://schemas.microsoft.com/office/drawing/2014/main" xmlns="" id="{4633A3AC-8636-4AE6-02AA-E5E621B95435}"/>
              </a:ext>
            </a:extLst>
          </p:cNvPr>
          <p:cNvSpPr txBox="1"/>
          <p:nvPr/>
        </p:nvSpPr>
        <p:spPr>
          <a:xfrm>
            <a:off x="354579" y="8611853"/>
            <a:ext cx="2826478" cy="200055"/>
          </a:xfrm>
          <a:prstGeom prst="rect">
            <a:avLst/>
          </a:prstGeom>
          <a:noFill/>
        </p:spPr>
        <p:txBody>
          <a:bodyPr wrap="square" rtlCol="0">
            <a:spAutoFit/>
          </a:bodyPr>
          <a:lstStyle/>
          <a:p>
            <a:r>
              <a:rPr lang="en-US" sz="700" i="1" dirty="0">
                <a:solidFill>
                  <a:schemeClr val="bg1">
                    <a:lumMod val="75000"/>
                  </a:schemeClr>
                </a:solidFill>
              </a:rPr>
              <a:t>Source: Bloomberg (9 October 2026)</a:t>
            </a:r>
            <a:endParaRPr lang="en-US" sz="700" i="1" dirty="0">
              <a:solidFill>
                <a:schemeClr val="bg1">
                  <a:lumMod val="75000"/>
                </a:schemeClr>
              </a:solidFill>
            </a:endParaRPr>
          </a:p>
        </p:txBody>
      </p:sp>
      <p:sp>
        <p:nvSpPr>
          <p:cNvPr id="18" name="TextBox 17">
            <a:extLst>
              <a:ext uri="{FF2B5EF4-FFF2-40B4-BE49-F238E27FC236}">
                <a16:creationId xmlns:a16="http://schemas.microsoft.com/office/drawing/2014/main" xmlns="" id="{D0453F5D-6FFC-500A-82C8-673EF390E1E2}"/>
              </a:ext>
            </a:extLst>
          </p:cNvPr>
          <p:cNvSpPr txBox="1"/>
          <p:nvPr/>
        </p:nvSpPr>
        <p:spPr>
          <a:xfrm>
            <a:off x="3530766" y="8606207"/>
            <a:ext cx="2798648" cy="200055"/>
          </a:xfrm>
          <a:prstGeom prst="rect">
            <a:avLst/>
          </a:prstGeom>
          <a:noFill/>
        </p:spPr>
        <p:txBody>
          <a:bodyPr wrap="square" rtlCol="0">
            <a:spAutoFit/>
          </a:bodyPr>
          <a:lstStyle/>
          <a:p>
            <a:r>
              <a:rPr lang="en-US" sz="700" i="1" dirty="0">
                <a:solidFill>
                  <a:schemeClr val="bg1">
                    <a:lumMod val="75000"/>
                  </a:schemeClr>
                </a:solidFill>
              </a:rPr>
              <a:t>Source: Bloomberg, U.S. Treasury (9 October 2026)</a:t>
            </a:r>
          </a:p>
        </p:txBody>
      </p:sp>
      <p:sp>
        <p:nvSpPr>
          <p:cNvPr id="8" name="TextBox 16">
            <a:extLst>
              <a:ext uri="{FF2B5EF4-FFF2-40B4-BE49-F238E27FC236}">
                <a16:creationId xmlns:a16="http://schemas.microsoft.com/office/drawing/2014/main" xmlns="" id="{F32355F2-740C-F04B-B0F1-EB806AD7E26A}"/>
              </a:ext>
            </a:extLst>
          </p:cNvPr>
          <p:cNvSpPr txBox="1"/>
          <p:nvPr/>
        </p:nvSpPr>
        <p:spPr>
          <a:xfrm>
            <a:off x="5966339" y="8792881"/>
            <a:ext cx="645196" cy="271639"/>
          </a:xfrm>
          <a:prstGeom prst="rect">
            <a:avLst/>
          </a:prstGeom>
          <a:noFill/>
        </p:spPr>
        <p:txBody>
          <a:bodyPr wrap="square" lIns="116612" tIns="58306" rIns="116612" bIns="58306" rtlCol="0">
            <a:spAutoFit/>
          </a:bodyPr>
          <a:lstStyle/>
          <a:p>
            <a:pPr algn="ctr"/>
            <a:fld id="{477D8BF5-2754-4CFE-9C4A-CCAF84A93D96}" type="slidenum">
              <a:rPr lang="id-ID" sz="1000">
                <a:solidFill>
                  <a:schemeClr val="bg1"/>
                </a:solidFill>
              </a:rPr>
              <a:pPr algn="ctr"/>
              <a:t>1</a:t>
            </a:fld>
            <a:endParaRPr lang="id-ID" sz="1000" dirty="0">
              <a:solidFill>
                <a:schemeClr val="bg1"/>
              </a:solidFill>
            </a:endParaRPr>
          </a:p>
        </p:txBody>
      </p:sp>
      <p:pic>
        <p:nvPicPr>
          <p:cNvPr id="26" name="Picture 15">
            <a:extLst>
              <a:ext uri="{FF2B5EF4-FFF2-40B4-BE49-F238E27FC236}">
                <a16:creationId xmlns:a16="http://schemas.microsoft.com/office/drawing/2014/main" xmlns="" id="{FA3E071E-8624-2961-6E00-0A1F6DC56878}"/>
              </a:ext>
            </a:extLst>
          </p:cNvPr>
          <p:cNvPicPr>
            <a:picLocks noChangeAspect="1"/>
          </p:cNvPicPr>
          <p:nvPr/>
        </p:nvPicPr>
        <p:blipFill>
          <a:blip r:embed="rId5"/>
          <a:stretch>
            <a:fillRect/>
          </a:stretch>
        </p:blipFill>
        <p:spPr>
          <a:xfrm>
            <a:off x="424493" y="8786563"/>
            <a:ext cx="6009012" cy="267729"/>
          </a:xfrm>
          <a:prstGeom prst="rect">
            <a:avLst/>
          </a:prstGeom>
        </p:spPr>
      </p:pic>
      <p:sp>
        <p:nvSpPr>
          <p:cNvPr id="27" name="TextBox 17">
            <a:extLst>
              <a:ext uri="{FF2B5EF4-FFF2-40B4-BE49-F238E27FC236}">
                <a16:creationId xmlns:a16="http://schemas.microsoft.com/office/drawing/2014/main" xmlns="" id="{6EB98A60-1CE9-EA09-6826-D05E99DD6574}"/>
              </a:ext>
            </a:extLst>
          </p:cNvPr>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dirty="0">
                <a:solidFill>
                  <a:srgbClr val="175FAB"/>
                </a:solidFill>
              </a:rPr>
              <a:t>PT</a:t>
            </a:r>
            <a:r>
              <a:rPr lang="en-US" sz="1000" dirty="0">
                <a:solidFill>
                  <a:srgbClr val="175FAB"/>
                </a:solidFill>
              </a:rPr>
              <a:t> </a:t>
            </a:r>
            <a:r>
              <a:rPr lang="id-ID" sz="1000" dirty="0">
                <a:solidFill>
                  <a:srgbClr val="175FAB"/>
                </a:solidFill>
              </a:rPr>
              <a:t>Bank Central Asia</a:t>
            </a:r>
            <a:r>
              <a:rPr lang="en-US" sz="1000" dirty="0">
                <a:solidFill>
                  <a:srgbClr val="175FAB"/>
                </a:solidFill>
              </a:rPr>
              <a:t> </a:t>
            </a:r>
            <a:r>
              <a:rPr lang="en-US" sz="1000" dirty="0" err="1">
                <a:solidFill>
                  <a:srgbClr val="175FAB"/>
                </a:solidFill>
              </a:rPr>
              <a:t>Tbk</a:t>
            </a:r>
            <a:r>
              <a:rPr lang="en-US" sz="1000" dirty="0">
                <a:solidFill>
                  <a:srgbClr val="175FAB"/>
                </a:solidFill>
              </a:rPr>
              <a:t>.</a:t>
            </a:r>
            <a:endParaRPr lang="id-ID" sz="1000" dirty="0">
              <a:solidFill>
                <a:srgbClr val="175FAB"/>
              </a:solidFill>
            </a:endParaRPr>
          </a:p>
        </p:txBody>
      </p:sp>
      <p:sp>
        <p:nvSpPr>
          <p:cNvPr id="6" name="TextBox 16">
            <a:extLst>
              <a:ext uri="{FF2B5EF4-FFF2-40B4-BE49-F238E27FC236}">
                <a16:creationId xmlns:a16="http://schemas.microsoft.com/office/drawing/2014/main" xmlns="" id="{D20490A4-C4FC-2184-6DD0-1611ABF0D37A}"/>
              </a:ext>
            </a:extLst>
          </p:cNvPr>
          <p:cNvSpPr txBox="1"/>
          <p:nvPr/>
        </p:nvSpPr>
        <p:spPr>
          <a:xfrm>
            <a:off x="5976760" y="8789717"/>
            <a:ext cx="645196" cy="271639"/>
          </a:xfrm>
          <a:prstGeom prst="rect">
            <a:avLst/>
          </a:prstGeom>
          <a:noFill/>
        </p:spPr>
        <p:txBody>
          <a:bodyPr wrap="square" lIns="116612" tIns="58306" rIns="116612" bIns="58306" rtlCol="0">
            <a:spAutoFit/>
          </a:bodyPr>
          <a:lstStyle/>
          <a:p>
            <a:pPr algn="ctr"/>
            <a:fld id="{477D8BF5-2754-4CFE-9C4A-CCAF84A93D96}" type="slidenum">
              <a:rPr lang="id-ID" sz="1000">
                <a:solidFill>
                  <a:schemeClr val="bg1"/>
                </a:solidFill>
              </a:rPr>
              <a:pPr algn="ctr"/>
              <a:t>1</a:t>
            </a:fld>
            <a:endParaRPr lang="id-ID" sz="1000" dirty="0">
              <a:solidFill>
                <a:schemeClr val="bg1"/>
              </a:solidFill>
            </a:endParaRPr>
          </a:p>
        </p:txBody>
      </p:sp>
    </p:spTree>
    <p:extLst>
      <p:ext uri="{BB962C8B-B14F-4D97-AF65-F5344CB8AC3E}">
        <p14:creationId xmlns:p14="http://schemas.microsoft.com/office/powerpoint/2010/main" val="20214989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89C8450-D8E1-A3AC-0F5B-7FC7E6284222}"/>
            </a:ext>
          </a:extLst>
        </p:cNvPr>
        <p:cNvGrpSpPr/>
        <p:nvPr/>
      </p:nvGrpSpPr>
      <p:grpSpPr>
        <a:xfrm>
          <a:off x="0" y="0"/>
          <a:ext cx="0" cy="0"/>
          <a:chOff x="0" y="0"/>
          <a:chExt cx="0" cy="0"/>
        </a:xfrm>
      </p:grpSpPr>
      <p:graphicFrame>
        <p:nvGraphicFramePr>
          <p:cNvPr id="2097158" name="Exhibit 3 Chart"/>
          <p:cNvGraphicFramePr>
            <a:graphicFrameLocks noGrp="1"/>
          </p:cNvGraphicFramePr>
          <p:nvPr>
            <p:extLst>
              <p:ext uri="{D42A27DB-BD31-4B8C-83A1-F6EECF244321}">
                <p14:modId xmlns:p14="http://schemas.microsoft.com/office/powerpoint/2010/main" val="3180503040"/>
              </p:ext>
            </p:extLst>
          </p:nvPr>
        </p:nvGraphicFramePr>
        <p:xfrm>
          <a:off x="354579" y="7216892"/>
          <a:ext cx="3035808" cy="149590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097159" name="Exhibit 4 Chart"/>
          <p:cNvGraphicFramePr>
            <a:graphicFrameLocks noGrp="1"/>
          </p:cNvGraphicFramePr>
          <p:nvPr>
            <p:extLst>
              <p:ext uri="{D42A27DB-BD31-4B8C-83A1-F6EECF244321}">
                <p14:modId xmlns:p14="http://schemas.microsoft.com/office/powerpoint/2010/main" val="343508795"/>
              </p:ext>
            </p:extLst>
          </p:nvPr>
        </p:nvGraphicFramePr>
        <p:xfrm>
          <a:off x="3530765" y="7216892"/>
          <a:ext cx="3035808" cy="1495904"/>
        </p:xfrm>
        <a:graphic>
          <a:graphicData uri="http://schemas.openxmlformats.org/drawingml/2006/chart">
            <c:chart xmlns:c="http://schemas.openxmlformats.org/drawingml/2006/chart" xmlns:r="http://schemas.openxmlformats.org/officeDocument/2006/relationships" r:id="rId4"/>
          </a:graphicData>
        </a:graphic>
      </p:graphicFrame>
      <p:sp>
        <p:nvSpPr>
          <p:cNvPr id="2097157" name="Date Tab"/>
          <p:cNvSpPr/>
          <p:nvPr/>
        </p:nvSpPr>
        <p:spPr>
          <a:xfrm>
            <a:off x="429768" y="1373499"/>
            <a:ext cx="1295400" cy="201168"/>
          </a:xfrm>
          <a:prstGeom prst="rect">
            <a:avLst/>
          </a:prstGeom>
          <a:solidFill>
            <a:srgbClr val="0051A2"/>
          </a:solidFill>
          <a:ln>
            <a:noFill/>
          </a:ln>
        </p:spPr>
        <p:txBody>
          <a:bodyPr wrap="none" lIns="0" tIns="0" rIns="0" bIns="0" rtlCol="0" anchor="ctr"/>
          <a:lstStyle/>
          <a:p>
            <a:pPr algn="ctr"/>
            <a:r>
              <a:rPr lang="en-US" sz="1000" b="1" dirty="0">
                <a:solidFill>
                  <a:schemeClr val="bg1"/>
                </a:solidFill>
                <a:latin typeface="+mn-lt"/>
              </a:rPr>
              <a:t>12 October 2026</a:t>
            </a:r>
          </a:p>
        </p:txBody>
      </p:sp>
      <p:sp>
        <p:nvSpPr>
          <p:cNvPr id="1048593" name="AutoShape 2" descr="ready">
            <a:extLst>
              <a:ext uri="{FF2B5EF4-FFF2-40B4-BE49-F238E27FC236}">
                <a16:creationId xmlns:a16="http://schemas.microsoft.com/office/drawing/2014/main" xmlns="" id="{EEA7578E-139D-ADAC-DF76-92A90E103C68}"/>
              </a:ext>
            </a:extLst>
          </p:cNvPr>
          <p:cNvSpPr>
            <a:spLocks noChangeAspect="1" noChangeArrowheads="1"/>
          </p:cNvSpPr>
          <p:nvPr/>
        </p:nvSpPr>
        <p:spPr bwMode="auto">
          <a:xfrm>
            <a:off x="8594725"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4" name="AutoShape 3" descr="viewed">
            <a:extLst>
              <a:ext uri="{FF2B5EF4-FFF2-40B4-BE49-F238E27FC236}">
                <a16:creationId xmlns:a16="http://schemas.microsoft.com/office/drawing/2014/main" xmlns="" id="{1ADFF4F1-DB48-4000-7B3F-5F2FE9315194}"/>
              </a:ext>
            </a:extLst>
          </p:cNvPr>
          <p:cNvSpPr>
            <a:spLocks noChangeAspect="1" noChangeArrowheads="1"/>
          </p:cNvSpPr>
          <p:nvPr/>
        </p:nvSpPr>
        <p:spPr bwMode="auto">
          <a:xfrm>
            <a:off x="8704263"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6" name="TextBox 18">
            <a:extLst>
              <a:ext uri="{FF2B5EF4-FFF2-40B4-BE49-F238E27FC236}">
                <a16:creationId xmlns:a16="http://schemas.microsoft.com/office/drawing/2014/main" xmlns="" id="{02B742B4-5BBF-CB82-5E42-997145DC802D}"/>
              </a:ext>
            </a:extLst>
          </p:cNvPr>
          <p:cNvSpPr txBox="1"/>
          <p:nvPr/>
        </p:nvSpPr>
        <p:spPr>
          <a:xfrm>
            <a:off x="228600" y="1585892"/>
            <a:ext cx="6477000" cy="394750"/>
          </a:xfrm>
          <a:prstGeom prst="rect">
            <a:avLst/>
          </a:prstGeom>
          <a:noFill/>
        </p:spPr>
        <p:txBody>
          <a:bodyPr wrap="square" lIns="116612" tIns="58306" rIns="116612" bIns="58306"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166125"/>
            <a:r>
              <a:rPr lang="en-US" b="1" i="1" dirty="0"/>
              <a:t>US: From Chips to Watts</a:t>
            </a:r>
          </a:p>
        </p:txBody>
      </p:sp>
      <p:sp>
        <p:nvSpPr>
          <p:cNvPr id="1048600" name="Rectangle 1" hidden="1">
            <a:extLst>
              <a:ext uri="{FF2B5EF4-FFF2-40B4-BE49-F238E27FC236}">
                <a16:creationId xmlns:a16="http://schemas.microsoft.com/office/drawing/2014/main" xmlns="" id="{C9600879-7D9D-DDA8-6014-71CA1503C382}"/>
              </a:ext>
            </a:extLst>
          </p:cNvPr>
          <p:cNvSpPr/>
          <p:nvPr/>
        </p:nvSpPr>
        <p:spPr>
          <a:xfrm>
            <a:off x="3200400" y="6893909"/>
            <a:ext cx="190816" cy="127358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endParaRPr lang="en-US" sz="900" b="1" i="1">
              <a:solidFill>
                <a:schemeClr val="tx1"/>
              </a:solidFill>
            </a:endParaRPr>
          </a:p>
        </p:txBody>
      </p:sp>
      <p:sp>
        <p:nvSpPr>
          <p:cNvPr id="3" name="Rectangle 1">
            <a:extLst>
              <a:ext uri="{FF2B5EF4-FFF2-40B4-BE49-F238E27FC236}">
                <a16:creationId xmlns:a16="http://schemas.microsoft.com/office/drawing/2014/main" xmlns="" id="{50B53999-22F3-D434-AB67-27BE468C503C}"/>
              </a:ext>
            </a:extLst>
          </p:cNvPr>
          <p:cNvSpPr>
            <a:spLocks noChangeArrowheads="1"/>
          </p:cNvSpPr>
          <p:nvPr/>
        </p:nvSpPr>
        <p:spPr bwMode="auto">
          <a:xfrm>
            <a:off x="0" y="110933"/>
            <a:ext cx="65" cy="235334"/>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0631" rIns="0" bIns="-206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Kotak Teks 18">
            <a:extLst>
              <a:ext uri="{FF2B5EF4-FFF2-40B4-BE49-F238E27FC236}">
                <a16:creationId xmlns:a16="http://schemas.microsoft.com/office/drawing/2014/main" xmlns="" id="{97971A31-5694-E124-772C-CCCC3C1B53FF}"/>
              </a:ext>
            </a:extLst>
          </p:cNvPr>
          <p:cNvSpPr txBox="1"/>
          <p:nvPr/>
        </p:nvSpPr>
        <p:spPr>
          <a:xfrm>
            <a:off x="267148" y="2610752"/>
            <a:ext cx="6321467" cy="4224233"/>
          </a:xfrm>
          <a:prstGeom prst="rect">
            <a:avLst/>
          </a:prstGeom>
          <a:solidFill>
            <a:schemeClr val="bg1"/>
          </a:solidFill>
        </p:spPr>
        <p:txBody>
          <a:bodyPr wrap="square" lIns="91440" tIns="45720" rIns="91440" bIns="45720" anchor="t">
            <a:spAutoFit/>
          </a:bodyPr>
          <a:lstStyle/>
          <a:p>
            <a:pPr lvl="0" algn="just">
              <a:spcBef>
                <a:spcPts val="600"/>
              </a:spcBef>
              <a:spcAft>
                <a:spcPts val="300"/>
              </a:spcAft>
              <a:buClr>
                <a:srgbClr val="000000"/>
              </a:buClr>
            </a:pPr>
            <a:r>
              <a:rPr lang="en-US" sz="1400" b="1" i="1" kern="0" dirty="0">
                <a:solidFill>
                  <a:srgbClr val="2F5496"/>
                </a:solidFill>
                <a:ea typeface="Calibri"/>
                <a:cs typeface="Calibri"/>
                <a:sym typeface="Calibri"/>
              </a:rPr>
              <a:t>Key Highlights:</a:t>
            </a:r>
          </a:p>
          <a:p>
            <a:pPr marL="228600" indent="-228600" algn="just">
              <a:lnSpc>
                <a:spcPct val="100000"/>
              </a:lnSpc>
              <a:spcBef>
                <a:spcPts val="0"/>
              </a:spcBef>
              <a:spcAft>
                <a:spcPts val="600"/>
              </a:spcAft>
              <a:buFont typeface="+mj-lt"/>
              <a:buAutoNum type="arabicPeriod"/>
            </a:pPr>
            <a:r>
              <a:rPr lang="en-ID" sz="1100" b="1" i="1" kern="100" dirty="0">
                <a:latin typeface="Calibri" panose="020F0502020204030204" pitchFamily="34" charset="0"/>
                <a:ea typeface="Calibri" panose="020F0502020204030204" pitchFamily="34" charset="0"/>
                <a:cs typeface="Times New Roman" panose="02020603050405020304" pitchFamily="18" charset="0"/>
              </a:rPr>
              <a:t>Record Orders, Falling Shares.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Kepemimpinan pasar berbalik WoW. SOX turun 4,30% WoW setelah naik 3,69% minggu sebelumnya, sementara S&amp;P 500 naik 1,15% WoW. Kontradiksinya, laporan pemasok mencetak rekor: pada 8 Oktober 2026, TSMC melaporkan penjualan September naik 54,6% YoY dan Samsung memperkirakan laba operasi Q3 naik 782,5% YoY. Penurunan terdalam di saham GPU/</a:t>
            </a:r>
            <a:r>
              <a:rPr lang="en-ID" sz="1100" b="0" i="1" kern="100" dirty="0">
                <a:latin typeface="Calibri" panose="020F0502020204030204" pitchFamily="34" charset="0"/>
                <a:ea typeface="Calibri" panose="020F0502020204030204" pitchFamily="34" charset="0"/>
                <a:cs typeface="Times New Roman" panose="02020603050405020304" pitchFamily="18" charset="0"/>
              </a:rPr>
              <a:t>logic</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(rata‑rata −5,99%) dan memori/</a:t>
            </a:r>
            <a:r>
              <a:rPr lang="en-ID" sz="1100" b="0" i="1" kern="100" dirty="0">
                <a:latin typeface="Calibri" panose="020F0502020204030204" pitchFamily="34" charset="0"/>
                <a:ea typeface="Calibri" panose="020F0502020204030204" pitchFamily="34" charset="0"/>
                <a:cs typeface="Times New Roman" panose="02020603050405020304" pitchFamily="18" charset="0"/>
              </a:rPr>
              <a:t>storage</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(−6,10%) </a:t>
            </a:r>
            <a:r>
              <a:rPr lang="en-ID" sz="1100" b="1" i="0" kern="100" dirty="0">
                <a:latin typeface="Calibri" panose="020F0502020204030204" pitchFamily="34" charset="0"/>
                <a:ea typeface="Calibri" panose="020F0502020204030204" pitchFamily="34" charset="0"/>
                <a:cs typeface="Times New Roman" panose="02020603050405020304" pitchFamily="18" charset="0"/>
              </a:rPr>
              <a:t>(Exhibit 3).</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Estimasi laba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forward</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SOX tidak berubah WoW, jadi seluruh penurunan berasal dari valuasi: P/E turun dari 30,1x ke 28,8x </a:t>
            </a:r>
            <a:r>
              <a:rPr lang="en-ID" sz="1100" b="1" i="0" kern="100" dirty="0">
                <a:latin typeface="Calibri" panose="020F0502020204030204" pitchFamily="34" charset="0"/>
                <a:ea typeface="Calibri" panose="020F0502020204030204" pitchFamily="34" charset="0"/>
                <a:cs typeface="Times New Roman" panose="02020603050405020304" pitchFamily="18" charset="0"/>
              </a:rPr>
              <a:t>(Exhibit 4).</a:t>
            </a:r>
          </a:p>
          <a:p>
            <a:pPr marL="228600" indent="-228600" algn="just">
              <a:lnSpc>
                <a:spcPct val="100000"/>
              </a:lnSpc>
              <a:spcBef>
                <a:spcPts val="0"/>
              </a:spcBef>
              <a:spcAft>
                <a:spcPts val="600"/>
              </a:spcAft>
              <a:buFont typeface="+mj-lt"/>
              <a:buAutoNum type="arabicPeriod"/>
            </a:pPr>
            <a:r>
              <a:rPr lang="en-ID" sz="1100" b="1" i="1" kern="100" dirty="0">
                <a:latin typeface="Calibri" panose="020F0502020204030204" pitchFamily="34" charset="0"/>
                <a:ea typeface="Calibri" panose="020F0502020204030204" pitchFamily="34" charset="0"/>
                <a:cs typeface="Times New Roman" panose="02020603050405020304" pitchFamily="18" charset="0"/>
              </a:rPr>
              <a:t>Who Pays the Chip Bill.</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Penurunan ini bertepatan dengan keraguan baru soal pendapatan pengguna akhir AI. Pada 8 Oktober 2026, Reuters, mengutip Financial Times, melaporkan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annualized revenue</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OpenAI di September 2026 hampir USD 50 miliar, padahal sebelumnya disinyalkan mendekati USD 70 miliar; hari itu menjadi penurunan harian terbesar SOX minggu ini. Menurut Reuters, selisih ini terutama soal cara hitung karena penjualan lewat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cloud partner</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tidak dimasukkan, sehingga reaksi pasar mengindikasikan sensitivitas tinggi pada bukti monetisasi AI. Valuasi SOX sendiri tidak di puncak: P/E 28,8x setara rata‑rata 5 tahunnya, meski masih di atas rata‑rata 10 tahun (24,7x).</a:t>
            </a:r>
          </a:p>
          <a:p>
            <a:pPr marL="228600" indent="-228600" algn="just">
              <a:lnSpc>
                <a:spcPct val="100000"/>
              </a:lnSpc>
              <a:spcBef>
                <a:spcPts val="0"/>
              </a:spcBef>
              <a:spcAft>
                <a:spcPts val="600"/>
              </a:spcAft>
              <a:buFont typeface="+mj-lt"/>
              <a:buAutoNum type="arabicPeriod"/>
            </a:pPr>
            <a:r>
              <a:rPr lang="en-ID" sz="1100" b="1" i="1" kern="100" dirty="0">
                <a:latin typeface="Calibri" panose="020F0502020204030204" pitchFamily="34" charset="0"/>
                <a:ea typeface="Calibri" panose="020F0502020204030204" pitchFamily="34" charset="0"/>
                <a:cs typeface="Times New Roman" panose="02020603050405020304" pitchFamily="18" charset="0"/>
              </a:rPr>
              <a:t>Watts Over Wafers.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Pergerakan WoW mengindikasikan dana berpindah ke titik yang paling langka dan sudah terkontrak, yaitu listrik: saham Constellation dan Vistra naik 15,76% dan 15,33% WoW. Katalisnya, pada 6 Oktober 2026 Google meneken kontrak 20 tahun dengan Constellation untuk 890 MW kapasitas nuklir tambahan, dan Departemen Energi AS menyiapkan komitmen pinjaman bersyarat hingga USD 4,2 miliar untuk reaktor Vistra. Implikasinya, eksposur AI lebih tahan bila diarahkan ke bisnis dengan kontrak dan arus kas yang terlihat, sementara koreksi semikonduktor yang murni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derating</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membuka ruang akumulasi bertahap selama panduan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capex hyperscaler</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tetap naik.</a:t>
            </a:r>
          </a:p>
        </p:txBody>
      </p:sp>
      <p:sp>
        <p:nvSpPr>
          <p:cNvPr id="5" name="TextBox 14">
            <a:extLst>
              <a:ext uri="{FF2B5EF4-FFF2-40B4-BE49-F238E27FC236}">
                <a16:creationId xmlns:a16="http://schemas.microsoft.com/office/drawing/2014/main" xmlns="" id="{21AB08E0-6722-8ED3-29AF-C5C3DE5AF6C1}"/>
              </a:ext>
            </a:extLst>
          </p:cNvPr>
          <p:cNvSpPr txBox="1"/>
          <p:nvPr/>
        </p:nvSpPr>
        <p:spPr>
          <a:xfrm>
            <a:off x="357470" y="1991541"/>
            <a:ext cx="6140824" cy="627736"/>
          </a:xfrm>
          <a:prstGeom prst="rect">
            <a:avLst/>
          </a:prstGeom>
          <a:solidFill>
            <a:srgbClr val="002060"/>
          </a:solidFill>
        </p:spPr>
        <p:style>
          <a:lnRef idx="0">
            <a:schemeClr val="accent5"/>
          </a:lnRef>
          <a:fillRef idx="3">
            <a:schemeClr val="accent5"/>
          </a:fillRef>
          <a:effectRef idx="3">
            <a:schemeClr val="accent5"/>
          </a:effectRef>
          <a:fontRef idx="minor">
            <a:schemeClr val="lt1"/>
          </a:fontRef>
        </p:style>
        <p:txBody>
          <a:bodyPr wrap="square" lIns="91440" tIns="45720" rIns="91440" bIns="45720" rtlCol="0" anchor="t">
            <a:spAutoFit/>
          </a:bodyPr>
          <a:lstStyle/>
          <a:p>
            <a:pPr algn="just">
              <a:lnSpc>
                <a:spcPct val="107000"/>
              </a:lnSpc>
              <a:spcAft>
                <a:spcPts val="600"/>
              </a:spcAft>
              <a:buNone/>
            </a:pPr>
            <a:r>
              <a:rPr lang="en-US" sz="1100" b="1" i="0" dirty="0">
                <a:latin typeface="Calibri" panose="020F0502020204030204" pitchFamily="34" charset="0"/>
                <a:ea typeface="MS Mincho" panose="02020609040205080304" pitchFamily="49" charset="-128"/>
                <a:cs typeface="Times New Roman" panose="02020603050405020304" pitchFamily="18" charset="0"/>
              </a:rPr>
              <a:t xml:space="preserve">Minggu lalu penjual chip AI masih jadi pemenang; minggu ini posisinya berbalik. SOX turun 4,30% WoW meski laporan pemasok mencetak rekor, sementara dana berpindah ke </a:t>
            </a:r>
            <a:r>
              <a:rPr lang="en-US" sz="1100" b="1" i="1" dirty="0">
                <a:latin typeface="Calibri" panose="020F0502020204030204" pitchFamily="34" charset="0"/>
                <a:ea typeface="MS Mincho" panose="02020609040205080304" pitchFamily="49" charset="-128"/>
                <a:cs typeface="Times New Roman" panose="02020603050405020304" pitchFamily="18" charset="0"/>
              </a:rPr>
              <a:t>bottleneck</a:t>
            </a:r>
            <a:r>
              <a:rPr lang="en-US" sz="1100" b="1" i="0" dirty="0">
                <a:latin typeface="Calibri" panose="020F0502020204030204" pitchFamily="34" charset="0"/>
                <a:ea typeface="MS Mincho" panose="02020609040205080304" pitchFamily="49" charset="-128"/>
                <a:cs typeface="Times New Roman" panose="02020603050405020304" pitchFamily="18" charset="0"/>
              </a:rPr>
              <a:t xml:space="preserve"> yang sudah terkontrak, yaitu listrik.</a:t>
            </a:r>
          </a:p>
        </p:txBody>
      </p:sp>
      <p:sp>
        <p:nvSpPr>
          <p:cNvPr id="23" name="Rectangle 22">
            <a:extLst>
              <a:ext uri="{FF2B5EF4-FFF2-40B4-BE49-F238E27FC236}">
                <a16:creationId xmlns:a16="http://schemas.microsoft.com/office/drawing/2014/main" xmlns="" id="{9BEC99D9-435F-04D4-A2BA-741342AE43A5}"/>
              </a:ext>
            </a:extLst>
          </p:cNvPr>
          <p:cNvSpPr/>
          <p:nvPr/>
        </p:nvSpPr>
        <p:spPr>
          <a:xfrm>
            <a:off x="3530766" y="6852119"/>
            <a:ext cx="3035807"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4: SOX 12M Forward P/E vs. 10Y Average (x)</a:t>
            </a:r>
          </a:p>
        </p:txBody>
      </p:sp>
      <p:sp>
        <p:nvSpPr>
          <p:cNvPr id="19" name="Rectangle 18">
            <a:extLst>
              <a:ext uri="{FF2B5EF4-FFF2-40B4-BE49-F238E27FC236}">
                <a16:creationId xmlns:a16="http://schemas.microsoft.com/office/drawing/2014/main" xmlns="" id="{3695F0D5-4618-1656-ADB9-93963C68CFB1}"/>
              </a:ext>
            </a:extLst>
          </p:cNvPr>
          <p:cNvSpPr/>
          <p:nvPr/>
        </p:nvSpPr>
        <p:spPr>
          <a:xfrm>
            <a:off x="354579" y="6852119"/>
            <a:ext cx="3035808"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3: AI Value Chain Return, WoW (%)</a:t>
            </a:r>
          </a:p>
        </p:txBody>
      </p:sp>
      <p:grpSp>
        <p:nvGrpSpPr>
          <p:cNvPr id="10" name="Group 9">
            <a:extLst>
              <a:ext uri="{FF2B5EF4-FFF2-40B4-BE49-F238E27FC236}">
                <a16:creationId xmlns:a16="http://schemas.microsoft.com/office/drawing/2014/main" xmlns="" id="{BD720CA6-F6F0-FEFE-71DF-C1919A6B1B44}"/>
              </a:ext>
            </a:extLst>
          </p:cNvPr>
          <p:cNvGrpSpPr/>
          <p:nvPr/>
        </p:nvGrpSpPr>
        <p:grpSpPr>
          <a:xfrm>
            <a:off x="424492" y="8779499"/>
            <a:ext cx="6197464" cy="281857"/>
            <a:chOff x="424492" y="8779499"/>
            <a:chExt cx="6197464" cy="281857"/>
          </a:xfrm>
        </p:grpSpPr>
        <p:grpSp>
          <p:nvGrpSpPr>
            <p:cNvPr id="9" name="Group 8">
              <a:extLst>
                <a:ext uri="{FF2B5EF4-FFF2-40B4-BE49-F238E27FC236}">
                  <a16:creationId xmlns:a16="http://schemas.microsoft.com/office/drawing/2014/main" xmlns="" id="{595591FE-7050-5062-9761-FD722F238C80}"/>
                </a:ext>
              </a:extLst>
            </p:cNvPr>
            <p:cNvGrpSpPr/>
            <p:nvPr/>
          </p:nvGrpSpPr>
          <p:grpSpPr>
            <a:xfrm>
              <a:off x="424492" y="8779499"/>
              <a:ext cx="6009013" cy="274793"/>
              <a:chOff x="424492" y="8779499"/>
              <a:chExt cx="6009013" cy="274793"/>
            </a:xfrm>
          </p:grpSpPr>
          <p:pic>
            <p:nvPicPr>
              <p:cNvPr id="2097154" name="Picture 15">
                <a:extLst>
                  <a:ext uri="{FF2B5EF4-FFF2-40B4-BE49-F238E27FC236}">
                    <a16:creationId xmlns:a16="http://schemas.microsoft.com/office/drawing/2014/main" xmlns="" id="{FA3E071E-8624-2961-6E00-0A1F6DC56878}"/>
                  </a:ext>
                </a:extLst>
              </p:cNvPr>
              <p:cNvPicPr>
                <a:picLocks noChangeAspect="1"/>
              </p:cNvPicPr>
              <p:nvPr/>
            </p:nvPicPr>
            <p:blipFill>
              <a:blip r:embed="rId5"/>
              <a:stretch>
                <a:fillRect/>
              </a:stretch>
            </p:blipFill>
            <p:spPr>
              <a:xfrm>
                <a:off x="424493" y="8786563"/>
                <a:ext cx="6009012" cy="267729"/>
              </a:xfrm>
              <a:prstGeom prst="rect">
                <a:avLst/>
              </a:prstGeom>
            </p:spPr>
          </p:pic>
          <p:sp>
            <p:nvSpPr>
              <p:cNvPr id="1048591" name="TextBox 17">
                <a:extLst>
                  <a:ext uri="{FF2B5EF4-FFF2-40B4-BE49-F238E27FC236}">
                    <a16:creationId xmlns:a16="http://schemas.microsoft.com/office/drawing/2014/main" xmlns="" id="{6EB98A60-1CE9-EA09-6826-D05E99DD6574}"/>
                  </a:ext>
                </a:extLst>
              </p:cNvPr>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dirty="0">
                    <a:solidFill>
                      <a:srgbClr val="175FAB"/>
                    </a:solidFill>
                  </a:rPr>
                  <a:t>PT</a:t>
                </a:r>
                <a:r>
                  <a:rPr lang="en-US" sz="1000" dirty="0">
                    <a:solidFill>
                      <a:srgbClr val="175FAB"/>
                    </a:solidFill>
                  </a:rPr>
                  <a:t> </a:t>
                </a:r>
                <a:r>
                  <a:rPr lang="id-ID" sz="1000" dirty="0">
                    <a:solidFill>
                      <a:srgbClr val="175FAB"/>
                    </a:solidFill>
                  </a:rPr>
                  <a:t>Bank Central Asia</a:t>
                </a:r>
                <a:r>
                  <a:rPr lang="en-US" sz="1000" dirty="0">
                    <a:solidFill>
                      <a:srgbClr val="175FAB"/>
                    </a:solidFill>
                  </a:rPr>
                  <a:t> </a:t>
                </a:r>
                <a:r>
                  <a:rPr lang="en-US" sz="1000" dirty="0" err="1">
                    <a:solidFill>
                      <a:srgbClr val="175FAB"/>
                    </a:solidFill>
                  </a:rPr>
                  <a:t>Tbk</a:t>
                </a:r>
                <a:r>
                  <a:rPr lang="en-US" sz="1000" dirty="0">
                    <a:solidFill>
                      <a:srgbClr val="175FAB"/>
                    </a:solidFill>
                  </a:rPr>
                  <a:t>.</a:t>
                </a:r>
                <a:endParaRPr lang="id-ID" sz="1000" dirty="0">
                  <a:solidFill>
                    <a:srgbClr val="175FAB"/>
                  </a:solidFill>
                </a:endParaRPr>
              </a:p>
            </p:txBody>
          </p:sp>
        </p:grpSp>
        <p:sp>
          <p:nvSpPr>
            <p:cNvPr id="8" name="TextBox 16">
              <a:extLst>
                <a:ext uri="{FF2B5EF4-FFF2-40B4-BE49-F238E27FC236}">
                  <a16:creationId xmlns:a16="http://schemas.microsoft.com/office/drawing/2014/main" xmlns="" id="{9B60571A-08C2-7AEE-BF8A-BB6A9CBF0DEF}"/>
                </a:ext>
              </a:extLst>
            </p:cNvPr>
            <p:cNvSpPr txBox="1"/>
            <p:nvPr/>
          </p:nvSpPr>
          <p:spPr>
            <a:xfrm>
              <a:off x="5976760" y="8789717"/>
              <a:ext cx="645196" cy="271639"/>
            </a:xfrm>
            <a:prstGeom prst="rect">
              <a:avLst/>
            </a:prstGeom>
            <a:noFill/>
          </p:spPr>
          <p:txBody>
            <a:bodyPr wrap="square" lIns="116612" tIns="58306" rIns="116612" bIns="58306" rtlCol="0">
              <a:spAutoFit/>
            </a:bodyPr>
            <a:lstStyle/>
            <a:p>
              <a:pPr algn="ctr"/>
              <a:fld id="{477D8BF5-2754-4CFE-9C4A-CCAF84A93D96}" type="slidenum">
                <a:rPr lang="id-ID" sz="1000">
                  <a:solidFill>
                    <a:schemeClr val="bg1"/>
                  </a:solidFill>
                </a:rPr>
                <a:pPr algn="ctr"/>
                <a:t>2</a:t>
              </a:fld>
              <a:endParaRPr lang="id-ID" sz="1000" dirty="0">
                <a:solidFill>
                  <a:schemeClr val="bg1"/>
                </a:solidFill>
              </a:endParaRPr>
            </a:p>
          </p:txBody>
        </p:sp>
      </p:grpSp>
      <p:sp>
        <p:nvSpPr>
          <p:cNvPr id="12" name="TextBox 11">
            <a:extLst>
              <a:ext uri="{FF2B5EF4-FFF2-40B4-BE49-F238E27FC236}">
                <a16:creationId xmlns:a16="http://schemas.microsoft.com/office/drawing/2014/main" xmlns="" id="{FF204A18-5FB8-26E5-1B60-AA36AB80687F}"/>
              </a:ext>
            </a:extLst>
          </p:cNvPr>
          <p:cNvSpPr txBox="1"/>
          <p:nvPr/>
        </p:nvSpPr>
        <p:spPr>
          <a:xfrm>
            <a:off x="354579" y="8611853"/>
            <a:ext cx="2826478" cy="200055"/>
          </a:xfrm>
          <a:prstGeom prst="rect">
            <a:avLst/>
          </a:prstGeom>
          <a:noFill/>
        </p:spPr>
        <p:txBody>
          <a:bodyPr wrap="square" rtlCol="0">
            <a:spAutoFit/>
          </a:bodyPr>
          <a:lstStyle/>
          <a:p>
            <a:r>
              <a:rPr lang="en-US" sz="700" i="1" dirty="0">
                <a:solidFill>
                  <a:schemeClr val="bg1">
                    <a:lumMod val="75000"/>
                  </a:schemeClr>
                </a:solidFill>
              </a:rPr>
              <a:t>Source: Bloomberg (2–9 October 2026); simple average per group</a:t>
            </a:r>
          </a:p>
        </p:txBody>
      </p:sp>
      <p:sp>
        <p:nvSpPr>
          <p:cNvPr id="14" name="TextBox 13">
            <a:extLst>
              <a:ext uri="{FF2B5EF4-FFF2-40B4-BE49-F238E27FC236}">
                <a16:creationId xmlns:a16="http://schemas.microsoft.com/office/drawing/2014/main" xmlns="" id="{A78846AF-0BC5-D3C3-6771-5FE986D3FAC4}"/>
              </a:ext>
            </a:extLst>
          </p:cNvPr>
          <p:cNvSpPr txBox="1"/>
          <p:nvPr/>
        </p:nvSpPr>
        <p:spPr>
          <a:xfrm>
            <a:off x="3530766" y="8606207"/>
            <a:ext cx="2798648" cy="200055"/>
          </a:xfrm>
          <a:prstGeom prst="rect">
            <a:avLst/>
          </a:prstGeom>
          <a:noFill/>
        </p:spPr>
        <p:txBody>
          <a:bodyPr wrap="square" rtlCol="0">
            <a:spAutoFit/>
          </a:bodyPr>
          <a:lstStyle/>
          <a:p>
            <a:r>
              <a:rPr lang="en-US" sz="700" i="1" dirty="0">
                <a:solidFill>
                  <a:schemeClr val="bg1">
                    <a:lumMod val="75000"/>
                  </a:schemeClr>
                </a:solidFill>
              </a:rPr>
              <a:t>Source: Bloomberg (9 October 2026); bands = 10Y mean ± 1σ/2σ</a:t>
            </a:r>
          </a:p>
        </p:txBody>
      </p:sp>
    </p:spTree>
    <p:extLst>
      <p:ext uri="{BB962C8B-B14F-4D97-AF65-F5344CB8AC3E}">
        <p14:creationId xmlns:p14="http://schemas.microsoft.com/office/powerpoint/2010/main" val="32276553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48604" name="Exhibit 5 Chart"/>
          <p:cNvGraphicFramePr>
            <a:graphicFrameLocks noGrp="1"/>
          </p:cNvGraphicFramePr>
          <p:nvPr>
            <p:extLst>
              <p:ext uri="{D42A27DB-BD31-4B8C-83A1-F6EECF244321}">
                <p14:modId xmlns:p14="http://schemas.microsoft.com/office/powerpoint/2010/main" val="3804808196"/>
              </p:ext>
            </p:extLst>
          </p:nvPr>
        </p:nvGraphicFramePr>
        <p:xfrm>
          <a:off x="354579" y="7216892"/>
          <a:ext cx="3035808" cy="149590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48605" name="Exhibit 6 Chart"/>
          <p:cNvGraphicFramePr>
            <a:graphicFrameLocks noGrp="1"/>
          </p:cNvGraphicFramePr>
          <p:nvPr>
            <p:extLst>
              <p:ext uri="{D42A27DB-BD31-4B8C-83A1-F6EECF244321}">
                <p14:modId xmlns:p14="http://schemas.microsoft.com/office/powerpoint/2010/main" val="3309606530"/>
              </p:ext>
            </p:extLst>
          </p:nvPr>
        </p:nvGraphicFramePr>
        <p:xfrm>
          <a:off x="3530765" y="7216892"/>
          <a:ext cx="3035808" cy="1495904"/>
        </p:xfrm>
        <a:graphic>
          <a:graphicData uri="http://schemas.openxmlformats.org/drawingml/2006/chart">
            <c:chart xmlns:c="http://schemas.openxmlformats.org/drawingml/2006/chart" xmlns:r="http://schemas.openxmlformats.org/officeDocument/2006/relationships" r:id="rId4"/>
          </a:graphicData>
        </a:graphic>
      </p:graphicFrame>
      <p:sp>
        <p:nvSpPr>
          <p:cNvPr id="1048603" name="Date Tab"/>
          <p:cNvSpPr/>
          <p:nvPr/>
        </p:nvSpPr>
        <p:spPr>
          <a:xfrm>
            <a:off x="429768" y="1373499"/>
            <a:ext cx="1295400" cy="201168"/>
          </a:xfrm>
          <a:prstGeom prst="rect">
            <a:avLst/>
          </a:prstGeom>
          <a:solidFill>
            <a:srgbClr val="0051A2"/>
          </a:solidFill>
          <a:ln>
            <a:noFill/>
          </a:ln>
        </p:spPr>
        <p:txBody>
          <a:bodyPr wrap="none" lIns="0" tIns="0" rIns="0" bIns="0" rtlCol="0" anchor="ctr"/>
          <a:lstStyle/>
          <a:p>
            <a:pPr algn="ctr"/>
            <a:r>
              <a:rPr lang="en-US" sz="1000" b="1" dirty="0">
                <a:solidFill>
                  <a:schemeClr val="bg1"/>
                </a:solidFill>
                <a:latin typeface="+mn-lt"/>
              </a:rPr>
              <a:t>12 October 2026</a:t>
            </a:r>
          </a:p>
        </p:txBody>
      </p:sp>
      <p:sp>
        <p:nvSpPr>
          <p:cNvPr id="1048592" name="TextBox 16"/>
          <p:cNvSpPr txBox="1"/>
          <p:nvPr/>
        </p:nvSpPr>
        <p:spPr>
          <a:xfrm>
            <a:off x="5791200" y="8779499"/>
            <a:ext cx="645196" cy="271639"/>
          </a:xfrm>
          <a:prstGeom prst="rect">
            <a:avLst/>
          </a:prstGeom>
          <a:noFill/>
        </p:spPr>
        <p:txBody>
          <a:bodyPr wrap="square" lIns="116612" tIns="58306" rIns="116612" bIns="58306" rtlCol="0">
            <a:spAutoFit/>
          </a:bodyPr>
          <a:lstStyle/>
          <a:p>
            <a:pPr algn="r"/>
            <a:fld id="{477D8BF5-2754-4CFE-9C4A-CCAF84A93D96}" type="slidenum">
              <a:rPr lang="id-ID" sz="1000">
                <a:solidFill>
                  <a:schemeClr val="bg1"/>
                </a:solidFill>
              </a:rPr>
              <a:pPr algn="r"/>
              <a:t>3</a:t>
            </a:fld>
            <a:endParaRPr lang="id-ID" sz="1000" dirty="0">
              <a:solidFill>
                <a:schemeClr val="bg1"/>
              </a:solidFill>
            </a:endParaRPr>
          </a:p>
        </p:txBody>
      </p:sp>
      <p:sp>
        <p:nvSpPr>
          <p:cNvPr id="1048593" name="AutoShape 2" descr="ready"/>
          <p:cNvSpPr>
            <a:spLocks noChangeAspect="1" noChangeArrowheads="1"/>
          </p:cNvSpPr>
          <p:nvPr/>
        </p:nvSpPr>
        <p:spPr bwMode="auto">
          <a:xfrm>
            <a:off x="8594725"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4" name="AutoShape 3" descr="viewed"/>
          <p:cNvSpPr>
            <a:spLocks noChangeAspect="1" noChangeArrowheads="1"/>
          </p:cNvSpPr>
          <p:nvPr/>
        </p:nvSpPr>
        <p:spPr bwMode="auto">
          <a:xfrm>
            <a:off x="8704263"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5" name="TextBox 14"/>
          <p:cNvSpPr txBox="1"/>
          <p:nvPr/>
        </p:nvSpPr>
        <p:spPr>
          <a:xfrm>
            <a:off x="358588" y="1991541"/>
            <a:ext cx="6140824" cy="664926"/>
          </a:xfrm>
          <a:prstGeom prst="rect">
            <a:avLst/>
          </a:prstGeom>
          <a:solidFill>
            <a:srgbClr val="002060"/>
          </a:solidFill>
        </p:spPr>
        <p:style>
          <a:lnRef idx="0">
            <a:schemeClr val="accent5"/>
          </a:lnRef>
          <a:fillRef idx="3">
            <a:schemeClr val="accent5"/>
          </a:fillRef>
          <a:effectRef idx="3">
            <a:schemeClr val="accent5"/>
          </a:effectRef>
          <a:fontRef idx="minor">
            <a:schemeClr val="lt1"/>
          </a:fontRef>
        </p:style>
        <p:txBody>
          <a:bodyPr wrap="square" lIns="91440" tIns="45720" rIns="91440" bIns="45720" rtlCol="0" anchor="t">
            <a:spAutoFit/>
          </a:bodyPr>
          <a:lstStyle/>
          <a:p>
            <a:pPr algn="just">
              <a:lnSpc>
                <a:spcPct val="115000"/>
              </a:lnSpc>
              <a:spcAft>
                <a:spcPts val="600"/>
              </a:spcAft>
              <a:buNone/>
            </a:pPr>
            <a:r>
              <a:rPr lang="en-US" sz="1100" b="1" i="0" dirty="0">
                <a:effectLst/>
                <a:latin typeface="Calibri" panose="020F0502020204030204" pitchFamily="34" charset="0"/>
                <a:ea typeface="MS Mincho" panose="02020609040205080304" pitchFamily="49" charset="-128"/>
                <a:cs typeface="Times New Roman" panose="02020603050405020304" pitchFamily="18" charset="0"/>
              </a:rPr>
              <a:t>IHSG pulih 0,94% WoW setelah turun 3,28% minggu lalu, dan jual bersih asing mengecil. Namun konsumen menilai kondisi saat ini makin lemah dan dukungan kebijakan terbatas, sehingga diskon valuasi belum punya pemicu.</a:t>
            </a:r>
            <a:endParaRPr lang="en-ID" sz="1100" dirty="0">
              <a:effectLst/>
              <a:latin typeface="Calibri" panose="020F0502020204030204" pitchFamily="34" charset="0"/>
              <a:ea typeface="MS Mincho" panose="02020609040205080304" pitchFamily="49" charset="-128"/>
              <a:cs typeface="Times New Roman" panose="02020603050405020304" pitchFamily="18" charset="0"/>
            </a:endParaRPr>
          </a:p>
        </p:txBody>
      </p:sp>
      <p:sp>
        <p:nvSpPr>
          <p:cNvPr id="1048596" name="TextBox 18"/>
          <p:cNvSpPr txBox="1"/>
          <p:nvPr/>
        </p:nvSpPr>
        <p:spPr>
          <a:xfrm>
            <a:off x="228600" y="1585892"/>
            <a:ext cx="6477000" cy="394750"/>
          </a:xfrm>
          <a:prstGeom prst="rect">
            <a:avLst/>
          </a:prstGeom>
          <a:noFill/>
        </p:spPr>
        <p:txBody>
          <a:bodyPr wrap="square" lIns="116612" tIns="58306" rIns="116612" bIns="58306"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166125"/>
            <a:r>
              <a:rPr lang="en-US" b="1" i="1" dirty="0"/>
              <a:t>Indonesia: Cheap Is Not a Catalyst</a:t>
            </a:r>
          </a:p>
        </p:txBody>
      </p:sp>
      <p:sp>
        <p:nvSpPr>
          <p:cNvPr id="1048600" name="Rectangle 1" hidden="1"/>
          <p:cNvSpPr/>
          <p:nvPr/>
        </p:nvSpPr>
        <p:spPr>
          <a:xfrm>
            <a:off x="3200400" y="6893909"/>
            <a:ext cx="190816" cy="127358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endParaRPr lang="en-US" sz="900" b="1" i="1">
              <a:solidFill>
                <a:schemeClr val="tx1"/>
              </a:solidFill>
            </a:endParaRPr>
          </a:p>
        </p:txBody>
      </p:sp>
      <p:sp>
        <p:nvSpPr>
          <p:cNvPr id="3" name="Rectangle 1"/>
          <p:cNvSpPr>
            <a:spLocks noChangeArrowheads="1"/>
          </p:cNvSpPr>
          <p:nvPr/>
        </p:nvSpPr>
        <p:spPr bwMode="auto">
          <a:xfrm>
            <a:off x="0" y="110933"/>
            <a:ext cx="65" cy="235334"/>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0631" rIns="0" bIns="-206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pSp>
        <p:nvGrpSpPr>
          <p:cNvPr id="11" name="Group 10">
            <a:extLst>
              <a:ext uri="{FF2B5EF4-FFF2-40B4-BE49-F238E27FC236}">
                <a16:creationId xmlns:a16="http://schemas.microsoft.com/office/drawing/2014/main" xmlns="" id="{38A896CA-A41A-EB40-87C3-52549A35F369}"/>
              </a:ext>
            </a:extLst>
          </p:cNvPr>
          <p:cNvGrpSpPr/>
          <p:nvPr/>
        </p:nvGrpSpPr>
        <p:grpSpPr>
          <a:xfrm>
            <a:off x="424492" y="8779499"/>
            <a:ext cx="6197464" cy="281857"/>
            <a:chOff x="424492" y="8779499"/>
            <a:chExt cx="6197464" cy="281857"/>
          </a:xfrm>
        </p:grpSpPr>
        <p:grpSp>
          <p:nvGrpSpPr>
            <p:cNvPr id="12" name="Group 11">
              <a:extLst>
                <a:ext uri="{FF2B5EF4-FFF2-40B4-BE49-F238E27FC236}">
                  <a16:creationId xmlns:a16="http://schemas.microsoft.com/office/drawing/2014/main" xmlns="" id="{36B7E4E1-8946-652E-5D8E-C89C8C9D8722}"/>
                </a:ext>
              </a:extLst>
            </p:cNvPr>
            <p:cNvGrpSpPr/>
            <p:nvPr/>
          </p:nvGrpSpPr>
          <p:grpSpPr>
            <a:xfrm>
              <a:off x="424492" y="8779499"/>
              <a:ext cx="6009013" cy="274793"/>
              <a:chOff x="424492" y="8779499"/>
              <a:chExt cx="6009013" cy="274793"/>
            </a:xfrm>
          </p:grpSpPr>
          <p:pic>
            <p:nvPicPr>
              <p:cNvPr id="14" name="Picture 15">
                <a:extLst>
                  <a:ext uri="{FF2B5EF4-FFF2-40B4-BE49-F238E27FC236}">
                    <a16:creationId xmlns:a16="http://schemas.microsoft.com/office/drawing/2014/main" xmlns="" id="{60793C5F-EED1-6682-2354-7CF814B4F19A}"/>
                  </a:ext>
                </a:extLst>
              </p:cNvPr>
              <p:cNvPicPr>
                <a:picLocks noChangeAspect="1"/>
              </p:cNvPicPr>
              <p:nvPr/>
            </p:nvPicPr>
            <p:blipFill>
              <a:blip r:embed="rId5"/>
              <a:stretch>
                <a:fillRect/>
              </a:stretch>
            </p:blipFill>
            <p:spPr>
              <a:xfrm>
                <a:off x="424493" y="8786563"/>
                <a:ext cx="6009012" cy="267729"/>
              </a:xfrm>
              <a:prstGeom prst="rect">
                <a:avLst/>
              </a:prstGeom>
            </p:spPr>
          </p:pic>
          <p:sp>
            <p:nvSpPr>
              <p:cNvPr id="15" name="TextBox 17">
                <a:extLst>
                  <a:ext uri="{FF2B5EF4-FFF2-40B4-BE49-F238E27FC236}">
                    <a16:creationId xmlns:a16="http://schemas.microsoft.com/office/drawing/2014/main" xmlns="" id="{A336713E-3B8C-EBCC-87EB-7D3CA5145D75}"/>
                  </a:ext>
                </a:extLst>
              </p:cNvPr>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dirty="0">
                    <a:solidFill>
                      <a:srgbClr val="175FAB"/>
                    </a:solidFill>
                  </a:rPr>
                  <a:t>PT</a:t>
                </a:r>
                <a:r>
                  <a:rPr lang="en-US" sz="1000" dirty="0">
                    <a:solidFill>
                      <a:srgbClr val="175FAB"/>
                    </a:solidFill>
                  </a:rPr>
                  <a:t> </a:t>
                </a:r>
                <a:r>
                  <a:rPr lang="id-ID" sz="1000" dirty="0">
                    <a:solidFill>
                      <a:srgbClr val="175FAB"/>
                    </a:solidFill>
                  </a:rPr>
                  <a:t>Bank Central Asia</a:t>
                </a:r>
                <a:r>
                  <a:rPr lang="en-US" sz="1000" dirty="0">
                    <a:solidFill>
                      <a:srgbClr val="175FAB"/>
                    </a:solidFill>
                  </a:rPr>
                  <a:t> </a:t>
                </a:r>
                <a:r>
                  <a:rPr lang="en-US" sz="1000" dirty="0" err="1">
                    <a:solidFill>
                      <a:srgbClr val="175FAB"/>
                    </a:solidFill>
                  </a:rPr>
                  <a:t>Tbk</a:t>
                </a:r>
                <a:r>
                  <a:rPr lang="en-US" sz="1000" dirty="0">
                    <a:solidFill>
                      <a:srgbClr val="175FAB"/>
                    </a:solidFill>
                  </a:rPr>
                  <a:t>.</a:t>
                </a:r>
                <a:endParaRPr lang="id-ID" sz="1000" dirty="0">
                  <a:solidFill>
                    <a:srgbClr val="175FAB"/>
                  </a:solidFill>
                </a:endParaRPr>
              </a:p>
            </p:txBody>
          </p:sp>
        </p:grpSp>
        <p:sp>
          <p:nvSpPr>
            <p:cNvPr id="13" name="TextBox 16">
              <a:extLst>
                <a:ext uri="{FF2B5EF4-FFF2-40B4-BE49-F238E27FC236}">
                  <a16:creationId xmlns:a16="http://schemas.microsoft.com/office/drawing/2014/main" xmlns="" id="{E75FC1CF-4196-AE66-1211-62E5787FEB87}"/>
                </a:ext>
              </a:extLst>
            </p:cNvPr>
            <p:cNvSpPr txBox="1"/>
            <p:nvPr/>
          </p:nvSpPr>
          <p:spPr>
            <a:xfrm>
              <a:off x="5976760" y="8789717"/>
              <a:ext cx="645196" cy="271639"/>
            </a:xfrm>
            <a:prstGeom prst="rect">
              <a:avLst/>
            </a:prstGeom>
            <a:noFill/>
          </p:spPr>
          <p:txBody>
            <a:bodyPr wrap="square" lIns="116612" tIns="58306" rIns="116612" bIns="58306" rtlCol="0">
              <a:spAutoFit/>
            </a:bodyPr>
            <a:lstStyle/>
            <a:p>
              <a:pPr algn="ctr"/>
              <a:fld id="{477D8BF5-2754-4CFE-9C4A-CCAF84A93D96}" type="slidenum">
                <a:rPr lang="id-ID" sz="1000">
                  <a:solidFill>
                    <a:schemeClr val="bg1"/>
                  </a:solidFill>
                </a:rPr>
                <a:pPr algn="ctr"/>
                <a:t>3</a:t>
              </a:fld>
              <a:endParaRPr lang="id-ID" sz="1000" dirty="0">
                <a:solidFill>
                  <a:schemeClr val="bg1"/>
                </a:solidFill>
              </a:endParaRPr>
            </a:p>
          </p:txBody>
        </p:sp>
      </p:grpSp>
      <p:sp>
        <p:nvSpPr>
          <p:cNvPr id="19" name="TextBox 18">
            <a:extLst>
              <a:ext uri="{FF2B5EF4-FFF2-40B4-BE49-F238E27FC236}">
                <a16:creationId xmlns:a16="http://schemas.microsoft.com/office/drawing/2014/main" xmlns="" id="{0CE97E63-E73E-4F26-51DE-7F7C13A3160D}"/>
              </a:ext>
            </a:extLst>
          </p:cNvPr>
          <p:cNvSpPr txBox="1"/>
          <p:nvPr/>
        </p:nvSpPr>
        <p:spPr>
          <a:xfrm>
            <a:off x="354579" y="8611853"/>
            <a:ext cx="2826478" cy="200055"/>
          </a:xfrm>
          <a:prstGeom prst="rect">
            <a:avLst/>
          </a:prstGeom>
          <a:noFill/>
        </p:spPr>
        <p:txBody>
          <a:bodyPr wrap="square" rtlCol="0">
            <a:spAutoFit/>
          </a:bodyPr>
          <a:lstStyle/>
          <a:p>
            <a:r>
              <a:rPr lang="en-US" sz="700" i="1" dirty="0">
                <a:solidFill>
                  <a:schemeClr val="bg1">
                    <a:lumMod val="75000"/>
                  </a:schemeClr>
                </a:solidFill>
              </a:rPr>
              <a:t>Source: Bank Indonesia (8 October 2026)</a:t>
            </a:r>
          </a:p>
        </p:txBody>
      </p:sp>
      <p:sp>
        <p:nvSpPr>
          <p:cNvPr id="21" name="TextBox 20">
            <a:extLst>
              <a:ext uri="{FF2B5EF4-FFF2-40B4-BE49-F238E27FC236}">
                <a16:creationId xmlns:a16="http://schemas.microsoft.com/office/drawing/2014/main" xmlns="" id="{27241F1B-3987-24F5-CBF1-401157C7B8E9}"/>
              </a:ext>
            </a:extLst>
          </p:cNvPr>
          <p:cNvSpPr txBox="1"/>
          <p:nvPr/>
        </p:nvSpPr>
        <p:spPr>
          <a:xfrm>
            <a:off x="3530766" y="8606207"/>
            <a:ext cx="2798648" cy="200055"/>
          </a:xfrm>
          <a:prstGeom prst="rect">
            <a:avLst/>
          </a:prstGeom>
          <a:noFill/>
        </p:spPr>
        <p:txBody>
          <a:bodyPr wrap="square" rtlCol="0">
            <a:spAutoFit/>
          </a:bodyPr>
          <a:lstStyle/>
          <a:p>
            <a:r>
              <a:rPr lang="en-US" sz="700" i="1" dirty="0">
                <a:solidFill>
                  <a:schemeClr val="bg1">
                    <a:lumMod val="75000"/>
                  </a:schemeClr>
                </a:solidFill>
              </a:rPr>
              <a:t>Source: Bloomberg (9 October 2026); bands = 10Y mean ± 1σ/2σ</a:t>
            </a:r>
          </a:p>
        </p:txBody>
      </p:sp>
      <p:sp>
        <p:nvSpPr>
          <p:cNvPr id="4" name="Rectangle 3">
            <a:extLst>
              <a:ext uri="{FF2B5EF4-FFF2-40B4-BE49-F238E27FC236}">
                <a16:creationId xmlns:a16="http://schemas.microsoft.com/office/drawing/2014/main" xmlns="" id="{24BA601E-CB3D-A1C3-5BED-3DF78B2CC1CC}"/>
              </a:ext>
            </a:extLst>
          </p:cNvPr>
          <p:cNvSpPr/>
          <p:nvPr/>
        </p:nvSpPr>
        <p:spPr>
          <a:xfrm>
            <a:off x="354579" y="6852119"/>
            <a:ext cx="3035808"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5: Current Economic Condition vs. Consumer Expectation Index</a:t>
            </a:r>
          </a:p>
        </p:txBody>
      </p:sp>
      <p:sp>
        <p:nvSpPr>
          <p:cNvPr id="6" name="Rectangle 5">
            <a:extLst>
              <a:ext uri="{FF2B5EF4-FFF2-40B4-BE49-F238E27FC236}">
                <a16:creationId xmlns:a16="http://schemas.microsoft.com/office/drawing/2014/main" xmlns="" id="{174864D4-F972-8D31-BF83-DD3AB7C2372F}"/>
              </a:ext>
            </a:extLst>
          </p:cNvPr>
          <p:cNvSpPr/>
          <p:nvPr/>
        </p:nvSpPr>
        <p:spPr>
          <a:xfrm>
            <a:off x="3530766" y="6852119"/>
            <a:ext cx="3035807"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6: MSCI Indonesia 12M Forward P/E vs. 10Y Average (x)</a:t>
            </a:r>
          </a:p>
        </p:txBody>
      </p:sp>
      <p:sp>
        <p:nvSpPr>
          <p:cNvPr id="22" name="Kotak Teks 18">
            <a:extLst>
              <a:ext uri="{FF2B5EF4-FFF2-40B4-BE49-F238E27FC236}">
                <a16:creationId xmlns:a16="http://schemas.microsoft.com/office/drawing/2014/main" xmlns="" id="{52C5CF14-D0F4-D748-D504-AD1E8F9E557D}"/>
              </a:ext>
            </a:extLst>
          </p:cNvPr>
          <p:cNvSpPr txBox="1"/>
          <p:nvPr/>
        </p:nvSpPr>
        <p:spPr>
          <a:xfrm>
            <a:off x="268267" y="2601519"/>
            <a:ext cx="6321467" cy="4303742"/>
          </a:xfrm>
          <a:prstGeom prst="rect">
            <a:avLst/>
          </a:prstGeom>
          <a:noFill/>
        </p:spPr>
        <p:txBody>
          <a:bodyPr wrap="square" lIns="91440" tIns="45720" rIns="91440" bIns="45720" anchor="t">
            <a:spAutoFit/>
          </a:bodyPr>
          <a:lstStyle/>
          <a:p>
            <a:pPr lvl="0" algn="just">
              <a:spcBef>
                <a:spcPts val="300"/>
              </a:spcBef>
              <a:buClr>
                <a:srgbClr val="000000"/>
              </a:buClr>
            </a:pPr>
            <a:r>
              <a:rPr lang="en-US" sz="1400" b="1" i="1" kern="0" dirty="0">
                <a:solidFill>
                  <a:srgbClr val="2F5496"/>
                </a:solidFill>
                <a:ea typeface="Calibri"/>
                <a:cs typeface="Calibri"/>
                <a:sym typeface="Calibri"/>
              </a:rPr>
              <a:t>Key Highlights:</a:t>
            </a:r>
          </a:p>
          <a:p>
            <a:pPr marL="228600" indent="-228600" algn="just">
              <a:lnSpc>
                <a:spcPct val="100000"/>
              </a:lnSpc>
              <a:spcBef>
                <a:spcPts val="0"/>
              </a:spcBef>
              <a:spcAft>
                <a:spcPts val="400"/>
              </a:spcAft>
              <a:buFont typeface="+mj-lt"/>
              <a:buAutoNum type="arabicPeriod"/>
            </a:pPr>
            <a:r>
              <a:rPr lang="en-US" sz="1100" b="1" i="1" dirty="0">
                <a:ea typeface="MS Mincho" panose="02020609040205080304" pitchFamily="49" charset="-128"/>
                <a:cs typeface="Times New Roman" panose="02020603050405020304" pitchFamily="18" charset="0"/>
              </a:rPr>
              <a:t>Today Feels Worse Than Tomorrow.</a:t>
            </a:r>
            <a:r>
              <a:rPr lang="en-US" sz="1100" b="0" i="0" dirty="0">
                <a:ea typeface="MS Mincho" panose="02020609040205080304" pitchFamily="49" charset="-128"/>
                <a:cs typeface="Times New Roman" panose="02020603050405020304" pitchFamily="18" charset="0"/>
              </a:rPr>
              <a:t xml:space="preserve"> Data konsumsi yang rilis minggu ini belum mendukung pemulihan. Survei BI (8 Oktober 2026) mencatat Indeks Kondisi Ekonomi Saat Ini turun ke 107,5 di September 2026 dari 109,4, terendah sepanjang 2026, karena indeks penghasilan saat ini turun 3,4 poin ke 114,6 dan ketersediaan lapangan kerja turun 3,0 poin ke 101,1 </a:t>
            </a:r>
            <a:r>
              <a:rPr lang="en-US" sz="1100" b="1" i="0" dirty="0">
                <a:ea typeface="MS Mincho" panose="02020609040205080304" pitchFamily="49" charset="-128"/>
                <a:cs typeface="Times New Roman" panose="02020603050405020304" pitchFamily="18" charset="0"/>
              </a:rPr>
              <a:t>(Exhibit 5).</a:t>
            </a:r>
            <a:r>
              <a:rPr lang="en-US" sz="1100" b="0" i="0" dirty="0">
                <a:ea typeface="MS Mincho" panose="02020609040205080304" pitchFamily="49" charset="-128"/>
                <a:cs typeface="Times New Roman" panose="02020603050405020304" pitchFamily="18" charset="0"/>
              </a:rPr>
              <a:t xml:space="preserve"> Ekspektasi hanya naik tipis ke 128,7 dari 127,6. Penjualan eceran baru pulih dari kontraksi April hingga Juni 2026: +1,3% YoY di Agustus dan +1,4% di September (prakiraan), di bawah rata‑rata 2025 sebesar 3,1%. Dengan data ini, proyeksi laba sektor konsumsi belum punya dasar kuat untuk dinaikkan.</a:t>
            </a:r>
          </a:p>
          <a:p>
            <a:pPr marL="228600" indent="-228600" algn="just">
              <a:spcAft>
                <a:spcPts val="400"/>
              </a:spcAft>
              <a:buFont typeface="+mj-lt"/>
              <a:buAutoNum type="arabicPeriod"/>
            </a:pPr>
            <a:r>
              <a:rPr lang="en-US" sz="1100" b="1" i="1" dirty="0">
                <a:ea typeface="MS Mincho" panose="02020609040205080304" pitchFamily="49" charset="-128"/>
                <a:cs typeface="Times New Roman" panose="02020603050405020304" pitchFamily="18" charset="0"/>
              </a:rPr>
              <a:t>The State Absorbs the Fuel Bill.</a:t>
            </a:r>
            <a:r>
              <a:rPr lang="en-US" sz="1100" b="0" i="0" dirty="0">
                <a:ea typeface="MS Mincho" panose="02020609040205080304" pitchFamily="49" charset="-128"/>
                <a:cs typeface="Times New Roman" panose="02020603050405020304" pitchFamily="18" charset="0"/>
              </a:rPr>
              <a:t xml:space="preserve"> Dukungan kebijakan untuk konsumsi juga terbatas. Per September 2026, subsidi dan kompensasi energi mencapai Rp376,8 triliun, 84,3% dari alokasi dan naik 54,1% YoY, sementara pagu efektif BGN dipangkas ke Rp229 triliun dari Rp268 triliun. Realisasi MBG bertambah Rp19,0 triliun dari Agustus ke Rp153,2 triliun untuk 57 juta penerima, setelah 1.276 SPPG ditutup karena belum bersertifikat higiene. Di sisi moneter, BI menahan BI-Rate di 5,75% pada 23 September 2026 demi stabilitas rupiah. Artinya, dukungan ke rumah tangga lebih banyak berupa harga energi yang ditahan daripada perluasan MBG atau suku bunga yang lebih rendah.</a:t>
            </a:r>
          </a:p>
          <a:p>
            <a:pPr marL="228600" indent="-228600" algn="just">
              <a:lnSpc>
                <a:spcPct val="100000"/>
              </a:lnSpc>
              <a:spcBef>
                <a:spcPts val="0"/>
              </a:spcBef>
              <a:spcAft>
                <a:spcPts val="400"/>
              </a:spcAft>
              <a:buFont typeface="+mj-lt"/>
              <a:buAutoNum type="arabicPeriod"/>
            </a:pPr>
            <a:r>
              <a:rPr lang="en-US" sz="1100" b="1" i="1" dirty="0">
                <a:ea typeface="MS Mincho" panose="02020609040205080304" pitchFamily="49" charset="-128"/>
                <a:cs typeface="Times New Roman" panose="02020603050405020304" pitchFamily="18" charset="0"/>
              </a:rPr>
              <a:t>Discount Without a Trigger.</a:t>
            </a:r>
            <a:r>
              <a:rPr lang="en-US" sz="1100" b="0" i="0" dirty="0">
                <a:ea typeface="MS Mincho" panose="02020609040205080304" pitchFamily="49" charset="-128"/>
                <a:cs typeface="Times New Roman" panose="02020603050405020304" pitchFamily="18" charset="0"/>
              </a:rPr>
              <a:t xml:space="preserve"> IHSG naik 0,94% WoW ke 6.093,76 setelah turun 3,28% minggu lalu, meski asing masih mencatat jual bersih sekitar Rp2,45 triliun, lebih kecil dari Rp5,03 triliun minggu lalu. Namun valuasi hampir tidak berubah: </a:t>
            </a:r>
            <a:r>
              <a:rPr lang="en-US" sz="1100" b="0" i="1" dirty="0">
                <a:ea typeface="MS Mincho" panose="02020609040205080304" pitchFamily="49" charset="-128"/>
                <a:cs typeface="Times New Roman" panose="02020603050405020304" pitchFamily="18" charset="0"/>
              </a:rPr>
              <a:t>forward</a:t>
            </a:r>
            <a:r>
              <a:rPr lang="en-US" sz="1100" b="0" i="0" dirty="0">
                <a:ea typeface="MS Mincho" panose="02020609040205080304" pitchFamily="49" charset="-128"/>
                <a:cs typeface="Times New Roman" panose="02020603050405020304" pitchFamily="18" charset="0"/>
              </a:rPr>
              <a:t xml:space="preserve"> P/E MSCI Indonesia 9,2x per 9 Oktober 2026, atau −2,36σ dari rata‑rata 10 tahun (minggu lalu −2,38σ), termurah di antara </a:t>
            </a:r>
            <a:r>
              <a:rPr lang="en-US" sz="1100" b="0" i="1" dirty="0">
                <a:ea typeface="MS Mincho" panose="02020609040205080304" pitchFamily="49" charset="-128"/>
                <a:cs typeface="Times New Roman" panose="02020603050405020304" pitchFamily="18" charset="0"/>
              </a:rPr>
              <a:t>peer</a:t>
            </a:r>
            <a:r>
              <a:rPr lang="en-US" sz="1100" b="0" i="0" dirty="0">
                <a:ea typeface="MS Mincho" panose="02020609040205080304" pitchFamily="49" charset="-128"/>
                <a:cs typeface="Times New Roman" panose="02020603050405020304" pitchFamily="18" charset="0"/>
              </a:rPr>
              <a:t xml:space="preserve"> dan 38,9% di bawah MSCI ASEAN, padahal rata‑rata 10 tahunnya hampir setara </a:t>
            </a:r>
            <a:r>
              <a:rPr lang="en-US" sz="1100" b="1" i="0" dirty="0">
                <a:ea typeface="MS Mincho" panose="02020609040205080304" pitchFamily="49" charset="-128"/>
                <a:cs typeface="Times New Roman" panose="02020603050405020304" pitchFamily="18" charset="0"/>
              </a:rPr>
              <a:t>(Exhibit 6).</a:t>
            </a:r>
            <a:r>
              <a:rPr lang="en-US" sz="1100" b="0" i="0" dirty="0">
                <a:ea typeface="MS Mincho" panose="02020609040205080304" pitchFamily="49" charset="-128"/>
                <a:cs typeface="Times New Roman" panose="02020603050405020304" pitchFamily="18" charset="0"/>
              </a:rPr>
              <a:t xml:space="preserve"> Diskon ini terkait risiko </a:t>
            </a:r>
            <a:r>
              <a:rPr lang="en-US" sz="1100" b="0" i="1" dirty="0">
                <a:ea typeface="MS Mincho" panose="02020609040205080304" pitchFamily="49" charset="-128"/>
                <a:cs typeface="Times New Roman" panose="02020603050405020304" pitchFamily="18" charset="0"/>
              </a:rPr>
              <a:t>downgrade</a:t>
            </a:r>
            <a:r>
              <a:rPr lang="en-US" sz="1100" b="0" i="0" dirty="0">
                <a:ea typeface="MS Mincho" panose="02020609040205080304" pitchFamily="49" charset="-128"/>
                <a:cs typeface="Times New Roman" panose="02020603050405020304" pitchFamily="18" charset="0"/>
              </a:rPr>
              <a:t xml:space="preserve"> MSCI pada </a:t>
            </a:r>
            <a:r>
              <a:rPr lang="en-US" sz="1100" b="0" i="1" dirty="0">
                <a:ea typeface="MS Mincho" panose="02020609040205080304" pitchFamily="49" charset="-128"/>
                <a:cs typeface="Times New Roman" panose="02020603050405020304" pitchFamily="18" charset="0"/>
              </a:rPr>
              <a:t>review</a:t>
            </a:r>
            <a:r>
              <a:rPr lang="en-US" sz="1100" b="0" i="0" dirty="0">
                <a:ea typeface="MS Mincho" panose="02020609040205080304" pitchFamily="49" charset="-128"/>
                <a:cs typeface="Times New Roman" panose="02020603050405020304" pitchFamily="18" charset="0"/>
              </a:rPr>
              <a:t xml:space="preserve"> November 2026, sehingga akumulasi lebih tepat bertahap; pandangan membaik jika status EM dipertahankan dan asing kembali </a:t>
            </a:r>
            <a:r>
              <a:rPr lang="en-US" sz="1100" b="0" i="1" dirty="0">
                <a:ea typeface="MS Mincho" panose="02020609040205080304" pitchFamily="49" charset="-128"/>
                <a:cs typeface="Times New Roman" panose="02020603050405020304" pitchFamily="18" charset="0"/>
              </a:rPr>
              <a:t>net buy</a:t>
            </a:r>
            <a:r>
              <a:rPr lang="en-US" sz="1100" b="0" i="0" dirty="0">
                <a:ea typeface="MS Mincho" panose="02020609040205080304" pitchFamily="49" charset="-128"/>
                <a:cs typeface="Times New Roman" panose="02020603050405020304" pitchFamily="18" charset="0"/>
              </a:rPr>
              <a:t>.</a:t>
            </a:r>
          </a:p>
        </p:txBody>
      </p:sp>
    </p:spTree>
    <p:extLst>
      <p:ext uri="{BB962C8B-B14F-4D97-AF65-F5344CB8AC3E}">
        <p14:creationId xmlns:p14="http://schemas.microsoft.com/office/powerpoint/2010/main" val="23776426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p:cNvPicPr>
            <a:picLocks noChangeAspect="1"/>
          </p:cNvPicPr>
          <p:nvPr/>
        </p:nvPicPr>
        <p:blipFill>
          <a:blip r:embed="rId3"/>
          <a:stretch>
            <a:fillRect/>
          </a:stretch>
        </p:blipFill>
        <p:spPr>
          <a:xfrm>
            <a:off x="424493" y="8786563"/>
            <a:ext cx="6009012" cy="267729"/>
          </a:xfrm>
          <a:prstGeom prst="rect">
            <a:avLst/>
          </a:prstGeom>
        </p:spPr>
      </p:pic>
      <p:sp>
        <p:nvSpPr>
          <p:cNvPr id="18" name="TextBox 17"/>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a:solidFill>
                  <a:srgbClr val="175FAB"/>
                </a:solidFill>
              </a:rPr>
              <a:t>PT</a:t>
            </a:r>
            <a:r>
              <a:rPr lang="en-US" sz="1000">
                <a:solidFill>
                  <a:srgbClr val="175FAB"/>
                </a:solidFill>
              </a:rPr>
              <a:t> </a:t>
            </a:r>
            <a:r>
              <a:rPr lang="id-ID" sz="1000">
                <a:solidFill>
                  <a:srgbClr val="175FAB"/>
                </a:solidFill>
              </a:rPr>
              <a:t>Bank Central Asia</a:t>
            </a:r>
            <a:r>
              <a:rPr lang="en-US" sz="1000">
                <a:solidFill>
                  <a:srgbClr val="175FAB"/>
                </a:solidFill>
              </a:rPr>
              <a:t> Tbk</a:t>
            </a:r>
            <a:r>
              <a:rPr lang="en-US" sz="1000" dirty="0">
                <a:solidFill>
                  <a:srgbClr val="175FAB"/>
                </a:solidFill>
              </a:rPr>
              <a:t>.</a:t>
            </a:r>
            <a:endParaRPr lang="id-ID" sz="1000" dirty="0">
              <a:solidFill>
                <a:srgbClr val="175FAB"/>
              </a:solidFill>
            </a:endParaRPr>
          </a:p>
        </p:txBody>
      </p:sp>
      <p:sp>
        <p:nvSpPr>
          <p:cNvPr id="33" name="TextBox 32"/>
          <p:cNvSpPr txBox="1"/>
          <p:nvPr/>
        </p:nvSpPr>
        <p:spPr>
          <a:xfrm>
            <a:off x="5791200" y="8779499"/>
            <a:ext cx="645196" cy="271639"/>
          </a:xfrm>
          <a:prstGeom prst="rect">
            <a:avLst/>
          </a:prstGeom>
          <a:noFill/>
        </p:spPr>
        <p:txBody>
          <a:bodyPr wrap="square" lIns="116612" tIns="58306" rIns="116612" bIns="58306" rtlCol="0">
            <a:spAutoFit/>
          </a:bodyPr>
          <a:lstStyle/>
          <a:p>
            <a:pPr algn="r"/>
            <a:r>
              <a:rPr lang="en-US" sz="1000">
                <a:solidFill>
                  <a:schemeClr val="bg1"/>
                </a:solidFill>
              </a:rPr>
              <a:t>4</a:t>
            </a:r>
            <a:endParaRPr lang="id-ID" sz="1000">
              <a:solidFill>
                <a:schemeClr val="bg1"/>
              </a:solidFill>
            </a:endParaRPr>
          </a:p>
        </p:txBody>
      </p:sp>
      <p:sp>
        <p:nvSpPr>
          <p:cNvPr id="28" name="TextBox 23">
            <a:extLst>
              <a:ext uri="{FF2B5EF4-FFF2-40B4-BE49-F238E27FC236}">
                <a16:creationId xmlns:a16="http://schemas.microsoft.com/office/drawing/2014/main" xmlns="" id="{83F7A790-E963-F486-BE81-58E2B5E03CCB}"/>
              </a:ext>
            </a:extLst>
          </p:cNvPr>
          <p:cNvSpPr txBox="1"/>
          <p:nvPr/>
        </p:nvSpPr>
        <p:spPr>
          <a:xfrm>
            <a:off x="240718" y="6762619"/>
            <a:ext cx="1359668" cy="261610"/>
          </a:xfrm>
          <a:prstGeom prst="rect">
            <a:avLst/>
          </a:prstGeom>
          <a:noFill/>
        </p:spPr>
        <p:txBody>
          <a:bodyPr wrap="none" rtlCol="0">
            <a:spAutoFit/>
          </a:bodyPr>
          <a:lstStyle/>
          <a:p>
            <a:r>
              <a:rPr lang="en-US" sz="1100" b="1">
                <a:solidFill>
                  <a:srgbClr val="0C5EA8"/>
                </a:solidFill>
              </a:rPr>
              <a:t>World Commodities</a:t>
            </a:r>
            <a:endParaRPr lang="en-US" sz="1100" b="1" dirty="0">
              <a:solidFill>
                <a:srgbClr val="0C5EA8"/>
              </a:solidFill>
            </a:endParaRPr>
          </a:p>
        </p:txBody>
      </p:sp>
      <p:sp>
        <p:nvSpPr>
          <p:cNvPr id="29" name="TextBox 25">
            <a:extLst>
              <a:ext uri="{FF2B5EF4-FFF2-40B4-BE49-F238E27FC236}">
                <a16:creationId xmlns:a16="http://schemas.microsoft.com/office/drawing/2014/main" xmlns="" id="{9A0CB0B1-E2A0-1969-AE01-B9EB70102F27}"/>
              </a:ext>
            </a:extLst>
          </p:cNvPr>
          <p:cNvSpPr txBox="1"/>
          <p:nvPr/>
        </p:nvSpPr>
        <p:spPr>
          <a:xfrm>
            <a:off x="240717" y="4571005"/>
            <a:ext cx="801823" cy="261610"/>
          </a:xfrm>
          <a:prstGeom prst="rect">
            <a:avLst/>
          </a:prstGeom>
          <a:noFill/>
        </p:spPr>
        <p:txBody>
          <a:bodyPr wrap="none" rtlCol="0">
            <a:spAutoFit/>
          </a:bodyPr>
          <a:lstStyle/>
          <a:p>
            <a:r>
              <a:rPr lang="en-US" sz="1100" b="1" dirty="0">
                <a:solidFill>
                  <a:srgbClr val="0C5EA8"/>
                </a:solidFill>
              </a:rPr>
              <a:t>Currencies</a:t>
            </a:r>
          </a:p>
        </p:txBody>
      </p:sp>
      <p:sp>
        <p:nvSpPr>
          <p:cNvPr id="32" name="TextBox 29">
            <a:extLst>
              <a:ext uri="{FF2B5EF4-FFF2-40B4-BE49-F238E27FC236}">
                <a16:creationId xmlns:a16="http://schemas.microsoft.com/office/drawing/2014/main" xmlns="" id="{C2A669C1-0352-0FC6-CA1E-9FCA9FFAC850}"/>
              </a:ext>
            </a:extLst>
          </p:cNvPr>
          <p:cNvSpPr txBox="1"/>
          <p:nvPr/>
        </p:nvSpPr>
        <p:spPr>
          <a:xfrm>
            <a:off x="3417527" y="6762619"/>
            <a:ext cx="1577676" cy="261610"/>
          </a:xfrm>
          <a:prstGeom prst="rect">
            <a:avLst/>
          </a:prstGeom>
          <a:noFill/>
        </p:spPr>
        <p:txBody>
          <a:bodyPr wrap="none" rtlCol="0">
            <a:spAutoFit/>
          </a:bodyPr>
          <a:lstStyle/>
          <a:p>
            <a:r>
              <a:rPr lang="en-US" sz="1100" b="1">
                <a:solidFill>
                  <a:srgbClr val="0C5EA8"/>
                </a:solidFill>
              </a:rPr>
              <a:t>Foreign Trading Activity</a:t>
            </a:r>
            <a:endParaRPr lang="en-US" sz="800" b="1" dirty="0">
              <a:solidFill>
                <a:srgbClr val="0C5EA8"/>
              </a:solidFill>
            </a:endParaRPr>
          </a:p>
        </p:txBody>
      </p:sp>
      <p:sp>
        <p:nvSpPr>
          <p:cNvPr id="42" name="TextBox 20">
            <a:extLst>
              <a:ext uri="{FF2B5EF4-FFF2-40B4-BE49-F238E27FC236}">
                <a16:creationId xmlns:a16="http://schemas.microsoft.com/office/drawing/2014/main" xmlns="" id="{01EBC932-EC7B-481D-A8D4-7C8055645BA1}"/>
              </a:ext>
            </a:extLst>
          </p:cNvPr>
          <p:cNvSpPr txBox="1"/>
          <p:nvPr/>
        </p:nvSpPr>
        <p:spPr>
          <a:xfrm>
            <a:off x="233917" y="2066875"/>
            <a:ext cx="958917" cy="261610"/>
          </a:xfrm>
          <a:prstGeom prst="rect">
            <a:avLst/>
          </a:prstGeom>
          <a:noFill/>
        </p:spPr>
        <p:txBody>
          <a:bodyPr wrap="none" rtlCol="0">
            <a:spAutoFit/>
          </a:bodyPr>
          <a:lstStyle/>
          <a:p>
            <a:r>
              <a:rPr lang="en-US" sz="1100" b="1">
                <a:solidFill>
                  <a:srgbClr val="0C5EA8"/>
                </a:solidFill>
              </a:rPr>
              <a:t>Fixed Income</a:t>
            </a:r>
            <a:endParaRPr lang="en-US" sz="1100" b="1" dirty="0">
              <a:solidFill>
                <a:srgbClr val="0C5EA8"/>
              </a:solidFill>
            </a:endParaRPr>
          </a:p>
        </p:txBody>
      </p:sp>
      <p:sp>
        <p:nvSpPr>
          <p:cNvPr id="43" name="TextBox 22">
            <a:extLst>
              <a:ext uri="{FF2B5EF4-FFF2-40B4-BE49-F238E27FC236}">
                <a16:creationId xmlns:a16="http://schemas.microsoft.com/office/drawing/2014/main" xmlns="" id="{1FBDAAF2-D118-FC2D-6871-99076259FAE3}"/>
              </a:ext>
            </a:extLst>
          </p:cNvPr>
          <p:cNvSpPr txBox="1"/>
          <p:nvPr/>
        </p:nvSpPr>
        <p:spPr>
          <a:xfrm>
            <a:off x="3442325" y="2068668"/>
            <a:ext cx="556563" cy="261610"/>
          </a:xfrm>
          <a:prstGeom prst="rect">
            <a:avLst/>
          </a:prstGeom>
          <a:noFill/>
        </p:spPr>
        <p:txBody>
          <a:bodyPr wrap="none" rtlCol="0">
            <a:spAutoFit/>
          </a:bodyPr>
          <a:lstStyle/>
          <a:p>
            <a:r>
              <a:rPr lang="en-US" sz="1100" b="1" dirty="0">
                <a:solidFill>
                  <a:srgbClr val="0C5EA8"/>
                </a:solidFill>
              </a:rPr>
              <a:t>Equity</a:t>
            </a:r>
          </a:p>
        </p:txBody>
      </p:sp>
      <p:sp>
        <p:nvSpPr>
          <p:cNvPr id="2" name="TextBox 1"/>
          <p:cNvSpPr txBox="1"/>
          <p:nvPr/>
        </p:nvSpPr>
        <p:spPr>
          <a:xfrm>
            <a:off x="233917" y="1719590"/>
            <a:ext cx="5785883" cy="261610"/>
          </a:xfrm>
          <a:prstGeom prst="rect">
            <a:avLst/>
          </a:prstGeom>
          <a:noFill/>
        </p:spPr>
        <p:txBody>
          <a:bodyPr wrap="square" rtlCol="0">
            <a:spAutoFit/>
          </a:bodyPr>
          <a:lstStyle/>
          <a:p>
            <a:pPr>
              <a:spcBef>
                <a:spcPts val="300"/>
              </a:spcBef>
            </a:pPr>
            <a:r>
              <a:rPr lang="en-US" sz="1100" b="1" u="sng" dirty="0">
                <a:solidFill>
                  <a:srgbClr val="0C5EA8"/>
                </a:solidFill>
              </a:rPr>
              <a:t>Per 2 October 2026</a:t>
            </a:r>
          </a:p>
        </p:txBody>
      </p:sp>
      <p:graphicFrame>
        <p:nvGraphicFramePr>
          <p:cNvPr id="4" name="Table 3"/>
          <p:cNvGraphicFramePr>
            <a:graphicFrameLocks noGrp="1"/>
          </p:cNvGraphicFramePr>
          <p:nvPr/>
        </p:nvGraphicFramePr>
        <p:xfrm>
          <a:off x="295219" y="4843314"/>
          <a:ext cx="2997281" cy="1612011"/>
        </p:xfrm>
        <a:graphic>
          <a:graphicData uri="http://schemas.openxmlformats.org/drawingml/2006/table">
            <a:tbl>
              <a:tblPr/>
              <a:tblGrid>
                <a:gridCol w="1080100">
                  <a:extLst>
                    <a:ext uri="{9D8B030D-6E8A-4147-A177-3AD203B41FA5}">
                      <a16:colId xmlns:a16="http://schemas.microsoft.com/office/drawing/2014/main" xmlns="" val="20000"/>
                    </a:ext>
                  </a:extLst>
                </a:gridCol>
                <a:gridCol w="635000">
                  <a:extLst>
                    <a:ext uri="{9D8B030D-6E8A-4147-A177-3AD203B41FA5}">
                      <a16:colId xmlns:a16="http://schemas.microsoft.com/office/drawing/2014/main" xmlns="" val="20001"/>
                    </a:ext>
                  </a:extLst>
                </a:gridCol>
                <a:gridCol w="408811">
                  <a:extLst>
                    <a:ext uri="{9D8B030D-6E8A-4147-A177-3AD203B41FA5}">
                      <a16:colId xmlns:a16="http://schemas.microsoft.com/office/drawing/2014/main" xmlns="" val="20002"/>
                    </a:ext>
                  </a:extLst>
                </a:gridCol>
                <a:gridCol w="408811">
                  <a:extLst>
                    <a:ext uri="{9D8B030D-6E8A-4147-A177-3AD203B41FA5}">
                      <a16:colId xmlns:a16="http://schemas.microsoft.com/office/drawing/2014/main" xmlns="" val="20003"/>
                    </a:ext>
                  </a:extLst>
                </a:gridCol>
                <a:gridCol w="464559">
                  <a:extLst>
                    <a:ext uri="{9D8B030D-6E8A-4147-A177-3AD203B41FA5}">
                      <a16:colId xmlns:a16="http://schemas.microsoft.com/office/drawing/2014/main" xmlns="" val="20004"/>
                    </a:ext>
                  </a:extLst>
                </a:gridCol>
              </a:tblGrid>
              <a:tr h="134376">
                <a:tc>
                  <a:txBody>
                    <a:bodyPr/>
                    <a:lstStyle/>
                    <a:p>
                      <a:pPr algn="ctr" fontAlgn="ctr"/>
                      <a:r>
                        <a:rPr lang="en-US" sz="800" b="1" i="0" u="none" strike="noStrike" dirty="0">
                          <a:solidFill>
                            <a:srgbClr val="FFFFFF"/>
                          </a:solidFill>
                          <a:effectLst/>
                          <a:latin typeface="Calibri" panose="020F0502020204030204" pitchFamily="34" charset="0"/>
                        </a:rPr>
                        <a:t>Currencies</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Last Close</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1D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5D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 YTD</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a16="http://schemas.microsoft.com/office/drawing/2014/main" xmlns="" val="10000"/>
                  </a:ext>
                </a:extLst>
              </a:tr>
              <a:tr h="134376">
                <a:tc>
                  <a:txBody>
                    <a:bodyPr/>
                    <a:lstStyle/>
                    <a:p>
                      <a:pPr algn="ctr" fontAlgn="ctr"/>
                      <a:r>
                        <a:rPr lang="en-US" sz="800" b="0" i="0" u="none" strike="noStrike" dirty="0">
                          <a:solidFill>
                            <a:srgbClr val="000000"/>
                          </a:solidFill>
                          <a:effectLst/>
                          <a:latin typeface="Calibri" panose="020F0502020204030204" pitchFamily="34" charset="0"/>
                        </a:rPr>
                        <a:t>US Dollar Index</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101.93</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(0.16)</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0.95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3.67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1"/>
                  </a:ext>
                </a:extLst>
              </a:tr>
              <a:tr h="134376">
                <a:tc>
                  <a:txBody>
                    <a:bodyPr/>
                    <a:lstStyle/>
                    <a:p>
                      <a:pPr algn="ctr" fontAlgn="ctr"/>
                      <a:r>
                        <a:rPr lang="en-US" sz="800" b="0" i="0" u="none" strike="noStrike" dirty="0">
                          <a:solidFill>
                            <a:srgbClr val="000000"/>
                          </a:solidFill>
                          <a:effectLst/>
                          <a:latin typeface="Calibri" panose="020F0502020204030204" pitchFamily="34" charset="0"/>
                        </a:rPr>
                        <a:t>GBP/USD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1.32</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0.33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(0.05)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(1.74)</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2"/>
                  </a:ext>
                </a:extLst>
              </a:tr>
              <a:tr h="134376">
                <a:tc>
                  <a:txBody>
                    <a:bodyPr/>
                    <a:lstStyle/>
                    <a:p>
                      <a:pPr algn="ctr" fontAlgn="ctr"/>
                      <a:r>
                        <a:rPr lang="en-US" sz="800" b="0" i="0" u="none" strike="noStrike">
                          <a:solidFill>
                            <a:srgbClr val="000000"/>
                          </a:solidFill>
                          <a:effectLst/>
                          <a:latin typeface="Calibri" panose="020F0502020204030204" pitchFamily="34" charset="0"/>
                        </a:rPr>
                        <a:t>EUR/USD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1.13</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0.10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(1.19)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(4.18)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3"/>
                  </a:ext>
                </a:extLst>
              </a:tr>
              <a:tr h="134376">
                <a:tc>
                  <a:txBody>
                    <a:bodyPr/>
                    <a:lstStyle/>
                    <a:p>
                      <a:pPr algn="ctr" fontAlgn="ctr"/>
                      <a:r>
                        <a:rPr lang="en-US" sz="800" b="0" i="0" u="none" strike="noStrike">
                          <a:solidFill>
                            <a:srgbClr val="000000"/>
                          </a:solidFill>
                          <a:effectLst/>
                          <a:latin typeface="Calibri" panose="020F0502020204030204" pitchFamily="34" charset="0"/>
                        </a:rPr>
                        <a:t>AUD/USD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0.70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0.36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0.95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4.24</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4"/>
                  </a:ext>
                </a:extLst>
              </a:tr>
              <a:tr h="134376">
                <a:tc>
                  <a:txBody>
                    <a:bodyPr/>
                    <a:lstStyle/>
                    <a:p>
                      <a:pPr algn="ctr" fontAlgn="ctr"/>
                      <a:r>
                        <a:rPr lang="en-US" sz="800" b="0" i="0" u="none" strike="noStrike" dirty="0">
                          <a:solidFill>
                            <a:srgbClr val="000000"/>
                          </a:solidFill>
                          <a:effectLst/>
                          <a:latin typeface="Calibri" panose="020F0502020204030204" pitchFamily="34" charset="0"/>
                        </a:rPr>
                        <a:t>NZD/USD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0.56</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0.20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(0.83)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(2.47)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5"/>
                  </a:ext>
                </a:extLst>
              </a:tr>
              <a:tr h="134376">
                <a:tc>
                  <a:txBody>
                    <a:bodyPr/>
                    <a:lstStyle/>
                    <a:p>
                      <a:pPr algn="ctr" fontAlgn="ctr"/>
                      <a:r>
                        <a:rPr lang="en-US" sz="800" b="0" i="0" u="none" strike="noStrike">
                          <a:solidFill>
                            <a:srgbClr val="000000"/>
                          </a:solidFill>
                          <a:effectLst/>
                          <a:latin typeface="Calibri" panose="020F0502020204030204" pitchFamily="34" charset="0"/>
                        </a:rPr>
                        <a:t>USD/JPY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157.85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(0.15)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0.36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0.73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6"/>
                  </a:ext>
                </a:extLst>
              </a:tr>
              <a:tr h="134376">
                <a:tc>
                  <a:txBody>
                    <a:bodyPr/>
                    <a:lstStyle/>
                    <a:p>
                      <a:pPr algn="ctr" fontAlgn="ctr"/>
                      <a:r>
                        <a:rPr lang="en-US" sz="800" b="0" i="0" u="none" strike="noStrike">
                          <a:solidFill>
                            <a:srgbClr val="000000"/>
                          </a:solidFill>
                          <a:effectLst/>
                          <a:latin typeface="Calibri" panose="020F0502020204030204" pitchFamily="34" charset="0"/>
                        </a:rPr>
                        <a:t>USD/HKD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7.85</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0.02</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0.04</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0.83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7"/>
                  </a:ext>
                </a:extLst>
              </a:tr>
              <a:tr h="134376">
                <a:tc>
                  <a:txBody>
                    <a:bodyPr/>
                    <a:lstStyle/>
                    <a:p>
                      <a:pPr algn="ctr" fontAlgn="ctr"/>
                      <a:r>
                        <a:rPr lang="en-US" sz="800" b="0" i="0" u="none" strike="noStrike">
                          <a:solidFill>
                            <a:srgbClr val="000000"/>
                          </a:solidFill>
                          <a:effectLst/>
                          <a:latin typeface="Calibri" panose="020F0502020204030204" pitchFamily="34" charset="0"/>
                        </a:rPr>
                        <a:t>USD/KRW</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1,348.00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(0.90)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(0.78)</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(6.37)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8"/>
                  </a:ext>
                </a:extLst>
              </a:tr>
              <a:tr h="134376">
                <a:tc>
                  <a:txBody>
                    <a:bodyPr/>
                    <a:lstStyle/>
                    <a:p>
                      <a:pPr algn="ctr" fontAlgn="ctr"/>
                      <a:r>
                        <a:rPr lang="en-US" sz="800" b="0" i="0" u="none" strike="noStrike">
                          <a:solidFill>
                            <a:srgbClr val="000000"/>
                          </a:solidFill>
                          <a:effectLst/>
                          <a:latin typeface="Calibri" panose="020F0502020204030204" pitchFamily="34" charset="0"/>
                        </a:rPr>
                        <a:t>USD/CNY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6.71</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0.00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(0.10)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(4.04)</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9"/>
                  </a:ext>
                </a:extLst>
              </a:tr>
              <a:tr h="133875">
                <a:tc>
                  <a:txBody>
                    <a:bodyPr/>
                    <a:lstStyle/>
                    <a:p>
                      <a:pPr algn="ctr" fontAlgn="ctr"/>
                      <a:r>
                        <a:rPr lang="en-US" sz="800" b="0" i="0" u="none" strike="noStrike">
                          <a:solidFill>
                            <a:srgbClr val="000000"/>
                          </a:solidFill>
                          <a:effectLst/>
                          <a:latin typeface="Calibri" panose="020F0502020204030204" pitchFamily="34" charset="0"/>
                        </a:rPr>
                        <a:t>USD/SGD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1.28</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(0.19)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0.06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(0.57)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10"/>
                  </a:ext>
                </a:extLst>
              </a:tr>
              <a:tr h="134376">
                <a:tc>
                  <a:txBody>
                    <a:bodyPr/>
                    <a:lstStyle/>
                    <a:p>
                      <a:pPr algn="ctr" fontAlgn="ctr"/>
                      <a:r>
                        <a:rPr lang="en-US" sz="800" b="0" i="0" u="none" strike="noStrike" dirty="0">
                          <a:solidFill>
                            <a:srgbClr val="000000"/>
                          </a:solidFill>
                          <a:effectLst/>
                          <a:latin typeface="Calibri" panose="020F0502020204030204" pitchFamily="34" charset="0"/>
                        </a:rPr>
                        <a:t>USD/IDR</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17,875.00</a:t>
                      </a: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ID" sz="800" b="0" i="0" u="none" strike="noStrike">
                          <a:solidFill>
                            <a:srgbClr val="FF0000"/>
                          </a:solidFill>
                          <a:effectLst/>
                          <a:latin typeface="Calibri" panose="020F0502020204030204" pitchFamily="34" charset="0"/>
                        </a:rPr>
                        <a:t>(0.42)</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(0.10)</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7.10</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xmlns="" val="10011"/>
                  </a:ext>
                </a:extLst>
              </a:tr>
            </a:tbl>
          </a:graphicData>
        </a:graphic>
      </p:graphicFrame>
      <p:graphicFrame>
        <p:nvGraphicFramePr>
          <p:cNvPr id="6" name="Table 5"/>
          <p:cNvGraphicFramePr>
            <a:graphicFrameLocks noGrp="1"/>
          </p:cNvGraphicFramePr>
          <p:nvPr/>
        </p:nvGraphicFramePr>
        <p:xfrm>
          <a:off x="3505197" y="4843314"/>
          <a:ext cx="3127377" cy="1612123"/>
        </p:xfrm>
        <a:graphic>
          <a:graphicData uri="http://schemas.openxmlformats.org/drawingml/2006/table">
            <a:tbl>
              <a:tblPr/>
              <a:tblGrid>
                <a:gridCol w="1128185">
                  <a:extLst>
                    <a:ext uri="{9D8B030D-6E8A-4147-A177-3AD203B41FA5}">
                      <a16:colId xmlns:a16="http://schemas.microsoft.com/office/drawing/2014/main" xmlns="" val="20000"/>
                    </a:ext>
                  </a:extLst>
                </a:gridCol>
                <a:gridCol w="659929">
                  <a:extLst>
                    <a:ext uri="{9D8B030D-6E8A-4147-A177-3AD203B41FA5}">
                      <a16:colId xmlns:a16="http://schemas.microsoft.com/office/drawing/2014/main" xmlns="" val="20001"/>
                    </a:ext>
                  </a:extLst>
                </a:gridCol>
                <a:gridCol w="427011">
                  <a:extLst>
                    <a:ext uri="{9D8B030D-6E8A-4147-A177-3AD203B41FA5}">
                      <a16:colId xmlns:a16="http://schemas.microsoft.com/office/drawing/2014/main" xmlns="" val="20002"/>
                    </a:ext>
                  </a:extLst>
                </a:gridCol>
                <a:gridCol w="427011">
                  <a:extLst>
                    <a:ext uri="{9D8B030D-6E8A-4147-A177-3AD203B41FA5}">
                      <a16:colId xmlns:a16="http://schemas.microsoft.com/office/drawing/2014/main" xmlns="" val="20003"/>
                    </a:ext>
                  </a:extLst>
                </a:gridCol>
                <a:gridCol w="485241">
                  <a:extLst>
                    <a:ext uri="{9D8B030D-6E8A-4147-A177-3AD203B41FA5}">
                      <a16:colId xmlns:a16="http://schemas.microsoft.com/office/drawing/2014/main" xmlns="" val="20004"/>
                    </a:ext>
                  </a:extLst>
                </a:gridCol>
              </a:tblGrid>
              <a:tr h="133284">
                <a:tc>
                  <a:txBody>
                    <a:bodyPr/>
                    <a:lstStyle/>
                    <a:p>
                      <a:pPr algn="ctr" fontAlgn="ctr"/>
                      <a:r>
                        <a:rPr lang="en-US" sz="800" b="1" i="0" u="none" strike="noStrike" dirty="0">
                          <a:solidFill>
                            <a:srgbClr val="FFFFFF"/>
                          </a:solidFill>
                          <a:effectLst/>
                          <a:latin typeface="Calibri" panose="020F0502020204030204" pitchFamily="34" charset="0"/>
                        </a:rPr>
                        <a:t>JCI Sectoral</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Last Close</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1D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5D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YTD</a:t>
                      </a:r>
                      <a:endParaRPr lang="en-US" sz="800" b="1" i="0" u="none" strike="noStrike" dirty="0">
                        <a:solidFill>
                          <a:srgbClr val="FFFFFF"/>
                        </a:solidFill>
                        <a:effectLst/>
                        <a:latin typeface="Calibri" panose="020F0502020204030204" pitchFamily="34" charset="0"/>
                      </a:endParaRP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a16="http://schemas.microsoft.com/office/drawing/2014/main" xmlns="" val="10000"/>
                  </a:ext>
                </a:extLst>
              </a:tr>
              <a:tr h="133284">
                <a:tc>
                  <a:txBody>
                    <a:bodyPr/>
                    <a:lstStyle/>
                    <a:p>
                      <a:pPr algn="ctr" fontAlgn="ctr"/>
                      <a:r>
                        <a:rPr lang="en-US" sz="800" b="0" i="0" u="none" strike="noStrike" dirty="0">
                          <a:solidFill>
                            <a:srgbClr val="000000"/>
                          </a:solidFill>
                          <a:effectLst/>
                          <a:latin typeface="Calibri" panose="020F0502020204030204" pitchFamily="34" charset="0"/>
                        </a:rPr>
                        <a:t>Financial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1,310.78</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0.19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(1.56)</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(15.44)</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1"/>
                  </a:ext>
                </a:extLst>
              </a:tr>
              <a:tr h="133284">
                <a:tc>
                  <a:txBody>
                    <a:bodyPr/>
                    <a:lstStyle/>
                    <a:p>
                      <a:pPr algn="ctr" fontAlgn="ctr"/>
                      <a:r>
                        <a:rPr lang="en-US" sz="800" b="0" i="0" u="none" strike="noStrike" dirty="0">
                          <a:solidFill>
                            <a:srgbClr val="000000"/>
                          </a:solidFill>
                          <a:effectLst/>
                          <a:latin typeface="Calibri" panose="020F0502020204030204" pitchFamily="34" charset="0"/>
                        </a:rPr>
                        <a:t>Consumer Non Cyclical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672.96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0.67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(1.53)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(15.86)</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2"/>
                  </a:ext>
                </a:extLst>
              </a:tr>
              <a:tr h="140840">
                <a:tc>
                  <a:txBody>
                    <a:bodyPr/>
                    <a:lstStyle/>
                    <a:p>
                      <a:pPr algn="ctr" fontAlgn="ctr"/>
                      <a:r>
                        <a:rPr lang="en-US" sz="800" b="0" i="0" u="none" strike="noStrike" dirty="0">
                          <a:solidFill>
                            <a:srgbClr val="000000"/>
                          </a:solidFill>
                          <a:effectLst/>
                          <a:latin typeface="Calibri" panose="020F0502020204030204" pitchFamily="34" charset="0"/>
                        </a:rPr>
                        <a:t>Infrastructure</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1,680.09</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(0.90)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(4.31)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(37.10)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3"/>
                  </a:ext>
                </a:extLst>
              </a:tr>
              <a:tr h="133284">
                <a:tc>
                  <a:txBody>
                    <a:bodyPr/>
                    <a:lstStyle/>
                    <a:p>
                      <a:pPr algn="ctr" fontAlgn="ctr"/>
                      <a:r>
                        <a:rPr lang="en-US" sz="800" b="0" i="0" u="none" strike="noStrike" dirty="0">
                          <a:solidFill>
                            <a:srgbClr val="000000"/>
                          </a:solidFill>
                          <a:effectLst/>
                          <a:latin typeface="Calibri" panose="020F0502020204030204" pitchFamily="34" charset="0"/>
                        </a:rPr>
                        <a:t>Basic Material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1,642.53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0.47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(5.29)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(20.19)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4"/>
                  </a:ext>
                </a:extLst>
              </a:tr>
              <a:tr h="133284">
                <a:tc>
                  <a:txBody>
                    <a:bodyPr/>
                    <a:lstStyle/>
                    <a:p>
                      <a:pPr algn="ctr" fontAlgn="ctr"/>
                      <a:r>
                        <a:rPr lang="en-US" sz="800" b="0" i="0" u="none" strike="noStrike" dirty="0">
                          <a:solidFill>
                            <a:srgbClr val="000000"/>
                          </a:solidFill>
                          <a:effectLst/>
                          <a:latin typeface="Calibri" panose="020F0502020204030204" pitchFamily="34" charset="0"/>
                        </a:rPr>
                        <a:t>Energy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3,135.72</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1.12</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(0.99)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(29.59)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5"/>
                  </a:ext>
                </a:extLst>
              </a:tr>
              <a:tr h="133284">
                <a:tc>
                  <a:txBody>
                    <a:bodyPr/>
                    <a:lstStyle/>
                    <a:p>
                      <a:pPr algn="ctr" fontAlgn="ctr"/>
                      <a:r>
                        <a:rPr lang="en-US" sz="800" b="0" i="0" u="none" strike="noStrike">
                          <a:solidFill>
                            <a:srgbClr val="000000"/>
                          </a:solidFill>
                          <a:effectLst/>
                          <a:latin typeface="Calibri" panose="020F0502020204030204" pitchFamily="34" charset="0"/>
                        </a:rPr>
                        <a:t>Consumer Cyclical</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901.58</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(0.07)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(4.82)</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(26.48)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6"/>
                  </a:ext>
                </a:extLst>
              </a:tr>
              <a:tr h="133284">
                <a:tc>
                  <a:txBody>
                    <a:bodyPr/>
                    <a:lstStyle/>
                    <a:p>
                      <a:pPr algn="ctr" fontAlgn="ctr"/>
                      <a:r>
                        <a:rPr lang="en-US" sz="800" b="0" i="0" u="none" strike="noStrike">
                          <a:solidFill>
                            <a:srgbClr val="000000"/>
                          </a:solidFill>
                          <a:effectLst/>
                          <a:latin typeface="Calibri" panose="020F0502020204030204" pitchFamily="34" charset="0"/>
                        </a:rPr>
                        <a:t>Technology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5,724.88</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1.51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(12.45)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(39.92)</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7"/>
                  </a:ext>
                </a:extLst>
              </a:tr>
              <a:tr h="133284">
                <a:tc>
                  <a:txBody>
                    <a:bodyPr/>
                    <a:lstStyle/>
                    <a:p>
                      <a:pPr algn="ctr" fontAlgn="ctr"/>
                      <a:r>
                        <a:rPr lang="en-US" sz="800" b="0" i="0" u="none" strike="noStrike">
                          <a:solidFill>
                            <a:srgbClr val="000000"/>
                          </a:solidFill>
                          <a:effectLst/>
                          <a:latin typeface="Calibri" panose="020F0502020204030204" pitchFamily="34" charset="0"/>
                        </a:rPr>
                        <a:t>Healthcare</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1,418.14</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0.20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(1.23)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(31.30)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8"/>
                  </a:ext>
                </a:extLst>
              </a:tr>
              <a:tr h="138443">
                <a:tc>
                  <a:txBody>
                    <a:bodyPr/>
                    <a:lstStyle/>
                    <a:p>
                      <a:pPr algn="ctr" fontAlgn="ctr"/>
                      <a:r>
                        <a:rPr lang="en-US" sz="800" b="0" i="0" u="none" strike="noStrike" dirty="0">
                          <a:solidFill>
                            <a:srgbClr val="000000"/>
                          </a:solidFill>
                          <a:effectLst/>
                          <a:latin typeface="Calibri" panose="020F0502020204030204" pitchFamily="34" charset="0"/>
                        </a:rPr>
                        <a:t>Property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736.29</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0.39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(4.00)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(37.23)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9"/>
                  </a:ext>
                </a:extLst>
              </a:tr>
              <a:tr h="133284">
                <a:tc>
                  <a:txBody>
                    <a:bodyPr/>
                    <a:lstStyle/>
                    <a:p>
                      <a:pPr algn="ctr" fontAlgn="ctr"/>
                      <a:r>
                        <a:rPr lang="en-US" sz="800" b="0" i="0" u="none" strike="noStrike" dirty="0">
                          <a:solidFill>
                            <a:srgbClr val="000000"/>
                          </a:solidFill>
                          <a:effectLst/>
                          <a:latin typeface="Calibri" panose="020F0502020204030204" pitchFamily="34" charset="0"/>
                        </a:rPr>
                        <a:t>Industrial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1,575.14</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(1.70)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(2.19)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(26.91)</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10"/>
                  </a:ext>
                </a:extLst>
              </a:tr>
              <a:tr h="133284">
                <a:tc>
                  <a:txBody>
                    <a:bodyPr/>
                    <a:lstStyle/>
                    <a:p>
                      <a:pPr algn="ctr" fontAlgn="ctr"/>
                      <a:r>
                        <a:rPr lang="en-US" sz="800" b="0" i="0" u="none" strike="noStrike" dirty="0">
                          <a:solidFill>
                            <a:srgbClr val="000000"/>
                          </a:solidFill>
                          <a:effectLst/>
                          <a:latin typeface="Calibri" panose="020F0502020204030204" pitchFamily="34" charset="0"/>
                        </a:rPr>
                        <a:t>Transportation</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1,675.82</a:t>
                      </a: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ID" sz="800" b="0" i="0" u="none" strike="noStrike">
                          <a:solidFill>
                            <a:srgbClr val="FF0000"/>
                          </a:solidFill>
                          <a:effectLst/>
                          <a:latin typeface="Calibri" panose="020F0502020204030204" pitchFamily="34" charset="0"/>
                        </a:rPr>
                        <a:t>(1.38)</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(3.94)</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dirty="0">
                          <a:solidFill>
                            <a:srgbClr val="FF0000"/>
                          </a:solidFill>
                          <a:effectLst/>
                          <a:latin typeface="Calibri" panose="020F0502020204030204" pitchFamily="34" charset="0"/>
                        </a:rPr>
                        <a:t>(14.76)</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xmlns="" val="10011"/>
                  </a:ext>
                </a:extLst>
              </a:tr>
            </a:tbl>
          </a:graphicData>
        </a:graphic>
      </p:graphicFrame>
      <p:graphicFrame>
        <p:nvGraphicFramePr>
          <p:cNvPr id="8" name="Table 7"/>
          <p:cNvGraphicFramePr>
            <a:graphicFrameLocks noGrp="1"/>
          </p:cNvGraphicFramePr>
          <p:nvPr/>
        </p:nvGraphicFramePr>
        <p:xfrm>
          <a:off x="3505197" y="2330278"/>
          <a:ext cx="3127377" cy="2047201"/>
        </p:xfrm>
        <a:graphic>
          <a:graphicData uri="http://schemas.openxmlformats.org/drawingml/2006/table">
            <a:tbl>
              <a:tblPr/>
              <a:tblGrid>
                <a:gridCol w="1128185">
                  <a:extLst>
                    <a:ext uri="{9D8B030D-6E8A-4147-A177-3AD203B41FA5}">
                      <a16:colId xmlns:a16="http://schemas.microsoft.com/office/drawing/2014/main" xmlns="" val="20000"/>
                    </a:ext>
                  </a:extLst>
                </a:gridCol>
                <a:gridCol w="659927">
                  <a:extLst>
                    <a:ext uri="{9D8B030D-6E8A-4147-A177-3AD203B41FA5}">
                      <a16:colId xmlns:a16="http://schemas.microsoft.com/office/drawing/2014/main" xmlns="" val="20001"/>
                    </a:ext>
                  </a:extLst>
                </a:gridCol>
                <a:gridCol w="427012">
                  <a:extLst>
                    <a:ext uri="{9D8B030D-6E8A-4147-A177-3AD203B41FA5}">
                      <a16:colId xmlns:a16="http://schemas.microsoft.com/office/drawing/2014/main" xmlns="" val="20002"/>
                    </a:ext>
                  </a:extLst>
                </a:gridCol>
                <a:gridCol w="427012">
                  <a:extLst>
                    <a:ext uri="{9D8B030D-6E8A-4147-A177-3AD203B41FA5}">
                      <a16:colId xmlns:a16="http://schemas.microsoft.com/office/drawing/2014/main" xmlns="" val="20003"/>
                    </a:ext>
                  </a:extLst>
                </a:gridCol>
                <a:gridCol w="485241">
                  <a:extLst>
                    <a:ext uri="{9D8B030D-6E8A-4147-A177-3AD203B41FA5}">
                      <a16:colId xmlns:a16="http://schemas.microsoft.com/office/drawing/2014/main" xmlns="" val="20004"/>
                    </a:ext>
                  </a:extLst>
                </a:gridCol>
              </a:tblGrid>
              <a:tr h="157477">
                <a:tc>
                  <a:txBody>
                    <a:bodyPr/>
                    <a:lstStyle/>
                    <a:p>
                      <a:pPr algn="ctr" fontAlgn="ctr"/>
                      <a:r>
                        <a:rPr lang="en-US" sz="800" b="1" i="0" u="none" strike="noStrike" dirty="0">
                          <a:solidFill>
                            <a:srgbClr val="FFFFFF"/>
                          </a:solidFill>
                          <a:effectLst/>
                          <a:latin typeface="Calibri" panose="020F0502020204030204" pitchFamily="34" charset="0"/>
                        </a:rPr>
                        <a:t>Equity Indices</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Last Close</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1D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5D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YTD</a:t>
                      </a:r>
                      <a:endParaRPr lang="en-US" sz="800" b="1" i="0" u="none" strike="noStrike" dirty="0">
                        <a:solidFill>
                          <a:srgbClr val="FFFFFF"/>
                        </a:solidFill>
                        <a:effectLst/>
                        <a:latin typeface="Calibri" panose="020F0502020204030204" pitchFamily="34" charset="0"/>
                      </a:endParaRP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a16="http://schemas.microsoft.com/office/drawing/2014/main" xmlns="" val="10000"/>
                  </a:ext>
                </a:extLst>
              </a:tr>
              <a:tr h="157477">
                <a:tc>
                  <a:txBody>
                    <a:bodyPr/>
                    <a:lstStyle/>
                    <a:p>
                      <a:pPr algn="ctr" fontAlgn="ctr"/>
                      <a:r>
                        <a:rPr lang="en-US" sz="800" b="0" i="0" u="none" strike="noStrike" dirty="0">
                          <a:solidFill>
                            <a:srgbClr val="000000"/>
                          </a:solidFill>
                          <a:effectLst/>
                          <a:latin typeface="Calibri" panose="020F0502020204030204" pitchFamily="34" charset="0"/>
                        </a:rPr>
                        <a:t>Dow Jones</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51,176.96</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0.49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(1.26)</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6.48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1"/>
                  </a:ext>
                </a:extLst>
              </a:tr>
              <a:tr h="157477">
                <a:tc>
                  <a:txBody>
                    <a:bodyPr/>
                    <a:lstStyle/>
                    <a:p>
                      <a:pPr algn="ctr" fontAlgn="ctr"/>
                      <a:r>
                        <a:rPr lang="en-US" sz="800" b="0" i="0" u="none" strike="noStrike" dirty="0">
                          <a:solidFill>
                            <a:srgbClr val="000000"/>
                          </a:solidFill>
                          <a:effectLst/>
                          <a:latin typeface="Calibri" panose="020F0502020204030204" pitchFamily="34" charset="0"/>
                        </a:rPr>
                        <a:t>S&amp;P 500</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7,722.72</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0.73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(0.27)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12.81</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2"/>
                  </a:ext>
                </a:extLst>
              </a:tr>
              <a:tr h="157477">
                <a:tc>
                  <a:txBody>
                    <a:bodyPr/>
                    <a:lstStyle/>
                    <a:p>
                      <a:pPr algn="ctr" fontAlgn="ctr"/>
                      <a:r>
                        <a:rPr lang="en-US" sz="800" b="0" i="0" u="none" strike="noStrike" dirty="0">
                          <a:solidFill>
                            <a:srgbClr val="000000"/>
                          </a:solidFill>
                          <a:effectLst/>
                          <a:latin typeface="Calibri" panose="020F0502020204030204" pitchFamily="34" charset="0"/>
                        </a:rPr>
                        <a:t>Nasdaq</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27,190.86</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1.19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0.45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16.99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3"/>
                  </a:ext>
                </a:extLst>
              </a:tr>
              <a:tr h="157477">
                <a:tc>
                  <a:txBody>
                    <a:bodyPr/>
                    <a:lstStyle/>
                    <a:p>
                      <a:pPr algn="ctr" fontAlgn="ctr"/>
                      <a:r>
                        <a:rPr lang="en-US" sz="800" b="0" i="0" u="none" strike="noStrike" dirty="0">
                          <a:solidFill>
                            <a:srgbClr val="000000"/>
                          </a:solidFill>
                          <a:effectLst/>
                          <a:latin typeface="Calibri" panose="020F0502020204030204" pitchFamily="34" charset="0"/>
                        </a:rPr>
                        <a:t>FTSE 100 Index</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10,461.95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0.32</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(2.18)</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5.34</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4"/>
                  </a:ext>
                </a:extLst>
              </a:tr>
              <a:tr h="157477">
                <a:tc>
                  <a:txBody>
                    <a:bodyPr/>
                    <a:lstStyle/>
                    <a:p>
                      <a:pPr algn="ctr" fontAlgn="ctr"/>
                      <a:r>
                        <a:rPr lang="en-US" sz="800" b="0" i="0" u="none" strike="noStrike">
                          <a:solidFill>
                            <a:srgbClr val="000000"/>
                          </a:solidFill>
                          <a:effectLst/>
                          <a:latin typeface="Calibri" panose="020F0502020204030204" pitchFamily="34" charset="0"/>
                        </a:rPr>
                        <a:t>Euro STOXX 600</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631.35</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0.75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(1.14)</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6.61</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5"/>
                  </a:ext>
                </a:extLst>
              </a:tr>
              <a:tr h="157477">
                <a:tc>
                  <a:txBody>
                    <a:bodyPr/>
                    <a:lstStyle/>
                    <a:p>
                      <a:pPr algn="ctr" fontAlgn="ctr"/>
                      <a:r>
                        <a:rPr lang="en-US" sz="800" b="0" i="0" u="none" strike="noStrike">
                          <a:solidFill>
                            <a:srgbClr val="000000"/>
                          </a:solidFill>
                          <a:effectLst/>
                          <a:latin typeface="Calibri" panose="020F0502020204030204" pitchFamily="34" charset="0"/>
                        </a:rPr>
                        <a:t>SSE Composite Index</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3,842.20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0.00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(1.19)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(3.19)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6"/>
                  </a:ext>
                </a:extLst>
              </a:tr>
              <a:tr h="157477">
                <a:tc>
                  <a:txBody>
                    <a:bodyPr/>
                    <a:lstStyle/>
                    <a:p>
                      <a:pPr algn="ctr" fontAlgn="ctr"/>
                      <a:r>
                        <a:rPr lang="en-US" sz="800" b="0" i="0" u="none" strike="noStrike">
                          <a:solidFill>
                            <a:srgbClr val="000000"/>
                          </a:solidFill>
                          <a:effectLst/>
                          <a:latin typeface="Calibri" panose="020F0502020204030204" pitchFamily="34" charset="0"/>
                        </a:rPr>
                        <a:t>Nikkei 225</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68,309.46</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(0.94)</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2.93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35.70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7"/>
                  </a:ext>
                </a:extLst>
              </a:tr>
              <a:tr h="157477">
                <a:tc>
                  <a:txBody>
                    <a:bodyPr/>
                    <a:lstStyle/>
                    <a:p>
                      <a:pPr algn="ctr" fontAlgn="ctr"/>
                      <a:r>
                        <a:rPr lang="en-US" sz="800" b="0" i="0" u="none" strike="noStrike">
                          <a:solidFill>
                            <a:srgbClr val="000000"/>
                          </a:solidFill>
                          <a:effectLst/>
                          <a:latin typeface="Calibri" panose="020F0502020204030204" pitchFamily="34" charset="0"/>
                        </a:rPr>
                        <a:t>Hang Seng</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23,972.29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(2.60)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(2.19)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(6.47)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8"/>
                  </a:ext>
                </a:extLst>
              </a:tr>
              <a:tr h="157477">
                <a:tc>
                  <a:txBody>
                    <a:bodyPr/>
                    <a:lstStyle/>
                    <a:p>
                      <a:pPr algn="ctr" fontAlgn="ctr"/>
                      <a:r>
                        <a:rPr lang="en-US" sz="800" b="0" i="0" u="none" strike="noStrike" dirty="0" err="1">
                          <a:solidFill>
                            <a:srgbClr val="000000"/>
                          </a:solidFill>
                          <a:effectLst/>
                          <a:latin typeface="Calibri" panose="020F0502020204030204" pitchFamily="34" charset="0"/>
                        </a:rPr>
                        <a:t>Kospi</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7,003.74</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0.46</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(1.09)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66.20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9"/>
                  </a:ext>
                </a:extLst>
              </a:tr>
              <a:tr h="157477">
                <a:tc>
                  <a:txBody>
                    <a:bodyPr/>
                    <a:lstStyle/>
                    <a:p>
                      <a:pPr algn="ctr" fontAlgn="ctr"/>
                      <a:r>
                        <a:rPr lang="en-US" sz="800" b="0" i="0" u="none" strike="noStrike">
                          <a:solidFill>
                            <a:srgbClr val="000000"/>
                          </a:solidFill>
                          <a:effectLst/>
                          <a:latin typeface="Calibri" panose="020F0502020204030204" pitchFamily="34" charset="0"/>
                        </a:rPr>
                        <a:t>IDX Composite</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6,036.89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0.46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(3.28)</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(30.18)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10"/>
                  </a:ext>
                </a:extLst>
              </a:tr>
              <a:tr h="157477">
                <a:tc>
                  <a:txBody>
                    <a:bodyPr/>
                    <a:lstStyle/>
                    <a:p>
                      <a:pPr algn="ctr" fontAlgn="ctr"/>
                      <a:r>
                        <a:rPr lang="en-US" sz="800" b="0" i="0" u="none" strike="noStrike">
                          <a:solidFill>
                            <a:srgbClr val="000000"/>
                          </a:solidFill>
                          <a:effectLst/>
                          <a:latin typeface="Calibri" panose="020F0502020204030204" pitchFamily="34" charset="0"/>
                        </a:rPr>
                        <a:t>Indonesia (</a:t>
                      </a:r>
                      <a:r>
                        <a:rPr lang="en-US" sz="800" b="0" i="0" u="none" strike="noStrike" dirty="0">
                          <a:solidFill>
                            <a:srgbClr val="000000"/>
                          </a:solidFill>
                          <a:effectLst/>
                          <a:latin typeface="Calibri" panose="020F0502020204030204" pitchFamily="34" charset="0"/>
                        </a:rPr>
                        <a:t>LQ45)</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595.46</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0.52</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(4.13)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(29.66)</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11"/>
                  </a:ext>
                </a:extLst>
              </a:tr>
              <a:tr h="157477">
                <a:tc>
                  <a:txBody>
                    <a:bodyPr/>
                    <a:lstStyle/>
                    <a:p>
                      <a:pPr algn="ctr" fontAlgn="ctr"/>
                      <a:r>
                        <a:rPr lang="en-US" sz="800" b="0" i="0" u="none" strike="noStrike">
                          <a:solidFill>
                            <a:srgbClr val="000000"/>
                          </a:solidFill>
                          <a:effectLst/>
                          <a:latin typeface="Calibri" panose="020F0502020204030204" pitchFamily="34" charset="0"/>
                        </a:rPr>
                        <a:t>Indonesia (</a:t>
                      </a:r>
                      <a:r>
                        <a:rPr lang="en-US" sz="800" b="0" i="0" u="none" strike="noStrike" dirty="0">
                          <a:solidFill>
                            <a:srgbClr val="000000"/>
                          </a:solidFill>
                          <a:effectLst/>
                          <a:latin typeface="Calibri" panose="020F0502020204030204" pitchFamily="34" charset="0"/>
                        </a:rPr>
                        <a:t>IDXSMC)</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382.72</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0.15</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(2.76)</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dirty="0">
                          <a:solidFill>
                            <a:srgbClr val="FF0000"/>
                          </a:solidFill>
                          <a:effectLst/>
                          <a:latin typeface="Calibri" panose="020F0502020204030204" pitchFamily="34" charset="0"/>
                        </a:rPr>
                        <a:t>(23.96)</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CECEC"/>
                    </a:solidFill>
                  </a:tcPr>
                </a:tc>
                <a:extLst>
                  <a:ext uri="{0D108BD9-81ED-4DB2-BD59-A6C34878D82A}">
                    <a16:rowId xmlns:a16="http://schemas.microsoft.com/office/drawing/2014/main" xmlns="" val="10012"/>
                  </a:ext>
                </a:extLst>
              </a:tr>
            </a:tbl>
          </a:graphicData>
        </a:graphic>
      </p:graphicFrame>
      <p:graphicFrame>
        <p:nvGraphicFramePr>
          <p:cNvPr id="10" name="Table 9"/>
          <p:cNvGraphicFramePr>
            <a:graphicFrameLocks noGrp="1"/>
          </p:cNvGraphicFramePr>
          <p:nvPr/>
        </p:nvGraphicFramePr>
        <p:xfrm>
          <a:off x="290457" y="2331639"/>
          <a:ext cx="2994081" cy="1730774"/>
        </p:xfrm>
        <a:graphic>
          <a:graphicData uri="http://schemas.openxmlformats.org/drawingml/2006/table">
            <a:tbl>
              <a:tblPr/>
              <a:tblGrid>
                <a:gridCol w="1080100">
                  <a:extLst>
                    <a:ext uri="{9D8B030D-6E8A-4147-A177-3AD203B41FA5}">
                      <a16:colId xmlns:a16="http://schemas.microsoft.com/office/drawing/2014/main" xmlns="" val="20000"/>
                    </a:ext>
                  </a:extLst>
                </a:gridCol>
                <a:gridCol w="631800">
                  <a:extLst>
                    <a:ext uri="{9D8B030D-6E8A-4147-A177-3AD203B41FA5}">
                      <a16:colId xmlns:a16="http://schemas.microsoft.com/office/drawing/2014/main" xmlns="" val="20001"/>
                    </a:ext>
                  </a:extLst>
                </a:gridCol>
                <a:gridCol w="408811">
                  <a:extLst>
                    <a:ext uri="{9D8B030D-6E8A-4147-A177-3AD203B41FA5}">
                      <a16:colId xmlns:a16="http://schemas.microsoft.com/office/drawing/2014/main" xmlns="" val="20002"/>
                    </a:ext>
                  </a:extLst>
                </a:gridCol>
                <a:gridCol w="408811">
                  <a:extLst>
                    <a:ext uri="{9D8B030D-6E8A-4147-A177-3AD203B41FA5}">
                      <a16:colId xmlns:a16="http://schemas.microsoft.com/office/drawing/2014/main" xmlns="" val="20003"/>
                    </a:ext>
                  </a:extLst>
                </a:gridCol>
                <a:gridCol w="464559">
                  <a:extLst>
                    <a:ext uri="{9D8B030D-6E8A-4147-A177-3AD203B41FA5}">
                      <a16:colId xmlns:a16="http://schemas.microsoft.com/office/drawing/2014/main" xmlns="" val="20004"/>
                    </a:ext>
                  </a:extLst>
                </a:gridCol>
              </a:tblGrid>
              <a:tr h="156767">
                <a:tc>
                  <a:txBody>
                    <a:bodyPr/>
                    <a:lstStyle/>
                    <a:p>
                      <a:pPr algn="ctr" fontAlgn="ctr"/>
                      <a:r>
                        <a:rPr lang="en-US" sz="800" b="1" i="0" u="none" strike="noStrike" dirty="0">
                          <a:solidFill>
                            <a:srgbClr val="FFFFFF"/>
                          </a:solidFill>
                          <a:effectLst/>
                          <a:latin typeface="Calibri" panose="020F0502020204030204" pitchFamily="34" charset="0"/>
                        </a:rPr>
                        <a:t>Government Bond Yield</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Last Yield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1D (</a:t>
                      </a:r>
                      <a:r>
                        <a:rPr lang="en-US" sz="800" b="1" i="0" u="none" strike="noStrike" dirty="0">
                          <a:solidFill>
                            <a:srgbClr val="FFFFFF"/>
                          </a:solidFill>
                          <a:effectLst/>
                          <a:latin typeface="Calibri" panose="020F0502020204030204" pitchFamily="34" charset="0"/>
                        </a:rPr>
                        <a:t>bps)</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5D (bps)</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YTD (</a:t>
                      </a:r>
                      <a:r>
                        <a:rPr lang="en-US" sz="800" b="1" i="0" u="none" strike="noStrike" dirty="0">
                          <a:solidFill>
                            <a:srgbClr val="FFFFFF"/>
                          </a:solidFill>
                          <a:effectLst/>
                          <a:latin typeface="Calibri" panose="020F0502020204030204" pitchFamily="34" charset="0"/>
                        </a:rPr>
                        <a:t>bps)</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a16="http://schemas.microsoft.com/office/drawing/2014/main" xmlns="" val="10000"/>
                  </a:ext>
                </a:extLst>
              </a:tr>
              <a:tr h="159544">
                <a:tc>
                  <a:txBody>
                    <a:bodyPr/>
                    <a:lstStyle/>
                    <a:p>
                      <a:pPr algn="ctr" fontAlgn="ctr"/>
                      <a:r>
                        <a:rPr lang="en-US" sz="800" b="0" i="0" u="none" strike="noStrike" dirty="0">
                          <a:solidFill>
                            <a:srgbClr val="000000"/>
                          </a:solidFill>
                          <a:effectLst/>
                          <a:latin typeface="Calibri" panose="020F0502020204030204" pitchFamily="34" charset="0"/>
                        </a:rPr>
                        <a:t>IndoGB 5Y (IDR)</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7.05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(1.10)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7.30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149.80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1"/>
                  </a:ext>
                </a:extLst>
              </a:tr>
              <a:tr h="154781">
                <a:tc>
                  <a:txBody>
                    <a:bodyPr/>
                    <a:lstStyle/>
                    <a:p>
                      <a:pPr algn="ctr" fontAlgn="ctr"/>
                      <a:r>
                        <a:rPr lang="en-US" sz="800" b="0" i="0" u="none" strike="noStrike" dirty="0">
                          <a:solidFill>
                            <a:srgbClr val="000000"/>
                          </a:solidFill>
                          <a:effectLst/>
                          <a:latin typeface="Calibri" panose="020F0502020204030204" pitchFamily="34" charset="0"/>
                        </a:rPr>
                        <a:t>IndoGB 10Y (IDR)</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7.17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0.10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6.90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109.60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2"/>
                  </a:ext>
                </a:extLst>
              </a:tr>
              <a:tr h="157163">
                <a:tc>
                  <a:txBody>
                    <a:bodyPr/>
                    <a:lstStyle/>
                    <a:p>
                      <a:pPr algn="ctr" fontAlgn="ctr"/>
                      <a:r>
                        <a:rPr lang="en-US" sz="800" b="0" i="0" u="none" strike="noStrike" dirty="0">
                          <a:solidFill>
                            <a:srgbClr val="000000"/>
                          </a:solidFill>
                          <a:effectLst/>
                          <a:latin typeface="Calibri" panose="020F0502020204030204" pitchFamily="34" charset="0"/>
                        </a:rPr>
                        <a:t>IndoGB 20Y (IDR)</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7.18</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0.00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0.00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67.20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3"/>
                  </a:ext>
                </a:extLst>
              </a:tr>
              <a:tr h="154781">
                <a:tc>
                  <a:txBody>
                    <a:bodyPr/>
                    <a:lstStyle/>
                    <a:p>
                      <a:pPr algn="ctr" fontAlgn="ctr"/>
                      <a:r>
                        <a:rPr lang="en-US" sz="800" b="0" i="0" u="none" strike="noStrike" dirty="0">
                          <a:solidFill>
                            <a:srgbClr val="000000"/>
                          </a:solidFill>
                          <a:effectLst/>
                          <a:latin typeface="Calibri" panose="020F0502020204030204" pitchFamily="34" charset="0"/>
                        </a:rPr>
                        <a:t>IndoGB 5Y (USD)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5.77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(2.40)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13.20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128.60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4"/>
                  </a:ext>
                </a:extLst>
              </a:tr>
              <a:tr h="159543">
                <a:tc>
                  <a:txBody>
                    <a:bodyPr/>
                    <a:lstStyle/>
                    <a:p>
                      <a:pPr algn="ctr" fontAlgn="ctr"/>
                      <a:r>
                        <a:rPr lang="en-US" sz="800" b="0" i="0" u="none" strike="noStrike" dirty="0">
                          <a:solidFill>
                            <a:srgbClr val="000000"/>
                          </a:solidFill>
                          <a:effectLst/>
                          <a:latin typeface="Calibri" panose="020F0502020204030204" pitchFamily="34" charset="0"/>
                        </a:rPr>
                        <a:t>IndoGB 10Y (USD)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6.29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(2.90)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20.10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141.20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5"/>
                  </a:ext>
                </a:extLst>
              </a:tr>
              <a:tr h="159545">
                <a:tc>
                  <a:txBody>
                    <a:bodyPr/>
                    <a:lstStyle/>
                    <a:p>
                      <a:pPr algn="ctr" fontAlgn="ctr"/>
                      <a:r>
                        <a:rPr lang="en-US" sz="800" b="0" i="0" u="none" strike="noStrike" dirty="0">
                          <a:solidFill>
                            <a:srgbClr val="000000"/>
                          </a:solidFill>
                          <a:effectLst/>
                          <a:latin typeface="Calibri" panose="020F0502020204030204" pitchFamily="34" charset="0"/>
                        </a:rPr>
                        <a:t>IndoGB 30Y (USD)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6.51</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(0.30)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24.10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117.50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6"/>
                  </a:ext>
                </a:extLst>
              </a:tr>
              <a:tr h="157162">
                <a:tc>
                  <a:txBody>
                    <a:bodyPr/>
                    <a:lstStyle/>
                    <a:p>
                      <a:pPr algn="ctr" fontAlgn="ctr"/>
                      <a:r>
                        <a:rPr lang="en-US" sz="800" b="0" i="0" u="none" strike="noStrike" dirty="0">
                          <a:solidFill>
                            <a:srgbClr val="000000"/>
                          </a:solidFill>
                          <a:effectLst/>
                          <a:latin typeface="Calibri" panose="020F0502020204030204" pitchFamily="34" charset="0"/>
                        </a:rPr>
                        <a:t>US Treasury 5Y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5.05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4.30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6.61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132.84</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7"/>
                  </a:ext>
                </a:extLst>
              </a:tr>
              <a:tr h="159544">
                <a:tc>
                  <a:txBody>
                    <a:bodyPr/>
                    <a:lstStyle/>
                    <a:p>
                      <a:pPr algn="ctr" fontAlgn="ctr"/>
                      <a:r>
                        <a:rPr lang="en-US" sz="800" b="0" i="0" u="none" strike="noStrike" dirty="0">
                          <a:solidFill>
                            <a:srgbClr val="000000"/>
                          </a:solidFill>
                          <a:effectLst/>
                          <a:latin typeface="Calibri" panose="020F0502020204030204" pitchFamily="34" charset="0"/>
                        </a:rPr>
                        <a:t>US Treasury 10Y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5.27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2.99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11.02</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110.36</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8"/>
                  </a:ext>
                </a:extLst>
              </a:tr>
              <a:tr h="157162">
                <a:tc>
                  <a:txBody>
                    <a:bodyPr/>
                    <a:lstStyle/>
                    <a:p>
                      <a:pPr algn="ctr" fontAlgn="ctr"/>
                      <a:r>
                        <a:rPr lang="en-US" sz="800" b="0" i="0" u="none" strike="noStrike">
                          <a:solidFill>
                            <a:srgbClr val="000000"/>
                          </a:solidFill>
                          <a:effectLst/>
                          <a:latin typeface="Calibri" panose="020F0502020204030204" pitchFamily="34" charset="0"/>
                        </a:rPr>
                        <a:t>US Treasury 30Y</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5.62</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0.69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12.90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77.59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9"/>
                  </a:ext>
                </a:extLst>
              </a:tr>
              <a:tr h="154782">
                <a:tc>
                  <a:txBody>
                    <a:bodyPr/>
                    <a:lstStyle/>
                    <a:p>
                      <a:pPr algn="ctr" fontAlgn="ctr"/>
                      <a:r>
                        <a:rPr lang="en-US" sz="800" b="0" i="0" u="none" strike="noStrike" dirty="0">
                          <a:solidFill>
                            <a:srgbClr val="000000"/>
                          </a:solidFill>
                          <a:effectLst/>
                          <a:latin typeface="Calibri" panose="020F0502020204030204" pitchFamily="34" charset="0"/>
                        </a:rPr>
                        <a:t>Indo CDS (USD) 5Y</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94.40</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1.16</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6.12</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25.54</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CECEC"/>
                    </a:solidFill>
                  </a:tcPr>
                </a:tc>
                <a:extLst>
                  <a:ext uri="{0D108BD9-81ED-4DB2-BD59-A6C34878D82A}">
                    <a16:rowId xmlns:a16="http://schemas.microsoft.com/office/drawing/2014/main" xmlns="" val="10010"/>
                  </a:ext>
                </a:extLst>
              </a:tr>
            </a:tbl>
          </a:graphicData>
        </a:graphic>
      </p:graphicFrame>
      <p:graphicFrame>
        <p:nvGraphicFramePr>
          <p:cNvPr id="14" name="Table 13"/>
          <p:cNvGraphicFramePr>
            <a:graphicFrameLocks noGrp="1"/>
          </p:cNvGraphicFramePr>
          <p:nvPr/>
        </p:nvGraphicFramePr>
        <p:xfrm>
          <a:off x="290457" y="7045746"/>
          <a:ext cx="2994081" cy="1260054"/>
        </p:xfrm>
        <a:graphic>
          <a:graphicData uri="http://schemas.openxmlformats.org/drawingml/2006/table">
            <a:tbl>
              <a:tblPr/>
              <a:tblGrid>
                <a:gridCol w="1080100">
                  <a:extLst>
                    <a:ext uri="{9D8B030D-6E8A-4147-A177-3AD203B41FA5}">
                      <a16:colId xmlns:a16="http://schemas.microsoft.com/office/drawing/2014/main" xmlns="" val="20000"/>
                    </a:ext>
                  </a:extLst>
                </a:gridCol>
                <a:gridCol w="631800">
                  <a:extLst>
                    <a:ext uri="{9D8B030D-6E8A-4147-A177-3AD203B41FA5}">
                      <a16:colId xmlns:a16="http://schemas.microsoft.com/office/drawing/2014/main" xmlns="" val="20001"/>
                    </a:ext>
                  </a:extLst>
                </a:gridCol>
                <a:gridCol w="408811">
                  <a:extLst>
                    <a:ext uri="{9D8B030D-6E8A-4147-A177-3AD203B41FA5}">
                      <a16:colId xmlns:a16="http://schemas.microsoft.com/office/drawing/2014/main" xmlns="" val="20002"/>
                    </a:ext>
                  </a:extLst>
                </a:gridCol>
                <a:gridCol w="408811">
                  <a:extLst>
                    <a:ext uri="{9D8B030D-6E8A-4147-A177-3AD203B41FA5}">
                      <a16:colId xmlns:a16="http://schemas.microsoft.com/office/drawing/2014/main" xmlns="" val="20003"/>
                    </a:ext>
                  </a:extLst>
                </a:gridCol>
                <a:gridCol w="464559">
                  <a:extLst>
                    <a:ext uri="{9D8B030D-6E8A-4147-A177-3AD203B41FA5}">
                      <a16:colId xmlns:a16="http://schemas.microsoft.com/office/drawing/2014/main" xmlns="" val="20004"/>
                    </a:ext>
                  </a:extLst>
                </a:gridCol>
              </a:tblGrid>
              <a:tr h="140006">
                <a:tc>
                  <a:txBody>
                    <a:bodyPr/>
                    <a:lstStyle/>
                    <a:p>
                      <a:pPr algn="ctr" fontAlgn="ctr"/>
                      <a:r>
                        <a:rPr lang="en-US" sz="800" b="1" i="0" u="none" strike="noStrike" dirty="0">
                          <a:solidFill>
                            <a:srgbClr val="FFFFFF"/>
                          </a:solidFill>
                          <a:effectLst/>
                          <a:latin typeface="Calibri" panose="020F0502020204030204" pitchFamily="34" charset="0"/>
                        </a:rPr>
                        <a:t>Commodities</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Last Price</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1D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5D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YTD</a:t>
                      </a:r>
                      <a:endParaRPr lang="en-US" sz="800" b="1" i="0" u="none" strike="noStrike" dirty="0">
                        <a:solidFill>
                          <a:srgbClr val="FFFFFF"/>
                        </a:solidFill>
                        <a:effectLst/>
                        <a:latin typeface="Calibri" panose="020F0502020204030204" pitchFamily="34" charset="0"/>
                      </a:endParaRP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a16="http://schemas.microsoft.com/office/drawing/2014/main" xmlns="" val="10000"/>
                  </a:ext>
                </a:extLst>
              </a:tr>
              <a:tr h="140006">
                <a:tc>
                  <a:txBody>
                    <a:bodyPr/>
                    <a:lstStyle/>
                    <a:p>
                      <a:pPr algn="ctr" fontAlgn="ctr"/>
                      <a:r>
                        <a:rPr lang="en-US" sz="800" b="0" i="0" u="none" strike="noStrike">
                          <a:solidFill>
                            <a:srgbClr val="000000"/>
                          </a:solidFill>
                          <a:effectLst/>
                          <a:latin typeface="Calibri" panose="020F0502020204030204" pitchFamily="34" charset="0"/>
                        </a:rPr>
                        <a:t>WTI Oil</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91.11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(1.90)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(1.41)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60.07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1"/>
                  </a:ext>
                </a:extLst>
              </a:tr>
              <a:tr h="140006">
                <a:tc>
                  <a:txBody>
                    <a:bodyPr/>
                    <a:lstStyle/>
                    <a:p>
                      <a:pPr algn="ctr" fontAlgn="ctr"/>
                      <a:r>
                        <a:rPr lang="en-US" sz="800" b="0" i="0" u="none" strike="noStrike">
                          <a:solidFill>
                            <a:srgbClr val="000000"/>
                          </a:solidFill>
                          <a:effectLst/>
                          <a:latin typeface="Calibri" panose="020F0502020204030204" pitchFamily="34" charset="0"/>
                        </a:rPr>
                        <a:t>Brent Oil</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102.25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(0.06)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4.94</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69.79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2"/>
                  </a:ext>
                </a:extLst>
              </a:tr>
              <a:tr h="140006">
                <a:tc>
                  <a:txBody>
                    <a:bodyPr/>
                    <a:lstStyle/>
                    <a:p>
                      <a:pPr algn="ctr" fontAlgn="ctr"/>
                      <a:r>
                        <a:rPr lang="en-US" sz="800" b="0" i="0" u="none" strike="noStrike">
                          <a:solidFill>
                            <a:srgbClr val="000000"/>
                          </a:solidFill>
                          <a:effectLst/>
                          <a:latin typeface="Calibri" panose="020F0502020204030204" pitchFamily="34" charset="0"/>
                        </a:rPr>
                        <a:t>Gold </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4,141.19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(0.87)</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(3.35)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(4.13)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3"/>
                  </a:ext>
                </a:extLst>
              </a:tr>
              <a:tr h="140006">
                <a:tc>
                  <a:txBody>
                    <a:bodyPr/>
                    <a:lstStyle/>
                    <a:p>
                      <a:pPr algn="ctr" fontAlgn="ctr"/>
                      <a:r>
                        <a:rPr lang="en-US" sz="800" b="0" i="0" u="none" strike="noStrike">
                          <a:solidFill>
                            <a:srgbClr val="000000"/>
                          </a:solidFill>
                          <a:effectLst/>
                          <a:latin typeface="Calibri" panose="020F0502020204030204" pitchFamily="34" charset="0"/>
                        </a:rPr>
                        <a:t>Natural Gas</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3.04</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2.29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(5.89)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(23.97)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4"/>
                  </a:ext>
                </a:extLst>
              </a:tr>
              <a:tr h="140006">
                <a:tc>
                  <a:txBody>
                    <a:bodyPr/>
                    <a:lstStyle/>
                    <a:p>
                      <a:pPr algn="ctr" fontAlgn="ctr"/>
                      <a:r>
                        <a:rPr lang="en-US" sz="800" b="0" i="0" u="none" strike="noStrike">
                          <a:solidFill>
                            <a:srgbClr val="000000"/>
                          </a:solidFill>
                          <a:effectLst/>
                          <a:latin typeface="Calibri" panose="020F0502020204030204" pitchFamily="34" charset="0"/>
                        </a:rPr>
                        <a:t>Coal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148.95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(0.23)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2.13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38.56</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5"/>
                  </a:ext>
                </a:extLst>
              </a:tr>
              <a:tr h="140006">
                <a:tc>
                  <a:txBody>
                    <a:bodyPr/>
                    <a:lstStyle/>
                    <a:p>
                      <a:pPr algn="ctr" fontAlgn="ctr"/>
                      <a:r>
                        <a:rPr lang="en-US" sz="800" b="0" i="0" u="none" strike="noStrike">
                          <a:solidFill>
                            <a:srgbClr val="000000"/>
                          </a:solidFill>
                          <a:effectLst/>
                          <a:latin typeface="Calibri" panose="020F0502020204030204" pitchFamily="34" charset="0"/>
                        </a:rPr>
                        <a:t>Nickel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15,470.39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(0.03)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(4.53)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(6.50)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6"/>
                  </a:ext>
                </a:extLst>
              </a:tr>
              <a:tr h="140006">
                <a:tc>
                  <a:txBody>
                    <a:bodyPr/>
                    <a:lstStyle/>
                    <a:p>
                      <a:pPr algn="ctr" fontAlgn="ctr"/>
                      <a:r>
                        <a:rPr lang="en-US" sz="800" b="0" i="0" u="none" strike="noStrike">
                          <a:solidFill>
                            <a:srgbClr val="000000"/>
                          </a:solidFill>
                          <a:effectLst/>
                          <a:latin typeface="Calibri" panose="020F0502020204030204" pitchFamily="34" charset="0"/>
                        </a:rPr>
                        <a:t>Copper</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654.90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0.17</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(2.19)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15.26</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7"/>
                  </a:ext>
                </a:extLst>
              </a:tr>
              <a:tr h="140006">
                <a:tc>
                  <a:txBody>
                    <a:bodyPr/>
                    <a:lstStyle/>
                    <a:p>
                      <a:pPr algn="ctr" fontAlgn="ctr"/>
                      <a:r>
                        <a:rPr lang="en-US" sz="800" b="0" i="0" u="none" strike="noStrike">
                          <a:solidFill>
                            <a:srgbClr val="000000"/>
                          </a:solidFill>
                          <a:effectLst/>
                          <a:latin typeface="Calibri" panose="020F0502020204030204" pitchFamily="34" charset="0"/>
                        </a:rPr>
                        <a:t>CPO</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4,354.00</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(0.46)</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(0.46)</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8.90</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CECEC"/>
                    </a:solidFill>
                  </a:tcPr>
                </a:tc>
                <a:extLst>
                  <a:ext uri="{0D108BD9-81ED-4DB2-BD59-A6C34878D82A}">
                    <a16:rowId xmlns:a16="http://schemas.microsoft.com/office/drawing/2014/main" xmlns="" val="10008"/>
                  </a:ext>
                </a:extLst>
              </a:tr>
            </a:tbl>
          </a:graphicData>
        </a:graphic>
      </p:graphicFrame>
      <p:graphicFrame>
        <p:nvGraphicFramePr>
          <p:cNvPr id="22" name="Table 21"/>
          <p:cNvGraphicFramePr>
            <a:graphicFrameLocks noGrp="1"/>
          </p:cNvGraphicFramePr>
          <p:nvPr/>
        </p:nvGraphicFramePr>
        <p:xfrm>
          <a:off x="3505199" y="7045747"/>
          <a:ext cx="3127377" cy="609600"/>
        </p:xfrm>
        <a:graphic>
          <a:graphicData uri="http://schemas.openxmlformats.org/drawingml/2006/table">
            <a:tbl>
              <a:tblPr/>
              <a:tblGrid>
                <a:gridCol w="1295401">
                  <a:extLst>
                    <a:ext uri="{9D8B030D-6E8A-4147-A177-3AD203B41FA5}">
                      <a16:colId xmlns:a16="http://schemas.microsoft.com/office/drawing/2014/main" xmlns="" val="20000"/>
                    </a:ext>
                  </a:extLst>
                </a:gridCol>
                <a:gridCol w="457994">
                  <a:extLst>
                    <a:ext uri="{9D8B030D-6E8A-4147-A177-3AD203B41FA5}">
                      <a16:colId xmlns:a16="http://schemas.microsoft.com/office/drawing/2014/main" xmlns="" val="20001"/>
                    </a:ext>
                  </a:extLst>
                </a:gridCol>
                <a:gridCol w="457994">
                  <a:extLst>
                    <a:ext uri="{9D8B030D-6E8A-4147-A177-3AD203B41FA5}">
                      <a16:colId xmlns:a16="http://schemas.microsoft.com/office/drawing/2014/main" xmlns="" val="20002"/>
                    </a:ext>
                  </a:extLst>
                </a:gridCol>
                <a:gridCol w="457994">
                  <a:extLst>
                    <a:ext uri="{9D8B030D-6E8A-4147-A177-3AD203B41FA5}">
                      <a16:colId xmlns:a16="http://schemas.microsoft.com/office/drawing/2014/main" xmlns="" val="20003"/>
                    </a:ext>
                  </a:extLst>
                </a:gridCol>
                <a:gridCol w="457994">
                  <a:extLst>
                    <a:ext uri="{9D8B030D-6E8A-4147-A177-3AD203B41FA5}">
                      <a16:colId xmlns:a16="http://schemas.microsoft.com/office/drawing/2014/main" xmlns="" val="20004"/>
                    </a:ext>
                  </a:extLst>
                </a:gridCol>
              </a:tblGrid>
              <a:tr h="105083">
                <a:tc>
                  <a:txBody>
                    <a:bodyPr/>
                    <a:lstStyle/>
                    <a:p>
                      <a:pPr algn="ctr" fontAlgn="ctr"/>
                      <a:r>
                        <a:rPr lang="en-US" sz="800" b="1" i="0" u="none" strike="noStrike" dirty="0">
                          <a:solidFill>
                            <a:srgbClr val="FFFFFF"/>
                          </a:solidFill>
                          <a:effectLst/>
                          <a:latin typeface="Calibri" panose="020F0502020204030204" pitchFamily="34" charset="0"/>
                        </a:rPr>
                        <a:t>Asset Class</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1D</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WTD</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MTD</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YTD</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a16="http://schemas.microsoft.com/office/drawing/2014/main" xmlns="" val="10000"/>
                  </a:ext>
                </a:extLst>
              </a:tr>
              <a:tr h="202835">
                <a:tc>
                  <a:txBody>
                    <a:bodyPr/>
                    <a:lstStyle/>
                    <a:p>
                      <a:pPr algn="ctr" fontAlgn="ctr"/>
                      <a:r>
                        <a:rPr lang="en-US" sz="800" b="0" i="0" u="none" strike="noStrike" dirty="0">
                          <a:solidFill>
                            <a:srgbClr val="000000"/>
                          </a:solidFill>
                          <a:effectLst/>
                          <a:latin typeface="Calibri" panose="020F0502020204030204" pitchFamily="34" charset="0"/>
                        </a:rPr>
                        <a:t>Equity</a:t>
                      </a:r>
                    </a:p>
                    <a:p>
                      <a:pPr algn="ctr" fontAlgn="ctr"/>
                      <a:r>
                        <a:rPr lang="en-US" sz="800" b="0" i="1" u="none" strike="noStrike" dirty="0">
                          <a:solidFill>
                            <a:srgbClr val="000000"/>
                          </a:solidFill>
                          <a:effectLst/>
                          <a:latin typeface="Calibri" panose="020F0502020204030204" pitchFamily="34" charset="0"/>
                        </a:rPr>
                        <a:t>(as of 2-October-26)</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FF0000"/>
                          </a:solidFill>
                          <a:effectLst/>
                          <a:latin typeface="Calibri" panose="020F0502020204030204" pitchFamily="34" charset="0"/>
                        </a:rPr>
                        <a:t>(1.27)</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(5.03)</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(1.51)</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(85.08)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xmlns="" val="10001"/>
                  </a:ext>
                </a:extLst>
              </a:tr>
              <a:tr h="42494">
                <a:tc>
                  <a:txBody>
                    <a:bodyPr/>
                    <a:lstStyle/>
                    <a:p>
                      <a:pPr algn="ctr" fontAlgn="ctr"/>
                      <a:r>
                        <a:rPr lang="en-US" sz="800" b="0" i="0" u="none" strike="noStrike" dirty="0">
                          <a:solidFill>
                            <a:srgbClr val="000000"/>
                          </a:solidFill>
                          <a:effectLst/>
                          <a:latin typeface="Calibri" panose="020F0502020204030204" pitchFamily="34" charset="0"/>
                        </a:rPr>
                        <a:t>Fixed Income</a:t>
                      </a:r>
                    </a:p>
                    <a:p>
                      <a:pPr algn="ctr" fontAlgn="ctr"/>
                      <a:r>
                        <a:rPr lang="en-US" sz="800" b="0" i="1" u="none" strike="noStrike" dirty="0">
                          <a:solidFill>
                            <a:srgbClr val="000000"/>
                          </a:solidFill>
                          <a:effectLst/>
                          <a:latin typeface="Calibri" panose="020F0502020204030204" pitchFamily="34" charset="0"/>
                        </a:rPr>
                        <a:t>(as of 1-October-26)</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1.25</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0.53</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1.25</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29.41</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CECEC"/>
                    </a:solidFill>
                  </a:tcPr>
                </a:tc>
                <a:extLst>
                  <a:ext uri="{0D108BD9-81ED-4DB2-BD59-A6C34878D82A}">
                    <a16:rowId xmlns:a16="http://schemas.microsoft.com/office/drawing/2014/main" xmlns="" val="10002"/>
                  </a:ext>
                </a:extLst>
              </a:tr>
            </a:tbl>
          </a:graphicData>
        </a:graphic>
      </p:graphicFrame>
      <p:grpSp>
        <p:nvGrpSpPr>
          <p:cNvPr id="20" name="Group 19">
            <a:extLst>
              <a:ext uri="{FF2B5EF4-FFF2-40B4-BE49-F238E27FC236}">
                <a16:creationId xmlns:a16="http://schemas.microsoft.com/office/drawing/2014/main" xmlns="" id="{C6D63C31-C634-9431-C44D-F4360FFE17BA}"/>
              </a:ext>
            </a:extLst>
          </p:cNvPr>
          <p:cNvGrpSpPr/>
          <p:nvPr/>
        </p:nvGrpSpPr>
        <p:grpSpPr>
          <a:xfrm>
            <a:off x="424492" y="1352226"/>
            <a:ext cx="1308514" cy="246221"/>
            <a:chOff x="432982" y="1349096"/>
            <a:chExt cx="1308514" cy="246221"/>
          </a:xfrm>
        </p:grpSpPr>
        <p:sp>
          <p:nvSpPr>
            <p:cNvPr id="23" name="Rectangle 22">
              <a:extLst>
                <a:ext uri="{FF2B5EF4-FFF2-40B4-BE49-F238E27FC236}">
                  <a16:creationId xmlns:a16="http://schemas.microsoft.com/office/drawing/2014/main" xmlns="" id="{B8873FCB-3B47-3353-6E5E-8644C4894C78}"/>
                </a:ext>
              </a:extLst>
            </p:cNvPr>
            <p:cNvSpPr/>
            <p:nvPr/>
          </p:nvSpPr>
          <p:spPr>
            <a:xfrm>
              <a:off x="540663" y="1394217"/>
              <a:ext cx="1099508" cy="160796"/>
            </a:xfrm>
            <a:prstGeom prst="rect">
              <a:avLst/>
            </a:prstGeom>
            <a:solidFill>
              <a:srgbClr val="0051A2"/>
            </a:solidFill>
            <a:ln>
              <a:solidFill>
                <a:srgbClr val="0051A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xmlns="" id="{F908AC75-40AA-5789-1A9F-4E0663226C3A}"/>
                </a:ext>
              </a:extLst>
            </p:cNvPr>
            <p:cNvSpPr txBox="1"/>
            <p:nvPr/>
          </p:nvSpPr>
          <p:spPr>
            <a:xfrm>
              <a:off x="432982" y="1349096"/>
              <a:ext cx="1308514" cy="246221"/>
            </a:xfrm>
            <a:prstGeom prst="rect">
              <a:avLst/>
            </a:prstGeom>
            <a:noFill/>
          </p:spPr>
          <p:txBody>
            <a:bodyPr wrap="square" rtlCol="0">
              <a:spAutoFit/>
            </a:bodyPr>
            <a:lstStyle/>
            <a:p>
              <a:pPr algn="ctr"/>
              <a:r>
                <a:rPr lang="en-US" sz="1000" b="1" dirty="0">
                  <a:solidFill>
                    <a:schemeClr val="bg1"/>
                  </a:solidFill>
                </a:rPr>
                <a:t>12 October 2026</a:t>
              </a:r>
            </a:p>
          </p:txBody>
        </p:sp>
      </p:grpSp>
    </p:spTree>
    <p:extLst>
      <p:ext uri="{BB962C8B-B14F-4D97-AF65-F5344CB8AC3E}">
        <p14:creationId xmlns:p14="http://schemas.microsoft.com/office/powerpoint/2010/main" val="19268401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235F96D-1A71-58E3-E1FF-DE0868712A15}"/>
            </a:ext>
          </a:extLst>
        </p:cNvPr>
        <p:cNvGrpSpPr/>
        <p:nvPr/>
      </p:nvGrpSpPr>
      <p:grpSpPr>
        <a:xfrm>
          <a:off x="0" y="0"/>
          <a:ext cx="0" cy="0"/>
          <a:chOff x="0" y="0"/>
          <a:chExt cx="0" cy="0"/>
        </a:xfrm>
      </p:grpSpPr>
      <p:graphicFrame>
        <p:nvGraphicFramePr>
          <p:cNvPr id="16" name="Table 15">
            <a:extLst>
              <a:ext uri="{FF2B5EF4-FFF2-40B4-BE49-F238E27FC236}">
                <a16:creationId xmlns:a16="http://schemas.microsoft.com/office/drawing/2014/main" xmlns="" id="{92C92BE2-1A26-DCA2-1425-0AA1741325AB}"/>
              </a:ext>
            </a:extLst>
          </p:cNvPr>
          <p:cNvGraphicFramePr>
            <a:graphicFrameLocks noGrp="1"/>
          </p:cNvGraphicFramePr>
          <p:nvPr/>
        </p:nvGraphicFramePr>
        <p:xfrm>
          <a:off x="327025" y="1905000"/>
          <a:ext cx="6305549" cy="2529977"/>
        </p:xfrm>
        <a:graphic>
          <a:graphicData uri="http://schemas.openxmlformats.org/drawingml/2006/table">
            <a:tbl>
              <a:tblPr/>
              <a:tblGrid>
                <a:gridCol w="2378781">
                  <a:extLst>
                    <a:ext uri="{9D8B030D-6E8A-4147-A177-3AD203B41FA5}">
                      <a16:colId xmlns:a16="http://schemas.microsoft.com/office/drawing/2014/main" xmlns="" val="3984479303"/>
                    </a:ext>
                  </a:extLst>
                </a:gridCol>
                <a:gridCol w="490011">
                  <a:extLst>
                    <a:ext uri="{9D8B030D-6E8A-4147-A177-3AD203B41FA5}">
                      <a16:colId xmlns:a16="http://schemas.microsoft.com/office/drawing/2014/main" xmlns="" val="1443360456"/>
                    </a:ext>
                  </a:extLst>
                </a:gridCol>
                <a:gridCol w="543467">
                  <a:extLst>
                    <a:ext uri="{9D8B030D-6E8A-4147-A177-3AD203B41FA5}">
                      <a16:colId xmlns:a16="http://schemas.microsoft.com/office/drawing/2014/main" xmlns="" val="3887741517"/>
                    </a:ext>
                  </a:extLst>
                </a:gridCol>
                <a:gridCol w="490011">
                  <a:extLst>
                    <a:ext uri="{9D8B030D-6E8A-4147-A177-3AD203B41FA5}">
                      <a16:colId xmlns:a16="http://schemas.microsoft.com/office/drawing/2014/main" xmlns="" val="474306127"/>
                    </a:ext>
                  </a:extLst>
                </a:gridCol>
                <a:gridCol w="490011">
                  <a:extLst>
                    <a:ext uri="{9D8B030D-6E8A-4147-A177-3AD203B41FA5}">
                      <a16:colId xmlns:a16="http://schemas.microsoft.com/office/drawing/2014/main" xmlns="" val="3509474900"/>
                    </a:ext>
                  </a:extLst>
                </a:gridCol>
                <a:gridCol w="490011">
                  <a:extLst>
                    <a:ext uri="{9D8B030D-6E8A-4147-A177-3AD203B41FA5}">
                      <a16:colId xmlns:a16="http://schemas.microsoft.com/office/drawing/2014/main" xmlns="" val="1189944801"/>
                    </a:ext>
                  </a:extLst>
                </a:gridCol>
                <a:gridCol w="474419">
                  <a:extLst>
                    <a:ext uri="{9D8B030D-6E8A-4147-A177-3AD203B41FA5}">
                      <a16:colId xmlns:a16="http://schemas.microsoft.com/office/drawing/2014/main" xmlns="" val="149569299"/>
                    </a:ext>
                  </a:extLst>
                </a:gridCol>
                <a:gridCol w="474419">
                  <a:extLst>
                    <a:ext uri="{9D8B030D-6E8A-4147-A177-3AD203B41FA5}">
                      <a16:colId xmlns:a16="http://schemas.microsoft.com/office/drawing/2014/main" xmlns="" val="432537367"/>
                    </a:ext>
                  </a:extLst>
                </a:gridCol>
                <a:gridCol w="474419">
                  <a:extLst>
                    <a:ext uri="{9D8B030D-6E8A-4147-A177-3AD203B41FA5}">
                      <a16:colId xmlns:a16="http://schemas.microsoft.com/office/drawing/2014/main" xmlns="" val="1907178657"/>
                    </a:ext>
                  </a:extLst>
                </a:gridCol>
              </a:tblGrid>
              <a:tr h="306663">
                <a:tc>
                  <a:txBody>
                    <a:bodyPr/>
                    <a:lstStyle/>
                    <a:p>
                      <a:pPr algn="ctr" fontAlgn="ctr"/>
                      <a:r>
                        <a:rPr lang="en-ID" sz="1000" b="1" i="0" u="none" strike="noStrike" dirty="0">
                          <a:solidFill>
                            <a:srgbClr val="FFFFFF"/>
                          </a:solidFill>
                          <a:effectLst/>
                          <a:latin typeface="Calibri" panose="020F0502020204030204" pitchFamily="34" charset="0"/>
                        </a:rPr>
                        <a:t>Macro Indicator</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2019</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2020</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2021</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2022</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2023</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2024</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dirty="0">
                          <a:solidFill>
                            <a:srgbClr val="FFFFFF"/>
                          </a:solidFill>
                          <a:effectLst/>
                          <a:latin typeface="Calibri" panose="020F0502020204030204" pitchFamily="34" charset="0"/>
                        </a:rPr>
                        <a:t>2025</a:t>
                      </a:r>
                    </a:p>
                  </a:txBody>
                  <a:tcPr marL="0" marR="0" marT="0" marB="0" anchor="ctr">
                    <a:lnL>
                      <a:noFill/>
                    </a:lnL>
                    <a:lnR w="6350" cap="flat" cmpd="sng" algn="ctr">
                      <a:no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dirty="0">
                          <a:solidFill>
                            <a:srgbClr val="FFFFFF"/>
                          </a:solidFill>
                          <a:effectLst/>
                          <a:latin typeface="Calibri" panose="020F0502020204030204" pitchFamily="34" charset="0"/>
                        </a:rPr>
                        <a:t>2026E</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a16="http://schemas.microsoft.com/office/drawing/2014/main" xmlns="" val="1661807329"/>
                  </a:ext>
                </a:extLst>
              </a:tr>
              <a:tr h="229998">
                <a:tc>
                  <a:txBody>
                    <a:bodyPr/>
                    <a:lstStyle/>
                    <a:p>
                      <a:pPr algn="l" fontAlgn="ctr"/>
                      <a:r>
                        <a:rPr lang="en-ID" sz="900" b="0" i="0" u="none" strike="noStrike">
                          <a:solidFill>
                            <a:srgbClr val="000000"/>
                          </a:solidFill>
                          <a:effectLst/>
                          <a:latin typeface="Calibri" panose="020F0502020204030204" pitchFamily="34" charset="0"/>
                        </a:rPr>
                        <a:t> Real Gross Domestic Product Growth (% YoY</a:t>
                      </a:r>
                      <a:r>
                        <a:rPr lang="en-ID" sz="900" b="0" i="0" u="none" strike="noStrike" dirty="0">
                          <a:solidFill>
                            <a:srgbClr val="000000"/>
                          </a:solidFill>
                          <a:effectLst/>
                          <a:latin typeface="Calibri" panose="020F0502020204030204" pitchFamily="34" charset="0"/>
                        </a:rPr>
                        <a:t>)</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-2,1</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3,7</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5,3</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5,1</a:t>
                      </a:r>
                    </a:p>
                  </a:txBody>
                  <a:tcPr marL="0" marR="0" marT="0" marB="0" anchor="ctr">
                    <a:lnL>
                      <a:noFill/>
                    </a:lnL>
                    <a:lnR w="6350" cap="flat" cmpd="sng" algn="ctr">
                      <a:noFill/>
                      <a:prstDash val="solid"/>
                      <a:round/>
                      <a:headEnd type="none" w="med" len="med"/>
                      <a:tailEnd type="none" w="med" len="med"/>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xmlns="" val="817212798"/>
                  </a:ext>
                </a:extLst>
              </a:tr>
              <a:tr h="229998">
                <a:tc>
                  <a:txBody>
                    <a:bodyPr/>
                    <a:lstStyle/>
                    <a:p>
                      <a:pPr algn="l" fontAlgn="ctr"/>
                      <a:r>
                        <a:rPr lang="en-ID" sz="900" b="0" i="0" u="none" strike="noStrike">
                          <a:solidFill>
                            <a:srgbClr val="000000"/>
                          </a:solidFill>
                          <a:effectLst/>
                          <a:latin typeface="Calibri" panose="020F0502020204030204" pitchFamily="34" charset="0"/>
                        </a:rPr>
                        <a:t> Nominal Gross Domestic Product Growth (% YoY</a:t>
                      </a:r>
                      <a:r>
                        <a:rPr lang="en-ID" sz="900" b="0" i="0" u="none" strike="noStrike" dirty="0">
                          <a:solidFill>
                            <a:srgbClr val="000000"/>
                          </a:solidFill>
                          <a:effectLst/>
                          <a:latin typeface="Calibri" panose="020F0502020204030204" pitchFamily="34" charset="0"/>
                        </a:rPr>
                        <a:t>)</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6,7</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-2,5</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9,9</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15,4</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6,7</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6,0</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7,6</a:t>
                      </a:r>
                    </a:p>
                  </a:txBody>
                  <a:tcPr marL="0" marR="0" marT="0" marB="0" anchor="ctr">
                    <a:lnL>
                      <a:noFill/>
                    </a:lnL>
                    <a:lnR w="6350" cap="flat" cmpd="sng" algn="ctr">
                      <a:noFill/>
                      <a:prstDash val="solid"/>
                      <a:round/>
                      <a:headEnd type="none" w="med" len="med"/>
                      <a:tailEnd type="none" w="med" len="med"/>
                    </a:lnR>
                    <a:lnT>
                      <a:noFill/>
                    </a:lnT>
                    <a:lnB>
                      <a:noFill/>
                    </a:lnB>
                    <a:solidFill>
                      <a:srgbClr val="ECECEC"/>
                    </a:solidFill>
                  </a:tcPr>
                </a:tc>
                <a:tc>
                  <a:txBody>
                    <a:bodyPr/>
                    <a:lstStyle/>
                    <a:p>
                      <a:pPr algn="ctr" fontAlgn="ctr"/>
                      <a:r>
                        <a:rPr lang="en-US" sz="900" b="0" i="0" u="none" strike="noStrike" dirty="0">
                          <a:solidFill>
                            <a:srgbClr val="000000"/>
                          </a:solidFill>
                          <a:effectLst/>
                          <a:latin typeface="Calibri" panose="020F0502020204030204" pitchFamily="34" charset="0"/>
                        </a:rPr>
                        <a:t>9,1</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3615074162"/>
                  </a:ext>
                </a:extLst>
              </a:tr>
              <a:tr h="229998">
                <a:tc>
                  <a:txBody>
                    <a:bodyPr/>
                    <a:lstStyle/>
                    <a:p>
                      <a:pPr algn="l" fontAlgn="ctr"/>
                      <a:r>
                        <a:rPr lang="en-ID" sz="900" b="0" i="0" u="none" strike="noStrike" dirty="0">
                          <a:solidFill>
                            <a:srgbClr val="000000"/>
                          </a:solidFill>
                          <a:effectLst/>
                          <a:latin typeface="Calibri" panose="020F0502020204030204" pitchFamily="34" charset="0"/>
                        </a:rPr>
                        <a:t> GDP per capita (US$)</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4.175</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3.912</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4.350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4.784</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4.920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4.960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5.083</a:t>
                      </a:r>
                    </a:p>
                  </a:txBody>
                  <a:tcPr marL="0" marR="0" marT="0" marB="0" anchor="ctr">
                    <a:lnL>
                      <a:noFill/>
                    </a:lnL>
                    <a:lnR w="6350" cap="flat" cmpd="sng" algn="ctr">
                      <a:noFill/>
                      <a:prstDash val="solid"/>
                      <a:round/>
                      <a:headEnd type="none" w="med" len="med"/>
                      <a:tailEnd type="none" w="med" len="med"/>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5.126</a:t>
                      </a:r>
                    </a:p>
                  </a:txBody>
                  <a:tcPr marL="0" marR="0" marT="0"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xmlns="" val="3087802317"/>
                  </a:ext>
                </a:extLst>
              </a:tr>
              <a:tr h="229998">
                <a:tc>
                  <a:txBody>
                    <a:bodyPr/>
                    <a:lstStyle/>
                    <a:p>
                      <a:pPr algn="l" fontAlgn="ctr"/>
                      <a:r>
                        <a:rPr lang="en-ID" sz="900" b="0" i="0" u="none" strike="noStrike">
                          <a:solidFill>
                            <a:srgbClr val="000000"/>
                          </a:solidFill>
                          <a:effectLst/>
                          <a:latin typeface="Calibri" panose="020F0502020204030204" pitchFamily="34" charset="0"/>
                        </a:rPr>
                        <a:t> Consumer Price Index Inflation (% YoY</a:t>
                      </a:r>
                      <a:r>
                        <a:rPr lang="en-ID" sz="900" b="0" i="0" u="none" strike="noStrike" dirty="0">
                          <a:solidFill>
                            <a:srgbClr val="000000"/>
                          </a:solidFill>
                          <a:effectLst/>
                          <a:latin typeface="Calibri" panose="020F0502020204030204" pitchFamily="34" charset="0"/>
                        </a:rPr>
                        <a:t>)</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2,7</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1,7</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1,9</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5,5</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2,6</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1,6</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2,9</a:t>
                      </a:r>
                    </a:p>
                  </a:txBody>
                  <a:tcPr marL="0" marR="0" marT="0" marB="0" anchor="ctr">
                    <a:lnL>
                      <a:noFill/>
                    </a:lnL>
                    <a:lnR w="6350" cap="flat" cmpd="sng" algn="ctr">
                      <a:noFill/>
                      <a:prstDash val="solid"/>
                      <a:round/>
                      <a:headEnd type="none" w="med" len="med"/>
                      <a:tailEnd type="none" w="med" len="med"/>
                    </a:lnR>
                    <a:lnT>
                      <a:noFill/>
                    </a:lnT>
                    <a:lnB>
                      <a:noFill/>
                    </a:lnB>
                    <a:solidFill>
                      <a:srgbClr val="ECECEC"/>
                    </a:solidFill>
                  </a:tcPr>
                </a:tc>
                <a:tc>
                  <a:txBody>
                    <a:bodyPr/>
                    <a:lstStyle/>
                    <a:p>
                      <a:pPr algn="ctr" fontAlgn="ctr"/>
                      <a:r>
                        <a:rPr lang="en-US" sz="900" b="0" i="0" u="none" strike="noStrike" dirty="0">
                          <a:solidFill>
                            <a:srgbClr val="000000"/>
                          </a:solidFill>
                          <a:effectLst/>
                          <a:latin typeface="Calibri" panose="020F0502020204030204" pitchFamily="34" charset="0"/>
                        </a:rPr>
                        <a:t>3,2</a:t>
                      </a:r>
                      <a:endParaRPr lang="en-ID" sz="900" b="0" i="0" u="none" strike="noStrike" dirty="0">
                        <a:solidFill>
                          <a:srgbClr val="000000"/>
                        </a:solidFill>
                        <a:effectLst/>
                        <a:latin typeface="Calibri" panose="020F0502020204030204" pitchFamily="34" charset="0"/>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2484791044"/>
                  </a:ext>
                </a:extLst>
              </a:tr>
              <a:tr h="229998">
                <a:tc>
                  <a:txBody>
                    <a:bodyPr/>
                    <a:lstStyle/>
                    <a:p>
                      <a:pPr algn="l" fontAlgn="ctr"/>
                      <a:r>
                        <a:rPr lang="en-ID" sz="900" b="0" i="0" u="none" strike="noStrike">
                          <a:solidFill>
                            <a:srgbClr val="000000"/>
                          </a:solidFill>
                          <a:effectLst/>
                          <a:latin typeface="Calibri" panose="020F0502020204030204" pitchFamily="34" charset="0"/>
                        </a:rPr>
                        <a:t> BI Rate (%)</a:t>
                      </a:r>
                      <a:endParaRPr lang="en-ID" sz="9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5,00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3,75</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3,50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6,00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6,00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4,75</a:t>
                      </a:r>
                    </a:p>
                  </a:txBody>
                  <a:tcPr marL="0" marR="0" marT="0" marB="0" anchor="ctr">
                    <a:lnL>
                      <a:noFill/>
                    </a:lnL>
                    <a:lnR w="6350" cap="flat" cmpd="sng" algn="ctr">
                      <a:noFill/>
                      <a:prstDash val="solid"/>
                      <a:round/>
                      <a:headEnd type="none" w="med" len="med"/>
                      <a:tailEnd type="none" w="med" len="med"/>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6,00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xmlns="" val="577388193"/>
                  </a:ext>
                </a:extLst>
              </a:tr>
              <a:tr h="229998">
                <a:tc>
                  <a:txBody>
                    <a:bodyPr/>
                    <a:lstStyle/>
                    <a:p>
                      <a:pPr algn="l" fontAlgn="ctr"/>
                      <a:r>
                        <a:rPr lang="en-ID" sz="900" b="0" i="0" u="none" strike="noStrike">
                          <a:solidFill>
                            <a:srgbClr val="000000"/>
                          </a:solidFill>
                          <a:effectLst/>
                          <a:latin typeface="Calibri" panose="020F0502020204030204" pitchFamily="34" charset="0"/>
                        </a:rPr>
                        <a:t> SBN 10Y yield (%)</a:t>
                      </a:r>
                      <a:endParaRPr lang="en-ID" sz="9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7,04</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5,86</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6,36</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6,92</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6,45</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6,97</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6,05</a:t>
                      </a:r>
                    </a:p>
                  </a:txBody>
                  <a:tcPr marL="0" marR="0" marT="0" marB="0" anchor="ctr">
                    <a:lnL>
                      <a:noFill/>
                    </a:lnL>
                    <a:lnR w="6350" cap="flat" cmpd="sng" algn="ctr">
                      <a:noFill/>
                      <a:prstDash val="solid"/>
                      <a:round/>
                      <a:headEnd type="none" w="med" len="med"/>
                      <a:tailEnd type="none" w="med" len="med"/>
                    </a:lnR>
                    <a:lnT>
                      <a:noFill/>
                    </a:lnT>
                    <a:lnB>
                      <a:noFill/>
                    </a:lnB>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7,31</a:t>
                      </a:r>
                      <a:endParaRPr lang="en-ID" sz="900" b="0" i="0" u="none" strike="noStrike" dirty="0">
                        <a:solidFill>
                          <a:srgbClr val="000000"/>
                        </a:solidFill>
                        <a:effectLst/>
                        <a:latin typeface="Calibri" panose="020F0502020204030204" pitchFamily="34" charset="0"/>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chemeClr val="bg1">
                        <a:lumMod val="95000"/>
                      </a:schemeClr>
                    </a:solidFill>
                  </a:tcPr>
                </a:tc>
                <a:extLst>
                  <a:ext uri="{0D108BD9-81ED-4DB2-BD59-A6C34878D82A}">
                    <a16:rowId xmlns:a16="http://schemas.microsoft.com/office/drawing/2014/main" xmlns="" val="3547017892"/>
                  </a:ext>
                </a:extLst>
              </a:tr>
              <a:tr h="229998">
                <a:tc>
                  <a:txBody>
                    <a:bodyPr/>
                    <a:lstStyle/>
                    <a:p>
                      <a:pPr algn="l" fontAlgn="ctr"/>
                      <a:r>
                        <a:rPr lang="en-ID" sz="900" b="0" i="0" u="none" strike="noStrike">
                          <a:solidFill>
                            <a:srgbClr val="000000"/>
                          </a:solidFill>
                          <a:effectLst/>
                          <a:latin typeface="Calibri" panose="020F0502020204030204" pitchFamily="34" charset="0"/>
                        </a:rPr>
                        <a:t> USD/IDR Exchange Rate (</a:t>
                      </a:r>
                      <a:r>
                        <a:rPr lang="en-ID" sz="900" b="0" i="0" u="none" strike="noStrike" dirty="0">
                          <a:solidFill>
                            <a:srgbClr val="000000"/>
                          </a:solidFill>
                          <a:effectLst/>
                          <a:latin typeface="Calibri" panose="020F0502020204030204" pitchFamily="34" charset="0"/>
                        </a:rPr>
                        <a:t>average)**</a:t>
                      </a:r>
                    </a:p>
                  </a:txBody>
                  <a:tcPr marL="0" marR="0" marT="0" marB="0" anchor="ctr">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14.141</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14.529</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14.297</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14.874</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15.248</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15.841</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16.468</a:t>
                      </a:r>
                    </a:p>
                  </a:txBody>
                  <a:tcPr marL="0" marR="0" marT="0" marB="0" anchor="ctr">
                    <a:lnL>
                      <a:noFill/>
                    </a:lnL>
                    <a:lnR w="6350" cap="flat" cmpd="sng" algn="ctr">
                      <a:noFill/>
                      <a:prstDash val="solid"/>
                      <a:round/>
                      <a:headEnd type="none" w="med" len="med"/>
                      <a:tailEnd type="none" w="med" len="med"/>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17.621</a:t>
                      </a:r>
                    </a:p>
                  </a:txBody>
                  <a:tcPr marL="0" marR="0" marT="0" marB="0" anchor="ctr">
                    <a:lnL>
                      <a:noFill/>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xmlns="" val="1594310054"/>
                  </a:ext>
                </a:extLst>
              </a:tr>
              <a:tr h="229998">
                <a:tc>
                  <a:txBody>
                    <a:bodyPr/>
                    <a:lstStyle/>
                    <a:p>
                      <a:pPr algn="l" fontAlgn="ctr"/>
                      <a:r>
                        <a:rPr lang="en-ID" sz="900" b="0" i="0" u="none" strike="noStrike" dirty="0">
                          <a:solidFill>
                            <a:srgbClr val="000000"/>
                          </a:solidFill>
                          <a:effectLst/>
                          <a:latin typeface="Calibri" panose="020F0502020204030204" pitchFamily="34" charset="0"/>
                        </a:rPr>
                        <a:t> USD/IDR Exchange Rate (end of year)**</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13.866</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14.050</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14.262</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15.568</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15.397</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16.102</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16.690</a:t>
                      </a:r>
                    </a:p>
                  </a:txBody>
                  <a:tcPr marL="0" marR="0" marT="0" marB="0" anchor="ctr">
                    <a:lnL>
                      <a:noFill/>
                    </a:lnL>
                    <a:lnR w="6350" cap="flat" cmpd="sng" algn="ctr">
                      <a:noFill/>
                      <a:prstDash val="solid"/>
                      <a:round/>
                      <a:headEnd type="none" w="med" len="med"/>
                      <a:tailEnd type="none" w="med" len="med"/>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18.238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chemeClr val="bg1">
                        <a:lumMod val="95000"/>
                      </a:schemeClr>
                    </a:solidFill>
                  </a:tcPr>
                </a:tc>
                <a:extLst>
                  <a:ext uri="{0D108BD9-81ED-4DB2-BD59-A6C34878D82A}">
                    <a16:rowId xmlns:a16="http://schemas.microsoft.com/office/drawing/2014/main" xmlns="" val="1338991972"/>
                  </a:ext>
                </a:extLst>
              </a:tr>
              <a:tr h="229998">
                <a:tc>
                  <a:txBody>
                    <a:bodyPr/>
                    <a:lstStyle/>
                    <a:p>
                      <a:pPr algn="l" fontAlgn="ctr"/>
                      <a:r>
                        <a:rPr lang="en-ID" sz="900" b="0" i="0" u="none" strike="noStrike" dirty="0">
                          <a:solidFill>
                            <a:srgbClr val="000000"/>
                          </a:solidFill>
                          <a:effectLst/>
                          <a:latin typeface="Calibri" panose="020F0502020204030204" pitchFamily="34" charset="0"/>
                        </a:rPr>
                        <a:t> Trade Balance (US$ billion)</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chemeClr val="tx1"/>
                      </a:solid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-3,2</a:t>
                      </a:r>
                    </a:p>
                  </a:txBody>
                  <a:tcPr marL="0" marR="0" marT="0" marB="0" anchor="ctr">
                    <a:lnL>
                      <a:noFill/>
                    </a:lnL>
                    <a:lnR>
                      <a:noFill/>
                    </a:lnR>
                    <a:lnT>
                      <a:noFill/>
                    </a:lnT>
                    <a:lnB w="6350" cap="flat" cmpd="sng" algn="ctr">
                      <a:solidFill>
                        <a:schemeClr val="tx1"/>
                      </a:solid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21,7</a:t>
                      </a:r>
                    </a:p>
                  </a:txBody>
                  <a:tcPr marL="0" marR="0" marT="0" marB="0" anchor="ctr">
                    <a:lnL>
                      <a:noFill/>
                    </a:lnL>
                    <a:lnR>
                      <a:noFill/>
                    </a:lnR>
                    <a:lnT>
                      <a:noFill/>
                    </a:lnT>
                    <a:lnB w="6350" cap="flat" cmpd="sng" algn="ctr">
                      <a:solidFill>
                        <a:schemeClr val="tx1"/>
                      </a:solid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35,3</a:t>
                      </a:r>
                    </a:p>
                  </a:txBody>
                  <a:tcPr marL="0" marR="0" marT="0" marB="0" anchor="ctr">
                    <a:lnL>
                      <a:noFill/>
                    </a:lnL>
                    <a:lnR>
                      <a:noFill/>
                    </a:lnR>
                    <a:lnT>
                      <a:noFill/>
                    </a:lnT>
                    <a:lnB w="6350" cap="flat" cmpd="sng" algn="ctr">
                      <a:solidFill>
                        <a:schemeClr val="tx1"/>
                      </a:solid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54,5</a:t>
                      </a:r>
                    </a:p>
                  </a:txBody>
                  <a:tcPr marL="0" marR="0" marT="0" marB="0" anchor="ctr">
                    <a:lnL>
                      <a:noFill/>
                    </a:lnL>
                    <a:lnR>
                      <a:noFill/>
                    </a:lnR>
                    <a:lnT>
                      <a:noFill/>
                    </a:lnT>
                    <a:lnB w="6350" cap="flat" cmpd="sng" algn="ctr">
                      <a:solidFill>
                        <a:schemeClr val="tx1"/>
                      </a:solid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37,0</a:t>
                      </a:r>
                    </a:p>
                  </a:txBody>
                  <a:tcPr marL="0" marR="0" marT="0" marB="0" anchor="ctr">
                    <a:lnL>
                      <a:noFill/>
                    </a:lnL>
                    <a:lnR>
                      <a:noFill/>
                    </a:lnR>
                    <a:lnT>
                      <a:noFill/>
                    </a:lnT>
                    <a:lnB w="6350" cap="flat" cmpd="sng" algn="ctr">
                      <a:solidFill>
                        <a:schemeClr val="tx1"/>
                      </a:solid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31,0</a:t>
                      </a:r>
                    </a:p>
                  </a:txBody>
                  <a:tcPr marL="0" marR="0" marT="0" marB="0" anchor="ctr">
                    <a:lnL>
                      <a:noFill/>
                    </a:lnL>
                    <a:lnR>
                      <a:noFill/>
                    </a:lnR>
                    <a:lnT>
                      <a:noFill/>
                    </a:lnT>
                    <a:lnB w="6350" cap="flat" cmpd="sng" algn="ctr">
                      <a:solidFill>
                        <a:schemeClr val="tx1"/>
                      </a:solid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41,1</a:t>
                      </a:r>
                    </a:p>
                  </a:txBody>
                  <a:tcPr marL="0" marR="0" marT="0" marB="0" anchor="ctr">
                    <a:lnL>
                      <a:noFill/>
                    </a:lnL>
                    <a:lnR w="6350" cap="flat" cmpd="sng" algn="ctr">
                      <a:noFill/>
                      <a:prstDash val="solid"/>
                      <a:round/>
                      <a:headEnd type="none" w="med" len="med"/>
                      <a:tailEnd type="none" w="med" len="med"/>
                    </a:lnR>
                    <a:lnT>
                      <a:noFill/>
                    </a:lnT>
                    <a:lnB w="6350" cap="flat" cmpd="sng" algn="ctr">
                      <a:solidFill>
                        <a:schemeClr val="tx1"/>
                      </a:solid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19,2</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0009"/>
                  </a:ext>
                </a:extLst>
              </a:tr>
              <a:tr h="153332">
                <a:tc>
                  <a:txBody>
                    <a:bodyPr/>
                    <a:lstStyle/>
                    <a:p>
                      <a:pPr algn="l" fontAlgn="b"/>
                      <a:r>
                        <a:rPr lang="en-ID" sz="700" b="0" i="1" u="none" strike="noStrike" dirty="0">
                          <a:solidFill>
                            <a:srgbClr val="000000"/>
                          </a:solidFill>
                          <a:effectLst/>
                          <a:latin typeface="Calibri" panose="020F0502020204030204" pitchFamily="34" charset="0"/>
                        </a:rPr>
                        <a:t>**Estimation of Rupiah’s fundamental exchange rate</a:t>
                      </a: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extLst>
                  <a:ext uri="{0D108BD9-81ED-4DB2-BD59-A6C34878D82A}">
                    <a16:rowId xmlns:a16="http://schemas.microsoft.com/office/drawing/2014/main" xmlns="" val="2569539944"/>
                  </a:ext>
                </a:extLst>
              </a:tr>
            </a:tbl>
          </a:graphicData>
        </a:graphic>
      </p:graphicFrame>
      <p:graphicFrame>
        <p:nvGraphicFramePr>
          <p:cNvPr id="13" name="Table 12">
            <a:extLst>
              <a:ext uri="{FF2B5EF4-FFF2-40B4-BE49-F238E27FC236}">
                <a16:creationId xmlns:a16="http://schemas.microsoft.com/office/drawing/2014/main" xmlns="" id="{631383FA-742C-FAA0-6E10-A0E2EB999ADC}"/>
              </a:ext>
            </a:extLst>
          </p:cNvPr>
          <p:cNvGraphicFramePr>
            <a:graphicFrameLocks noGrp="1"/>
          </p:cNvGraphicFramePr>
          <p:nvPr/>
        </p:nvGraphicFramePr>
        <p:xfrm>
          <a:off x="327025" y="4818425"/>
          <a:ext cx="6327775" cy="2892450"/>
        </p:xfrm>
        <a:graphic>
          <a:graphicData uri="http://schemas.openxmlformats.org/drawingml/2006/table">
            <a:tbl>
              <a:tblPr/>
              <a:tblGrid>
                <a:gridCol w="1240350">
                  <a:extLst>
                    <a:ext uri="{9D8B030D-6E8A-4147-A177-3AD203B41FA5}">
                      <a16:colId xmlns:a16="http://schemas.microsoft.com/office/drawing/2014/main" xmlns="" val="20000"/>
                    </a:ext>
                  </a:extLst>
                </a:gridCol>
                <a:gridCol w="2275081">
                  <a:extLst>
                    <a:ext uri="{9D8B030D-6E8A-4147-A177-3AD203B41FA5}">
                      <a16:colId xmlns:a16="http://schemas.microsoft.com/office/drawing/2014/main" xmlns="" val="20001"/>
                    </a:ext>
                  </a:extLst>
                </a:gridCol>
                <a:gridCol w="937448">
                  <a:extLst>
                    <a:ext uri="{9D8B030D-6E8A-4147-A177-3AD203B41FA5}">
                      <a16:colId xmlns:a16="http://schemas.microsoft.com/office/drawing/2014/main" xmlns="" val="20002"/>
                    </a:ext>
                  </a:extLst>
                </a:gridCol>
                <a:gridCol w="937448">
                  <a:extLst>
                    <a:ext uri="{9D8B030D-6E8A-4147-A177-3AD203B41FA5}">
                      <a16:colId xmlns:a16="http://schemas.microsoft.com/office/drawing/2014/main" xmlns="" val="20003"/>
                    </a:ext>
                  </a:extLst>
                </a:gridCol>
                <a:gridCol w="937448">
                  <a:extLst>
                    <a:ext uri="{9D8B030D-6E8A-4147-A177-3AD203B41FA5}">
                      <a16:colId xmlns:a16="http://schemas.microsoft.com/office/drawing/2014/main" xmlns="" val="20004"/>
                    </a:ext>
                  </a:extLst>
                </a:gridCol>
              </a:tblGrid>
              <a:tr h="173994">
                <a:tc>
                  <a:txBody>
                    <a:bodyPr/>
                    <a:lstStyle/>
                    <a:p>
                      <a:pPr algn="ctr" fontAlgn="ctr"/>
                      <a:r>
                        <a:rPr lang="en-ID" sz="900" b="1" i="0" u="none" strike="noStrike" dirty="0">
                          <a:solidFill>
                            <a:srgbClr val="FFFFFF"/>
                          </a:solidFill>
                          <a:effectLst/>
                          <a:latin typeface="Calibri" panose="020F0502020204030204" pitchFamily="34" charset="0"/>
                        </a:rPr>
                        <a:t>Country</a:t>
                      </a:r>
                    </a:p>
                  </a:txBody>
                  <a:tcPr marL="0" marR="0" marT="0" marB="0" anchor="ctr">
                    <a:lnL w="12700" cap="flat" cmpd="sng" algn="ctr">
                      <a:solidFill>
                        <a:schemeClr val="tx1"/>
                      </a:solidFill>
                      <a:prstDash val="solid"/>
                      <a:round/>
                      <a:headEnd type="none" w="med" len="med"/>
                      <a:tailEnd type="none" w="med" len="med"/>
                    </a:lnL>
                    <a:lnR>
                      <a:noFill/>
                      <a:headEnd type="none" w="med" len="med"/>
                      <a:tailEnd type="none" w="med" len="med"/>
                    </a:lnR>
                    <a:lnT w="12700" cap="flat" cmpd="sng" algn="ctr">
                      <a:solidFill>
                        <a:schemeClr val="tx1"/>
                      </a:solidFill>
                      <a:prstDash val="solid"/>
                      <a:round/>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5CAC"/>
                    </a:solidFill>
                  </a:tcPr>
                </a:tc>
                <a:tc>
                  <a:txBody>
                    <a:bodyPr/>
                    <a:lstStyle/>
                    <a:p>
                      <a:pPr algn="ctr" fontAlgn="ctr"/>
                      <a:r>
                        <a:rPr lang="en-ID" sz="900" b="1" i="0" u="none" strike="noStrike" dirty="0">
                          <a:solidFill>
                            <a:srgbClr val="FFFFFF"/>
                          </a:solidFill>
                          <a:effectLst/>
                          <a:latin typeface="Calibri" panose="020F0502020204030204" pitchFamily="34" charset="0"/>
                        </a:rPr>
                        <a:t>Data</a:t>
                      </a:r>
                    </a:p>
                  </a:txBody>
                  <a:tcPr marL="0" marR="0" marT="0" marB="0" anchor="ctr">
                    <a:lnL>
                      <a:noFill/>
                    </a:lnL>
                    <a:lnR>
                      <a:noFill/>
                    </a:lnR>
                    <a:lnT w="12700" cap="flat" cmpd="sng" algn="ctr">
                      <a:solidFill>
                        <a:schemeClr val="tx1"/>
                      </a:solidFill>
                      <a:prstDash val="solid"/>
                      <a:round/>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5CAC"/>
                    </a:solidFill>
                  </a:tcPr>
                </a:tc>
                <a:tc>
                  <a:txBody>
                    <a:bodyPr/>
                    <a:lstStyle/>
                    <a:p>
                      <a:pPr algn="ctr" fontAlgn="ctr"/>
                      <a:r>
                        <a:rPr lang="en-ID" sz="900" b="1" i="0" u="none" strike="noStrike" dirty="0">
                          <a:solidFill>
                            <a:srgbClr val="FFFFFF"/>
                          </a:solidFill>
                          <a:effectLst/>
                          <a:latin typeface="Calibri" panose="020F0502020204030204" pitchFamily="34" charset="0"/>
                        </a:rPr>
                        <a:t>Previous</a:t>
                      </a:r>
                    </a:p>
                  </a:txBody>
                  <a:tcPr marL="0" marR="0" marT="0" marB="0" anchor="ctr">
                    <a:lnL>
                      <a:noFill/>
                    </a:lnL>
                    <a:lnR>
                      <a:noFill/>
                    </a:lnR>
                    <a:lnT w="12700" cap="flat" cmpd="sng" algn="ctr">
                      <a:solidFill>
                        <a:schemeClr val="tx1"/>
                      </a:solidFill>
                      <a:prstDash val="solid"/>
                      <a:round/>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Forecast</a:t>
                      </a:r>
                    </a:p>
                  </a:txBody>
                  <a:tcPr marL="0" marR="0" marT="0" marB="0" anchor="ctr">
                    <a:lnL>
                      <a:noFill/>
                    </a:lnL>
                    <a:lnR>
                      <a:noFill/>
                    </a:lnR>
                    <a:lnT w="12700" cap="flat" cmpd="sng" algn="ctr">
                      <a:solidFill>
                        <a:schemeClr val="tx1"/>
                      </a:solidFill>
                      <a:prstDash val="solid"/>
                      <a:round/>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5CAC"/>
                    </a:solidFill>
                  </a:tcPr>
                </a:tc>
                <a:tc>
                  <a:txBody>
                    <a:bodyPr/>
                    <a:lstStyle/>
                    <a:p>
                      <a:pPr algn="ctr" fontAlgn="ctr"/>
                      <a:r>
                        <a:rPr lang="en-ID" sz="900" b="1" i="0" u="none" strike="noStrike" dirty="0">
                          <a:solidFill>
                            <a:srgbClr val="FFFFFF"/>
                          </a:solidFill>
                          <a:effectLst/>
                          <a:latin typeface="Calibri" panose="020F0502020204030204" pitchFamily="34" charset="0"/>
                        </a:rPr>
                        <a:t>Release Date*</a:t>
                      </a:r>
                    </a:p>
                  </a:txBody>
                  <a:tcPr marL="0" marR="0" marT="0"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5CAC"/>
                    </a:solidFill>
                  </a:tcPr>
                </a:tc>
                <a:extLst>
                  <a:ext uri="{0D108BD9-81ED-4DB2-BD59-A6C34878D82A}">
                    <a16:rowId xmlns:a16="http://schemas.microsoft.com/office/drawing/2014/main" xmlns="" val="10000"/>
                  </a:ext>
                </a:extLst>
              </a:tr>
              <a:tr h="170658">
                <a:tc rowSpan="5">
                  <a:txBody>
                    <a:bodyPr/>
                    <a:lstStyle/>
                    <a:p>
                      <a:pPr algn="ctr"/>
                      <a:r>
                        <a:rPr lang="en-US" sz="800" dirty="0">
                          <a:solidFill>
                            <a:schemeClr val="tx1"/>
                          </a:solidFill>
                        </a:rPr>
                        <a:t>US</a:t>
                      </a:r>
                    </a:p>
                  </a:txBody>
                  <a:tcPr anchor="ctr">
                    <a:lnR w="12700" cap="flat" cmpd="sng" algn="ctr">
                      <a:noFill/>
                      <a:prstDash val="solid"/>
                      <a:round/>
                      <a:headEnd type="none" w="med" len="med"/>
                      <a:tailEnd type="none" w="med" len="med"/>
                    </a:lnR>
                    <a:lnT w="12700" cmpd="sng">
                      <a:noFill/>
                      <a:prstDash val="solid"/>
                    </a:lnT>
                    <a:lnB w="12700" cmpd="sng">
                      <a:noFill/>
                      <a:prstDash val="solid"/>
                    </a:lnB>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S&amp;P Global Services PMI September 2026</a:t>
                      </a:r>
                    </a:p>
                  </a:txBody>
                  <a:tcPr marL="0" marR="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lgn="ctr"/>
                      <a:r>
                        <a:rPr lang="en-US" sz="800" dirty="0"/>
                        <a:t>58,70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58,70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5-Oct-26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a16="http://schemas.microsoft.com/office/drawing/2014/main" xmlns="" val="1745984785"/>
                  </a:ext>
                </a:extLst>
              </a:tr>
              <a:tr h="170658">
                <a:tc vMerge="1">
                  <a:txBody>
                    <a:bodyPr/>
                    <a:lstStyle/>
                    <a:p>
                      <a:pPr algn="ctr"/>
                      <a:endParaRPr lang="en-US" sz="800" dirty="0">
                        <a:solidFill>
                          <a:schemeClr val="tx1"/>
                        </a:solidFill>
                      </a:endParaRPr>
                    </a:p>
                  </a:txBody>
                  <a:tcPr anchor="ctr">
                    <a:lnR w="12700" cap="flat" cmpd="sng" algn="ctr">
                      <a:noFill/>
                      <a:prstDash val="solid"/>
                      <a:round/>
                      <a:headEnd type="none" w="med" len="med"/>
                      <a:tailEnd type="none" w="med" len="med"/>
                    </a:lnR>
                    <a:lnT w="12700" cmpd="sng">
                      <a:noFill/>
                      <a:prstDash val="solid"/>
                    </a:lnT>
                    <a:lnB w="12700" cmpd="sng">
                      <a:noFill/>
                      <a:prstDash val="solid"/>
                    </a:lnB>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ISM Non-Manufacturing PMI September 2026</a:t>
                      </a:r>
                    </a:p>
                  </a:txBody>
                  <a:tcPr marL="0" marR="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lgn="ctr"/>
                      <a:r>
                        <a:rPr lang="en-US" sz="800" dirty="0"/>
                        <a:t>55,40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55,70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5-Oct-26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a16="http://schemas.microsoft.com/office/drawing/2014/main" xmlns="" val="1278894911"/>
                  </a:ext>
                </a:extLst>
              </a:tr>
              <a:tr h="170658">
                <a:tc vMerge="1">
                  <a:txBody>
                    <a:bodyPr/>
                    <a:lstStyle/>
                    <a:p>
                      <a:pPr algn="ctr"/>
                      <a:endParaRPr lang="en-US" sz="800" dirty="0">
                        <a:solidFill>
                          <a:schemeClr val="tx1"/>
                        </a:solidFill>
                      </a:endParaRPr>
                    </a:p>
                  </a:txBody>
                  <a:tcPr anchor="ctr">
                    <a:lnR w="12700" cap="flat" cmpd="sng" algn="ctr">
                      <a:noFill/>
                      <a:prstDash val="solid"/>
                      <a:round/>
                      <a:headEnd type="none" w="med" len="med"/>
                      <a:tailEnd type="none" w="med" len="med"/>
                    </a:lnR>
                    <a:lnT w="12700" cmpd="sng">
                      <a:noFill/>
                      <a:prstDash val="solid"/>
                    </a:lnT>
                    <a:lnB w="12700" cmpd="sng">
                      <a:noFill/>
                      <a:prstDash val="solid"/>
                    </a:lnB>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Crude Oil Inventories</a:t>
                      </a:r>
                    </a:p>
                  </a:txBody>
                  <a:tcPr marL="0" marR="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lgn="ctr"/>
                      <a:r>
                        <a:rPr lang="en-US" sz="800" dirty="0"/>
                        <a:t>0,92 Mn</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7-Oct-26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a16="http://schemas.microsoft.com/office/drawing/2014/main" xmlns="" val="107868001"/>
                  </a:ext>
                </a:extLst>
              </a:tr>
              <a:tr h="170658">
                <a:tc vMerge="1">
                  <a:txBody>
                    <a:bodyPr/>
                    <a:lstStyle/>
                    <a:p>
                      <a:pPr algn="ctr"/>
                      <a:endParaRPr lang="en-US" sz="800" dirty="0">
                        <a:solidFill>
                          <a:schemeClr val="tx1"/>
                        </a:solidFill>
                      </a:endParaRPr>
                    </a:p>
                  </a:txBody>
                  <a:tcPr anchor="ctr">
                    <a:lnR w="12700" cap="flat" cmpd="sng" algn="ctr">
                      <a:noFill/>
                      <a:prstDash val="solid"/>
                      <a:round/>
                      <a:headEnd type="none" w="med" len="med"/>
                      <a:tailEnd type="none" w="med" len="med"/>
                    </a:lnR>
                    <a:lnT w="12700" cmpd="sng">
                      <a:noFill/>
                      <a:prstDash val="solid"/>
                    </a:lnT>
                    <a:lnB w="12700" cmpd="sng">
                      <a:noFill/>
                      <a:prstDash val="solid"/>
                    </a:lnB>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Initial Jobless Claims</a:t>
                      </a:r>
                    </a:p>
                  </a:txBody>
                  <a:tcPr marL="0" marR="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lgn="ctr"/>
                      <a:r>
                        <a:rPr lang="en-US" sz="800" dirty="0"/>
                        <a:t>197,00K</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200,00K</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8-Oct-26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a16="http://schemas.microsoft.com/office/drawing/2014/main" xmlns="" val="2023283864"/>
                  </a:ext>
                </a:extLst>
              </a:tr>
              <a:tr h="170658">
                <a:tc vMerge="1">
                  <a:txBody>
                    <a:bodyPr/>
                    <a:lstStyle/>
                    <a:p>
                      <a:pPr algn="ctr"/>
                      <a:endParaRPr lang="en-US" sz="800" dirty="0">
                        <a:solidFill>
                          <a:schemeClr val="tx1"/>
                        </a:solidFill>
                      </a:endParaRPr>
                    </a:p>
                  </a:txBody>
                  <a:tcPr anchor="ctr">
                    <a:lnR w="12700" cap="flat" cmpd="sng" algn="ctr">
                      <a:noFill/>
                      <a:prstDash val="solid"/>
                      <a:round/>
                      <a:headEnd type="none" w="med" len="med"/>
                      <a:tailEnd type="none" w="med" len="med"/>
                    </a:lnR>
                    <a:lnT w="12700" cmpd="sng">
                      <a:noFill/>
                      <a:prstDash val="solid"/>
                    </a:lnT>
                    <a:lnB w="12700" cmpd="sng">
                      <a:noFill/>
                      <a:prstDash val="solid"/>
                    </a:lnB>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30-Year Bond Auction</a:t>
                      </a:r>
                    </a:p>
                  </a:txBody>
                  <a:tcPr marL="0" marR="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lgn="ctr"/>
                      <a:r>
                        <a:rPr lang="en-US" sz="800" dirty="0"/>
                        <a:t>5,31%</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9-Oct-26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a16="http://schemas.microsoft.com/office/drawing/2014/main" xmlns="" val="83588552"/>
                  </a:ext>
                </a:extLst>
              </a:tr>
              <a:tr h="170658">
                <a:tc rowSpan="3">
                  <a:txBody>
                    <a:bodyPr/>
                    <a:lstStyle/>
                    <a:p>
                      <a:pPr algn="ctr"/>
                      <a:r>
                        <a:rPr lang="en-US" sz="800" dirty="0">
                          <a:latin typeface="+mn-lt"/>
                        </a:rPr>
                        <a:t>EU</a:t>
                      </a:r>
                      <a:endParaRPr lang="en-US" sz="800" dirty="0">
                        <a:solidFill>
                          <a:schemeClr val="tx1"/>
                        </a:solidFill>
                      </a:endParaRPr>
                    </a:p>
                  </a:txBody>
                  <a:tcPr anchor="ctr">
                    <a:lnR w="12700" cap="flat" cmpd="sng" algn="ctr">
                      <a:noFill/>
                      <a:prstDash val="solid"/>
                      <a:round/>
                      <a:headEnd type="none" w="med" len="med"/>
                      <a:tailEnd type="none" w="med" len="med"/>
                    </a:lnR>
                    <a:lnT w="12700" cmpd="sng">
                      <a:noFill/>
                      <a:prstDash val="solid"/>
                    </a:lnT>
                    <a:lnB w="12700" cmpd="sng">
                      <a:noFill/>
                      <a:prstDash val="solid"/>
                    </a:lnB>
                    <a:solidFill>
                      <a:srgbClr val="A7A7A7"/>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baseline="0" dirty="0"/>
                        <a:t>HCOB Eurozone Services PMI September 2026</a:t>
                      </a:r>
                    </a:p>
                  </a:txBody>
                  <a:tcPr marL="0" marR="0" marT="0" marB="0" anchor="ctr">
                    <a:lnL w="12700" cmpd="sng">
                      <a:noFill/>
                      <a:prstDash val="solid"/>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53,00</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53,00</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5-Oct-26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7A7A7"/>
                    </a:solidFill>
                  </a:tcPr>
                </a:tc>
                <a:extLst>
                  <a:ext uri="{0D108BD9-81ED-4DB2-BD59-A6C34878D82A}">
                    <a16:rowId xmlns:a16="http://schemas.microsoft.com/office/drawing/2014/main" xmlns="" val="1747879190"/>
                  </a:ext>
                </a:extLst>
              </a:tr>
              <a:tr h="170658">
                <a:tc vMerge="1">
                  <a:txBody>
                    <a:bodyPr/>
                    <a:lstStyle/>
                    <a:p>
                      <a:endParaRPr dirty="0"/>
                    </a:p>
                  </a:txBody>
                  <a:tcPr anchor="ctr">
                    <a:lnR w="12700" cap="flat" cmpd="sng" algn="ctr">
                      <a:noFill/>
                      <a:prstDash val="solid"/>
                      <a:round/>
                      <a:headEnd type="none" w="med" len="med"/>
                      <a:tailEnd type="none" w="med" len="med"/>
                    </a:lnR>
                    <a:lnT w="12700" cmpd="sng">
                      <a:noFill/>
                      <a:prstDash val="solid"/>
                    </a:lnT>
                    <a:lnB w="12700" cmpd="sng">
                      <a:noFill/>
                      <a:prstDash val="solid"/>
                    </a:lnB>
                    <a:solidFill>
                      <a:srgbClr val="A7A7A7"/>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baseline="0" dirty="0"/>
                        <a:t>HCOB Eurozone Composite PMI September 2026</a:t>
                      </a:r>
                    </a:p>
                  </a:txBody>
                  <a:tcPr marL="0" marR="0" marT="0" marB="0" anchor="ctr">
                    <a:lnL w="12700" cmpd="sng">
                      <a:noFill/>
                      <a:prstDash val="solid"/>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53,10</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53,10</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5-Oct-26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7A7A7"/>
                    </a:solidFill>
                  </a:tcPr>
                </a:tc>
                <a:extLst>
                  <a:ext uri="{0D108BD9-81ED-4DB2-BD59-A6C34878D82A}">
                    <a16:rowId xmlns:a16="http://schemas.microsoft.com/office/drawing/2014/main" xmlns="" val="2183262965"/>
                  </a:ext>
                </a:extLst>
              </a:tr>
              <a:tr h="170658">
                <a:tc vMerge="1">
                  <a:txBody>
                    <a:bodyPr/>
                    <a:lstStyle/>
                    <a:p>
                      <a:endParaRPr dirty="0"/>
                    </a:p>
                  </a:txBody>
                  <a:tcPr anchor="ctr">
                    <a:lnR w="12700" cap="flat" cmpd="sng" algn="ctr">
                      <a:noFill/>
                      <a:prstDash val="solid"/>
                      <a:round/>
                      <a:headEnd type="none" w="med" len="med"/>
                      <a:tailEnd type="none" w="med" len="med"/>
                    </a:lnR>
                    <a:lnT w="12700" cmpd="sng">
                      <a:noFill/>
                      <a:prstDash val="solid"/>
                    </a:lnT>
                    <a:lnB w="12700" cmpd="sng">
                      <a:noFill/>
                      <a:prstDash val="solid"/>
                    </a:lnB>
                    <a:solidFill>
                      <a:srgbClr val="A7A7A7"/>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baseline="0" dirty="0"/>
                        <a:t>CFTC EUR Speculative Net Positions</a:t>
                      </a:r>
                    </a:p>
                  </a:txBody>
                  <a:tcPr marL="0" marR="0" marT="0" marB="0" anchor="ctr">
                    <a:lnL w="12700" cmpd="sng">
                      <a:noFill/>
                      <a:prstDash val="solid"/>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-63,30K</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10-Oct-26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7A7A7"/>
                    </a:solidFill>
                  </a:tcPr>
                </a:tc>
                <a:extLst>
                  <a:ext uri="{0D108BD9-81ED-4DB2-BD59-A6C34878D82A}">
                    <a16:rowId xmlns:a16="http://schemas.microsoft.com/office/drawing/2014/main" xmlns="" val="1009071441"/>
                  </a:ext>
                </a:extLst>
              </a:tr>
              <a:tr h="170658">
                <a:tc rowSpan="3">
                  <a:txBody>
                    <a:bodyPr/>
                    <a:lstStyle/>
                    <a:p>
                      <a:pPr algn="ctr" fontAlgn="ctr"/>
                      <a:r>
                        <a:rPr lang="en-ID" sz="800" b="0" i="0" u="none" strike="noStrike" dirty="0">
                          <a:solidFill>
                            <a:srgbClr val="000000"/>
                          </a:solidFill>
                          <a:effectLst/>
                          <a:latin typeface="Calibri" panose="020F0502020204030204" pitchFamily="34" charset="0"/>
                        </a:rPr>
                        <a:t>Japan</a:t>
                      </a:r>
                    </a:p>
                  </a:txBody>
                  <a:tcPr marL="0" marR="0" marT="0" marB="0" anchor="ctr">
                    <a:lnL w="12700" cap="flat" cmpd="sng" algn="ctr">
                      <a:solidFill>
                        <a:schemeClr val="tx1"/>
                      </a:solidFill>
                      <a:prstDash val="solid"/>
                      <a:round/>
                      <a:headEnd type="none" w="med" len="med"/>
                      <a:tailEnd type="none" w="med" len="med"/>
                    </a:lnL>
                    <a:lnR>
                      <a:noFill/>
                      <a:headEnd type="none" w="med" len="med"/>
                      <a:tailEnd type="none" w="med" len="med"/>
                    </a:lnR>
                    <a:lnT>
                      <a:noFill/>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S&amp;P Global Services PMI September 2026</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en-US" sz="800" dirty="0"/>
                        <a:t>52,50</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en-US" sz="800" dirty="0"/>
                        <a:t>51,60</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5-Oct-26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extLst>
                  <a:ext uri="{0D108BD9-81ED-4DB2-BD59-A6C34878D82A}">
                    <a16:rowId xmlns:a16="http://schemas.microsoft.com/office/drawing/2014/main" xmlns="" val="3193980066"/>
                  </a:ext>
                </a:extLst>
              </a:tr>
              <a:tr h="170658">
                <a:tc vMerge="1">
                  <a:txBody>
                    <a:bodyPr/>
                    <a:lstStyle/>
                    <a:p>
                      <a:pPr algn="ctr" fontAlgn="ctr"/>
                      <a:endParaRPr lang="en-ID" sz="8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a:noFill/>
                      <a:headEnd type="none" w="med" len="med"/>
                      <a:tailEnd type="none" w="med" len="med"/>
                    </a:lnR>
                    <a:lnT>
                      <a:noFill/>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10-Year JGB Auction</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en-US" sz="800" dirty="0"/>
                        <a:t>2,99%</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en-US" sz="800" dirty="0"/>
                        <a:t>-</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6-Oct-26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extLst>
                  <a:ext uri="{0D108BD9-81ED-4DB2-BD59-A6C34878D82A}">
                    <a16:rowId xmlns:a16="http://schemas.microsoft.com/office/drawing/2014/main" xmlns="" val="1438621321"/>
                  </a:ext>
                </a:extLst>
              </a:tr>
              <a:tr h="170658">
                <a:tc vMerge="1">
                  <a:txBody>
                    <a:bodyPr/>
                    <a:lstStyle/>
                    <a:p>
                      <a:pPr algn="ctr" fontAlgn="ctr"/>
                      <a:endParaRPr lang="en-ID" sz="8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a:noFill/>
                      <a:headEnd type="none" w="med" len="med"/>
                      <a:tailEnd type="none" w="med" len="med"/>
                    </a:lnR>
                    <a:lnT>
                      <a:noFill/>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CFTC JPY Speculative Net Positions</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en-US" sz="800" dirty="0"/>
                        <a:t>55,40K</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en-US" sz="800" dirty="0"/>
                        <a:t>-</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10-Oct-26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extLst>
                  <a:ext uri="{0D108BD9-81ED-4DB2-BD59-A6C34878D82A}">
                    <a16:rowId xmlns:a16="http://schemas.microsoft.com/office/drawing/2014/main" xmlns="" val="636673274"/>
                  </a:ext>
                </a:extLst>
              </a:tr>
              <a:tr h="274320">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solidFill>
                            <a:schemeClr val="tx1"/>
                          </a:solidFill>
                        </a:rPr>
                        <a:t>China</a:t>
                      </a:r>
                      <a:endParaRPr lang="en-US" sz="800"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7A7A7"/>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FX Reserves September 2026 (USD)</a:t>
                      </a:r>
                    </a:p>
                  </a:txBody>
                  <a:tcPr marL="0" marR="0" marT="0" marB="0" anchor="ctr">
                    <a:lnL w="12700" cap="flat" cmpd="sng" algn="ctr">
                      <a:no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7A7A7"/>
                    </a:solidFill>
                  </a:tcPr>
                </a:tc>
                <a:tc>
                  <a:txBody>
                    <a:bodyPr/>
                    <a:lstStyle/>
                    <a:p>
                      <a:pPr algn="ctr"/>
                      <a:r>
                        <a:rPr lang="en-US" sz="800" dirty="0"/>
                        <a:t>3,44 Tn</a:t>
                      </a:r>
                    </a:p>
                  </a:txBody>
                  <a:tcPr marL="0" marR="0" marT="0" marB="0" anchor="ctr">
                    <a:lnL>
                      <a:noFill/>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7A7A7"/>
                    </a:solidFill>
                  </a:tcPr>
                </a:tc>
                <a:tc>
                  <a:txBody>
                    <a:bodyPr/>
                    <a:lstStyle/>
                    <a:p>
                      <a:pPr algn="ctr"/>
                      <a:r>
                        <a:rPr lang="en-US" sz="800" dirty="0"/>
                        <a:t>-</a:t>
                      </a:r>
                    </a:p>
                  </a:txBody>
                  <a:tcPr marL="0" marR="0" marT="0" marB="0" anchor="ctr">
                    <a:lnL>
                      <a:noFill/>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7A7A7"/>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7-Oct-26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7A7A7"/>
                    </a:solidFill>
                  </a:tcPr>
                </a:tc>
                <a:extLst>
                  <a:ext uri="{0D108BD9-81ED-4DB2-BD59-A6C34878D82A}">
                    <a16:rowId xmlns:a16="http://schemas.microsoft.com/office/drawing/2014/main" xmlns="" val="10013"/>
                  </a:ext>
                </a:extLst>
              </a:tr>
              <a:tr h="170658">
                <a:tc rowSpan="3">
                  <a:txBody>
                    <a:bodyPr/>
                    <a:lstStyle/>
                    <a:p>
                      <a:pPr algn="ctr" fontAlgn="ctr"/>
                      <a:r>
                        <a:rPr lang="en-ID" sz="800" b="0" i="0" u="none" strike="noStrike" dirty="0">
                          <a:solidFill>
                            <a:srgbClr val="000000"/>
                          </a:solidFill>
                          <a:effectLst/>
                          <a:latin typeface="Calibri" panose="020F0502020204030204" pitchFamily="34" charset="0"/>
                        </a:rPr>
                        <a:t>Indonesia</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FX Reserves September 2026 (USD)</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146,50 Bn</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5-Oct-26</a:t>
                      </a:r>
                      <a:endParaRPr lang="en-US" sz="800" dirty="0"/>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extLst>
                  <a:ext uri="{0D108BD9-81ED-4DB2-BD59-A6C34878D82A}">
                    <a16:rowId xmlns:a16="http://schemas.microsoft.com/office/drawing/2014/main" xmlns="" val="10020"/>
                  </a:ext>
                </a:extLst>
              </a:tr>
              <a:tr h="170658">
                <a:tc vMerge="1">
                  <a:txBody>
                    <a:bodyPr/>
                    <a:lstStyle/>
                    <a:p>
                      <a:endParaRPr lang="en-ID"/>
                    </a:p>
                  </a:txBody>
                  <a:tcPr>
                    <a:lnT w="12700" cap="flat" cmpd="sng" algn="ctr">
                      <a:solidFill>
                        <a:schemeClr val="tx1"/>
                      </a:solidFill>
                      <a:prstDash val="solid"/>
                      <a:round/>
                      <a:headEnd type="none" w="med" len="med"/>
                      <a:tailEnd type="none" w="med" len="med"/>
                    </a:lnT>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Consumer Confidence September 2026</a:t>
                      </a:r>
                    </a:p>
                  </a:txBody>
                  <a:tcPr marL="0" marR="0" marT="0" marB="0" anchor="ctr">
                    <a:lnL w="12700" cmpd="sng">
                      <a:noFill/>
                      <a:prstDash val="soli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118,50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8-Oct-26</a:t>
                      </a:r>
                      <a:endParaRPr lang="en-US" sz="800" dirty="0"/>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extLst>
                  <a:ext uri="{0D108BD9-81ED-4DB2-BD59-A6C34878D82A}">
                    <a16:rowId xmlns:a16="http://schemas.microsoft.com/office/drawing/2014/main" xmlns="" val="1216946848"/>
                  </a:ext>
                </a:extLst>
              </a:tr>
              <a:tr h="170658">
                <a:tc vMerge="1">
                  <a:txBody>
                    <a:bodyPr/>
                    <a:lstStyle/>
                    <a:p>
                      <a:endParaRPr lang="en-ID"/>
                    </a:p>
                  </a:txBody>
                  <a:tcPr>
                    <a:lnT w="12700" cap="flat" cmpd="sng" algn="ctr">
                      <a:solidFill>
                        <a:schemeClr val="tx1"/>
                      </a:solidFill>
                      <a:prstDash val="solid"/>
                      <a:round/>
                      <a:headEnd type="none" w="med" len="med"/>
                      <a:tailEnd type="none" w="med" len="med"/>
                    </a:lnT>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Retail Sales August 2026 (YoY)</a:t>
                      </a:r>
                    </a:p>
                  </a:txBody>
                  <a:tcPr marL="0" marR="0" marT="0" marB="0" anchor="ctr">
                    <a:lnL w="12700" cmpd="sng">
                      <a:noFill/>
                      <a:prstDash val="soli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1,10%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9-Oct-26</a:t>
                      </a:r>
                      <a:endParaRPr lang="en-US" sz="800" dirty="0"/>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extLst>
                  <a:ext uri="{0D108BD9-81ED-4DB2-BD59-A6C34878D82A}">
                    <a16:rowId xmlns:a16="http://schemas.microsoft.com/office/drawing/2014/main" xmlns="" val="4091166241"/>
                  </a:ext>
                </a:extLst>
              </a:tr>
            </a:tbl>
          </a:graphicData>
        </a:graphic>
      </p:graphicFrame>
      <p:pic>
        <p:nvPicPr>
          <p:cNvPr id="2097157" name="Picture 15">
            <a:extLst>
              <a:ext uri="{FF2B5EF4-FFF2-40B4-BE49-F238E27FC236}">
                <a16:creationId xmlns:a16="http://schemas.microsoft.com/office/drawing/2014/main" xmlns="" id="{F65C2A15-E8A1-6360-F2E9-1FA5F1267E02}"/>
              </a:ext>
            </a:extLst>
          </p:cNvPr>
          <p:cNvPicPr>
            <a:picLocks noChangeAspect="1"/>
          </p:cNvPicPr>
          <p:nvPr/>
        </p:nvPicPr>
        <p:blipFill>
          <a:blip r:embed="rId3"/>
          <a:stretch>
            <a:fillRect/>
          </a:stretch>
        </p:blipFill>
        <p:spPr>
          <a:xfrm>
            <a:off x="424493" y="8786563"/>
            <a:ext cx="6009012" cy="267729"/>
          </a:xfrm>
          <a:prstGeom prst="rect">
            <a:avLst/>
          </a:prstGeom>
        </p:spPr>
      </p:pic>
      <p:sp>
        <p:nvSpPr>
          <p:cNvPr id="1048627" name="TextBox 17">
            <a:extLst>
              <a:ext uri="{FF2B5EF4-FFF2-40B4-BE49-F238E27FC236}">
                <a16:creationId xmlns:a16="http://schemas.microsoft.com/office/drawing/2014/main" xmlns="" id="{44515946-B3BD-45BA-05B9-37D8A538FBB8}"/>
              </a:ext>
            </a:extLst>
          </p:cNvPr>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dirty="0">
                <a:solidFill>
                  <a:srgbClr val="175FAB"/>
                </a:solidFill>
              </a:rPr>
              <a:t>PT</a:t>
            </a:r>
            <a:r>
              <a:rPr lang="en-US" sz="1000" dirty="0">
                <a:solidFill>
                  <a:srgbClr val="175FAB"/>
                </a:solidFill>
              </a:rPr>
              <a:t> </a:t>
            </a:r>
            <a:r>
              <a:rPr lang="id-ID" sz="1000" dirty="0">
                <a:solidFill>
                  <a:srgbClr val="175FAB"/>
                </a:solidFill>
              </a:rPr>
              <a:t>Bank</a:t>
            </a:r>
            <a:r>
              <a:rPr lang="en-US" sz="1000" dirty="0">
                <a:solidFill>
                  <a:srgbClr val="175FAB"/>
                </a:solidFill>
              </a:rPr>
              <a:t> </a:t>
            </a:r>
            <a:r>
              <a:rPr lang="id-ID" sz="1000" dirty="0">
                <a:solidFill>
                  <a:srgbClr val="175FAB"/>
                </a:solidFill>
              </a:rPr>
              <a:t>Central</a:t>
            </a:r>
            <a:r>
              <a:rPr lang="en-US" sz="1000" dirty="0">
                <a:solidFill>
                  <a:srgbClr val="175FAB"/>
                </a:solidFill>
              </a:rPr>
              <a:t> </a:t>
            </a:r>
            <a:r>
              <a:rPr lang="id-ID" sz="1000" dirty="0">
                <a:solidFill>
                  <a:srgbClr val="175FAB"/>
                </a:solidFill>
              </a:rPr>
              <a:t>Asia</a:t>
            </a:r>
            <a:r>
              <a:rPr lang="en-US" sz="1000" dirty="0">
                <a:solidFill>
                  <a:srgbClr val="175FAB"/>
                </a:solidFill>
              </a:rPr>
              <a:t> </a:t>
            </a:r>
            <a:r>
              <a:rPr lang="en-US" sz="1000" dirty="0" err="1">
                <a:solidFill>
                  <a:srgbClr val="175FAB"/>
                </a:solidFill>
              </a:rPr>
              <a:t>Tbk</a:t>
            </a:r>
            <a:r>
              <a:rPr lang="en-US" sz="1000" dirty="0">
                <a:solidFill>
                  <a:srgbClr val="175FAB"/>
                </a:solidFill>
              </a:rPr>
              <a:t>.</a:t>
            </a:r>
            <a:endParaRPr lang="id-ID" sz="1000" dirty="0">
              <a:solidFill>
                <a:srgbClr val="175FAB"/>
              </a:solidFill>
            </a:endParaRPr>
          </a:p>
        </p:txBody>
      </p:sp>
      <p:sp>
        <p:nvSpPr>
          <p:cNvPr id="1048629" name="TextBox 22">
            <a:extLst>
              <a:ext uri="{FF2B5EF4-FFF2-40B4-BE49-F238E27FC236}">
                <a16:creationId xmlns:a16="http://schemas.microsoft.com/office/drawing/2014/main" xmlns="" id="{126D34C4-CEFC-6A61-6959-A343F8B08237}"/>
              </a:ext>
            </a:extLst>
          </p:cNvPr>
          <p:cNvSpPr txBox="1"/>
          <p:nvPr/>
        </p:nvSpPr>
        <p:spPr>
          <a:xfrm>
            <a:off x="5791200" y="8779499"/>
            <a:ext cx="645196" cy="271639"/>
          </a:xfrm>
          <a:prstGeom prst="rect">
            <a:avLst/>
          </a:prstGeom>
          <a:noFill/>
        </p:spPr>
        <p:txBody>
          <a:bodyPr wrap="square" lIns="116612" tIns="58306" rIns="116612" bIns="58306" rtlCol="0">
            <a:spAutoFit/>
          </a:bodyPr>
          <a:lstStyle/>
          <a:p>
            <a:pPr algn="r"/>
            <a:r>
              <a:rPr lang="en-US" sz="1000">
                <a:solidFill>
                  <a:schemeClr val="bg1"/>
                </a:solidFill>
              </a:rPr>
              <a:t>5</a:t>
            </a:r>
            <a:endParaRPr lang="id-ID" sz="1000">
              <a:solidFill>
                <a:schemeClr val="bg1"/>
              </a:solidFill>
            </a:endParaRPr>
          </a:p>
        </p:txBody>
      </p:sp>
      <p:sp>
        <p:nvSpPr>
          <p:cNvPr id="1048630" name="Rectangle 48">
            <a:extLst>
              <a:ext uri="{FF2B5EF4-FFF2-40B4-BE49-F238E27FC236}">
                <a16:creationId xmlns:a16="http://schemas.microsoft.com/office/drawing/2014/main" xmlns="" id="{C5406D2C-6EA2-372F-FCD0-D8F2DE40E32D}"/>
              </a:ext>
            </a:extLst>
          </p:cNvPr>
          <p:cNvSpPr>
            <a:spLocks noChangeArrowheads="1"/>
          </p:cNvSpPr>
          <p:nvPr/>
        </p:nvSpPr>
        <p:spPr bwMode="auto">
          <a:xfrm>
            <a:off x="0" y="49530"/>
            <a:ext cx="182881" cy="358140"/>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endParaRPr lang="en-US"/>
          </a:p>
        </p:txBody>
      </p:sp>
      <p:sp>
        <p:nvSpPr>
          <p:cNvPr id="17" name="TextBox 16">
            <a:extLst>
              <a:ext uri="{FF2B5EF4-FFF2-40B4-BE49-F238E27FC236}">
                <a16:creationId xmlns:a16="http://schemas.microsoft.com/office/drawing/2014/main" xmlns="" id="{9DDA1BDE-0F82-65DE-0027-7A8FB700223C}"/>
              </a:ext>
            </a:extLst>
          </p:cNvPr>
          <p:cNvSpPr txBox="1"/>
          <p:nvPr/>
        </p:nvSpPr>
        <p:spPr>
          <a:xfrm>
            <a:off x="304800" y="1638397"/>
            <a:ext cx="1534394"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C5EA8"/>
                </a:solidFill>
                <a:effectLst/>
                <a:uLnTx/>
                <a:uFillTx/>
                <a:latin typeface="Calibri"/>
                <a:ea typeface="+mn-ea"/>
                <a:cs typeface="+mn-cs"/>
              </a:rPr>
              <a:t>Proyeksi Data Ekonomi</a:t>
            </a:r>
            <a:endParaRPr kumimoji="0" lang="en-US" sz="1100" b="1" i="0" u="none" strike="noStrike" kern="1200" cap="none" spc="0" normalizeH="0" baseline="0" noProof="0" dirty="0">
              <a:ln>
                <a:noFill/>
              </a:ln>
              <a:solidFill>
                <a:srgbClr val="0C5EA8"/>
              </a:solidFill>
              <a:effectLst/>
              <a:uLnTx/>
              <a:uFillTx/>
              <a:latin typeface="Calibri"/>
              <a:ea typeface="+mn-ea"/>
              <a:cs typeface="+mn-cs"/>
            </a:endParaRPr>
          </a:p>
        </p:txBody>
      </p:sp>
      <p:sp>
        <p:nvSpPr>
          <p:cNvPr id="20" name="Rectangle 19">
            <a:extLst>
              <a:ext uri="{FF2B5EF4-FFF2-40B4-BE49-F238E27FC236}">
                <a16:creationId xmlns:a16="http://schemas.microsoft.com/office/drawing/2014/main" xmlns="" id="{61ED816A-40D6-D4B1-7F93-DE7BFEA3488C}"/>
              </a:ext>
            </a:extLst>
          </p:cNvPr>
          <p:cNvSpPr/>
          <p:nvPr/>
        </p:nvSpPr>
        <p:spPr>
          <a:xfrm>
            <a:off x="536068" y="1395494"/>
            <a:ext cx="1099508" cy="160796"/>
          </a:xfrm>
          <a:prstGeom prst="rect">
            <a:avLst/>
          </a:prstGeom>
          <a:solidFill>
            <a:srgbClr val="0051A2"/>
          </a:solidFill>
          <a:ln>
            <a:solidFill>
              <a:srgbClr val="0051A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31">
            <a:extLst>
              <a:ext uri="{FF2B5EF4-FFF2-40B4-BE49-F238E27FC236}">
                <a16:creationId xmlns:a16="http://schemas.microsoft.com/office/drawing/2014/main" xmlns="" id="{5F935AB8-4CE1-D254-7223-E63C9C83C7CC}"/>
              </a:ext>
            </a:extLst>
          </p:cNvPr>
          <p:cNvSpPr txBox="1"/>
          <p:nvPr/>
        </p:nvSpPr>
        <p:spPr>
          <a:xfrm>
            <a:off x="304800" y="7765679"/>
            <a:ext cx="4792633" cy="200055"/>
          </a:xfrm>
          <a:prstGeom prst="rect">
            <a:avLst/>
          </a:prstGeom>
          <a:noFill/>
        </p:spPr>
        <p:txBody>
          <a:bodyPr wrap="square" rtlCol="0">
            <a:spAutoFit/>
          </a:bodyPr>
          <a:lstStyle/>
          <a:p>
            <a:r>
              <a:rPr lang="en-US" sz="700" i="1" dirty="0"/>
              <a:t>*adjusted to Indonesian time</a:t>
            </a:r>
          </a:p>
        </p:txBody>
      </p:sp>
      <p:sp>
        <p:nvSpPr>
          <p:cNvPr id="21" name="Rectangle 20">
            <a:extLst>
              <a:ext uri="{FF2B5EF4-FFF2-40B4-BE49-F238E27FC236}">
                <a16:creationId xmlns:a16="http://schemas.microsoft.com/office/drawing/2014/main" xmlns="" id="{B8873FCB-3B47-3353-6E5E-8644C4894C78}"/>
              </a:ext>
            </a:extLst>
          </p:cNvPr>
          <p:cNvSpPr/>
          <p:nvPr/>
        </p:nvSpPr>
        <p:spPr>
          <a:xfrm>
            <a:off x="532173" y="1397347"/>
            <a:ext cx="1099508" cy="160796"/>
          </a:xfrm>
          <a:prstGeom prst="rect">
            <a:avLst/>
          </a:prstGeom>
          <a:solidFill>
            <a:srgbClr val="0051A2"/>
          </a:solidFill>
          <a:ln>
            <a:solidFill>
              <a:srgbClr val="0051A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xmlns="" id="{F908AC75-40AA-5789-1A9F-4E0663226C3A}"/>
              </a:ext>
            </a:extLst>
          </p:cNvPr>
          <p:cNvSpPr txBox="1"/>
          <p:nvPr/>
        </p:nvSpPr>
        <p:spPr>
          <a:xfrm>
            <a:off x="424492" y="1352226"/>
            <a:ext cx="1308514" cy="246221"/>
          </a:xfrm>
          <a:prstGeom prst="rect">
            <a:avLst/>
          </a:prstGeom>
          <a:noFill/>
        </p:spPr>
        <p:txBody>
          <a:bodyPr wrap="square" rtlCol="0">
            <a:spAutoFit/>
          </a:bodyPr>
          <a:lstStyle/>
          <a:p>
            <a:pPr algn="ctr"/>
            <a:r>
              <a:rPr lang="en-US" sz="1000" b="1" dirty="0">
                <a:solidFill>
                  <a:schemeClr val="bg1"/>
                </a:solidFill>
              </a:rPr>
              <a:t>12 October 2026</a:t>
            </a:r>
          </a:p>
        </p:txBody>
      </p:sp>
      <p:sp>
        <p:nvSpPr>
          <p:cNvPr id="2" name="TextBox 1">
            <a:extLst>
              <a:ext uri="{FF2B5EF4-FFF2-40B4-BE49-F238E27FC236}">
                <a16:creationId xmlns:a16="http://schemas.microsoft.com/office/drawing/2014/main" xmlns="" id="{6BF49385-9C4C-9BE5-92C1-FD7DB3660EF9}"/>
              </a:ext>
            </a:extLst>
          </p:cNvPr>
          <p:cNvSpPr txBox="1"/>
          <p:nvPr/>
        </p:nvSpPr>
        <p:spPr>
          <a:xfrm>
            <a:off x="306430" y="4578803"/>
            <a:ext cx="1688256" cy="261610"/>
          </a:xfrm>
          <a:prstGeom prst="rect">
            <a:avLst/>
          </a:prstGeom>
          <a:noFill/>
        </p:spPr>
        <p:txBody>
          <a:bodyPr wrap="square" rtlCol="0">
            <a:spAutoFit/>
          </a:bodyPr>
          <a:lstStyle/>
          <a:p>
            <a:pPr lvl="0">
              <a:defRPr/>
            </a:pPr>
            <a:r>
              <a:rPr lang="en-US" sz="1100" b="1">
                <a:solidFill>
                  <a:srgbClr val="0C5EA8"/>
                </a:solidFill>
              </a:rPr>
              <a:t>Data Rilis Minggu Ini</a:t>
            </a:r>
            <a:endParaRPr lang="en-US" sz="1100" b="1" dirty="0">
              <a:solidFill>
                <a:srgbClr val="0C5EA8"/>
              </a:solidFill>
            </a:endParaRPr>
          </a:p>
        </p:txBody>
      </p:sp>
      <p:pic>
        <p:nvPicPr>
          <p:cNvPr id="14" name="Picture 23" descr="C:\Users\u062353\Downloads\usa-today.png">
            <a:extLst>
              <a:ext uri="{FF2B5EF4-FFF2-40B4-BE49-F238E27FC236}">
                <a16:creationId xmlns:a16="http://schemas.microsoft.com/office/drawing/2014/main" xmlns="" id="{554FB8FF-B950-0DC1-5110-367175277929}"/>
              </a:ext>
            </a:extLst>
          </p:cNvPr>
          <p:cNvPicPr>
            <a:picLocks noChangeAspect="1" noChangeArrowheads="1"/>
          </p:cNvPicPr>
          <p:nvPr/>
        </p:nvPicPr>
        <p:blipFill>
          <a:blip r:embed="rId4" cstate="print"/>
          <a:srcRect/>
          <a:stretch>
            <a:fillRect/>
          </a:stretch>
        </p:blipFill>
        <p:spPr bwMode="auto">
          <a:xfrm>
            <a:off x="424492" y="5293064"/>
            <a:ext cx="259471" cy="252000"/>
          </a:xfrm>
          <a:prstGeom prst="rect">
            <a:avLst/>
          </a:prstGeom>
          <a:noFill/>
        </p:spPr>
      </p:pic>
      <p:pic>
        <p:nvPicPr>
          <p:cNvPr id="15" name="Picture 26" descr="C:\Users\u062353\Downloads\europe.png">
            <a:extLst>
              <a:ext uri="{FF2B5EF4-FFF2-40B4-BE49-F238E27FC236}">
                <a16:creationId xmlns:a16="http://schemas.microsoft.com/office/drawing/2014/main" xmlns="" id="{C0E53487-0FE9-DD9A-856A-927CC354F353}"/>
              </a:ext>
            </a:extLst>
          </p:cNvPr>
          <p:cNvPicPr>
            <a:picLocks noChangeAspect="1" noChangeArrowheads="1"/>
          </p:cNvPicPr>
          <p:nvPr/>
        </p:nvPicPr>
        <p:blipFill>
          <a:blip r:embed="rId5" cstate="print"/>
          <a:srcRect/>
          <a:stretch>
            <a:fillRect/>
          </a:stretch>
        </p:blipFill>
        <p:spPr bwMode="auto">
          <a:xfrm>
            <a:off x="424492" y="5978957"/>
            <a:ext cx="258296" cy="245478"/>
          </a:xfrm>
          <a:prstGeom prst="rect">
            <a:avLst/>
          </a:prstGeom>
          <a:noFill/>
        </p:spPr>
      </p:pic>
      <p:pic>
        <p:nvPicPr>
          <p:cNvPr id="22" name="image4.png">
            <a:extLst>
              <a:ext uri="{FF2B5EF4-FFF2-40B4-BE49-F238E27FC236}">
                <a16:creationId xmlns:a16="http://schemas.microsoft.com/office/drawing/2014/main" xmlns="" id="{D00B4B8B-4F51-55F0-2270-D64E262469E9}"/>
              </a:ext>
            </a:extLst>
          </p:cNvPr>
          <p:cNvPicPr preferRelativeResize="0">
            <a:picLocks noChangeAspect="1"/>
          </p:cNvPicPr>
          <p:nvPr/>
        </p:nvPicPr>
        <p:blipFill>
          <a:blip r:embed="rId6" cstate="print"/>
          <a:stretch>
            <a:fillRect/>
          </a:stretch>
        </p:blipFill>
        <p:spPr>
          <a:xfrm>
            <a:off x="425532" y="6880817"/>
            <a:ext cx="252000" cy="252000"/>
          </a:xfrm>
          <a:prstGeom prst="rect">
            <a:avLst/>
          </a:prstGeom>
          <a:noFill/>
        </p:spPr>
      </p:pic>
      <p:pic>
        <p:nvPicPr>
          <p:cNvPr id="24" name="Picture 29">
            <a:extLst>
              <a:ext uri="{FF2B5EF4-FFF2-40B4-BE49-F238E27FC236}">
                <a16:creationId xmlns:a16="http://schemas.microsoft.com/office/drawing/2014/main" xmlns="" id="{724CA62C-6225-F1CF-53F5-BE0644A9C7A9}"/>
              </a:ext>
            </a:extLst>
          </p:cNvPr>
          <p:cNvPicPr>
            <a:picLocks noChangeAspect="1"/>
          </p:cNvPicPr>
          <p:nvPr/>
        </p:nvPicPr>
        <p:blipFill>
          <a:blip r:embed="rId7"/>
          <a:stretch>
            <a:fillRect/>
          </a:stretch>
        </p:blipFill>
        <p:spPr>
          <a:xfrm>
            <a:off x="418357" y="7270376"/>
            <a:ext cx="259175" cy="259175"/>
          </a:xfrm>
          <a:prstGeom prst="rect">
            <a:avLst/>
          </a:prstGeom>
        </p:spPr>
      </p:pic>
      <p:pic>
        <p:nvPicPr>
          <p:cNvPr id="3" name="Picture 27" descr="C:\Users\u062353\Downloads\japan.png">
            <a:extLst>
              <a:ext uri="{FF2B5EF4-FFF2-40B4-BE49-F238E27FC236}">
                <a16:creationId xmlns:a16="http://schemas.microsoft.com/office/drawing/2014/main" xmlns="" id="{BD7F973C-41A4-C2A9-BDFC-6EBE0AC3DD59}"/>
              </a:ext>
            </a:extLst>
          </p:cNvPr>
          <p:cNvPicPr>
            <a:picLocks noChangeAspect="1" noChangeArrowheads="1"/>
          </p:cNvPicPr>
          <p:nvPr/>
        </p:nvPicPr>
        <p:blipFill>
          <a:blip r:embed="rId8" cstate="print"/>
          <a:srcRect/>
          <a:stretch>
            <a:fillRect/>
          </a:stretch>
        </p:blipFill>
        <p:spPr bwMode="auto">
          <a:xfrm>
            <a:off x="424492" y="6487670"/>
            <a:ext cx="254081" cy="252000"/>
          </a:xfrm>
          <a:prstGeom prst="rect">
            <a:avLst/>
          </a:prstGeom>
          <a:noFill/>
        </p:spPr>
      </p:pic>
    </p:spTree>
    <p:extLst>
      <p:ext uri="{BB962C8B-B14F-4D97-AF65-F5344CB8AC3E}">
        <p14:creationId xmlns:p14="http://schemas.microsoft.com/office/powerpoint/2010/main" val="28157809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7164" name="Date Tab"/>
          <p:cNvSpPr/>
          <p:nvPr/>
        </p:nvSpPr>
        <p:spPr>
          <a:xfrm>
            <a:off x="429768" y="1373499"/>
            <a:ext cx="1295400" cy="201168"/>
          </a:xfrm>
          <a:prstGeom prst="rect">
            <a:avLst/>
          </a:prstGeom>
          <a:solidFill>
            <a:srgbClr val="0051A2"/>
          </a:solidFill>
          <a:ln>
            <a:noFill/>
          </a:ln>
        </p:spPr>
        <p:txBody>
          <a:bodyPr wrap="none" lIns="0" tIns="0" rIns="0" bIns="0" rtlCol="0" anchor="ctr"/>
          <a:lstStyle/>
          <a:p>
            <a:pPr algn="ctr"/>
            <a:r>
              <a:rPr lang="en-US" sz="1000" b="1" dirty="0">
                <a:solidFill>
                  <a:schemeClr val="bg1"/>
                </a:solidFill>
                <a:latin typeface="+mn-lt"/>
              </a:rPr>
              <a:t>12 October 2026</a:t>
            </a:r>
          </a:p>
        </p:txBody>
      </p:sp>
      <p:sp>
        <p:nvSpPr>
          <p:cNvPr id="1048636" name="TextBox 4"/>
          <p:cNvSpPr txBox="1"/>
          <p:nvPr/>
        </p:nvSpPr>
        <p:spPr>
          <a:xfrm>
            <a:off x="325876" y="68605"/>
            <a:ext cx="4802351" cy="1071868"/>
          </a:xfrm>
          <a:prstGeom prst="rect">
            <a:avLst/>
          </a:prstGeom>
          <a:noFill/>
        </p:spPr>
        <p:txBody>
          <a:bodyPr wrap="square" lIns="116612" tIns="58306" rIns="116612" bIns="58306" rtlCol="0">
            <a:spAutoFit/>
          </a:bodyPr>
          <a:lstStyle/>
          <a:p>
            <a:pPr defTabSz="1166125"/>
            <a:r>
              <a:rPr lang="id-ID" sz="3100" b="1">
                <a:solidFill>
                  <a:prstClr val="white"/>
                </a:solidFill>
              </a:rPr>
              <a:t>Weekly</a:t>
            </a:r>
          </a:p>
          <a:p>
            <a:pPr defTabSz="1166125"/>
            <a:r>
              <a:rPr lang="id-ID" sz="3100" b="1">
                <a:solidFill>
                  <a:prstClr val="white"/>
                </a:solidFill>
              </a:rPr>
              <a:t>Market Overview</a:t>
            </a:r>
          </a:p>
        </p:txBody>
      </p:sp>
      <p:sp>
        <p:nvSpPr>
          <p:cNvPr id="1048637" name="TextBox 6"/>
          <p:cNvSpPr txBox="1"/>
          <p:nvPr/>
        </p:nvSpPr>
        <p:spPr>
          <a:xfrm>
            <a:off x="325874" y="996200"/>
            <a:ext cx="3103126" cy="353303"/>
          </a:xfrm>
          <a:prstGeom prst="rect">
            <a:avLst/>
          </a:prstGeom>
          <a:noFill/>
        </p:spPr>
        <p:txBody>
          <a:bodyPr wrap="square" lIns="116612" tIns="58306" rIns="116612" bIns="58306" rtlCol="0">
            <a:spAutoFit/>
          </a:bodyPr>
          <a:lstStyle/>
          <a:p>
            <a:pPr defTabSz="1166125"/>
            <a:r>
              <a:rPr lang="id-ID" sz="1500" b="1" dirty="0">
                <a:solidFill>
                  <a:prstClr val="white"/>
                </a:solidFill>
              </a:rPr>
              <a:t>Wealth Management Division</a:t>
            </a:r>
          </a:p>
        </p:txBody>
      </p:sp>
      <p:pic>
        <p:nvPicPr>
          <p:cNvPr id="2097163" name="Picture 15"/>
          <p:cNvPicPr>
            <a:picLocks noChangeAspect="1"/>
          </p:cNvPicPr>
          <p:nvPr/>
        </p:nvPicPr>
        <p:blipFill>
          <a:blip r:embed="rId3"/>
          <a:stretch>
            <a:fillRect/>
          </a:stretch>
        </p:blipFill>
        <p:spPr>
          <a:xfrm>
            <a:off x="424493" y="8786563"/>
            <a:ext cx="6009012" cy="267729"/>
          </a:xfrm>
          <a:prstGeom prst="rect">
            <a:avLst/>
          </a:prstGeom>
        </p:spPr>
      </p:pic>
      <p:sp>
        <p:nvSpPr>
          <p:cNvPr id="1048638" name="TextBox 17"/>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a:solidFill>
                  <a:srgbClr val="175FAB"/>
                </a:solidFill>
              </a:rPr>
              <a:t>PT</a:t>
            </a:r>
            <a:r>
              <a:rPr lang="en-US" sz="1000">
                <a:solidFill>
                  <a:srgbClr val="175FAB"/>
                </a:solidFill>
              </a:rPr>
              <a:t> </a:t>
            </a:r>
            <a:r>
              <a:rPr lang="id-ID" sz="1000">
                <a:solidFill>
                  <a:srgbClr val="175FAB"/>
                </a:solidFill>
              </a:rPr>
              <a:t>Bank </a:t>
            </a:r>
            <a:r>
              <a:rPr lang="id-ID" sz="1000" err="1">
                <a:solidFill>
                  <a:srgbClr val="175FAB"/>
                </a:solidFill>
              </a:rPr>
              <a:t>Central</a:t>
            </a:r>
            <a:r>
              <a:rPr lang="id-ID" sz="1000">
                <a:solidFill>
                  <a:srgbClr val="175FAB"/>
                </a:solidFill>
              </a:rPr>
              <a:t> Asia</a:t>
            </a:r>
            <a:r>
              <a:rPr lang="en-US" sz="1000">
                <a:solidFill>
                  <a:srgbClr val="175FAB"/>
                </a:solidFill>
              </a:rPr>
              <a:t> </a:t>
            </a:r>
            <a:r>
              <a:rPr lang="en-US" sz="1000" err="1">
                <a:solidFill>
                  <a:srgbClr val="175FAB"/>
                </a:solidFill>
              </a:rPr>
              <a:t>Tbk</a:t>
            </a:r>
            <a:r>
              <a:rPr lang="en-US" sz="1000">
                <a:solidFill>
                  <a:srgbClr val="175FAB"/>
                </a:solidFill>
              </a:rPr>
              <a:t>.</a:t>
            </a:r>
            <a:endParaRPr lang="id-ID" sz="1000">
              <a:solidFill>
                <a:srgbClr val="175FAB"/>
              </a:solidFill>
            </a:endParaRPr>
          </a:p>
        </p:txBody>
      </p:sp>
      <p:sp>
        <p:nvSpPr>
          <p:cNvPr id="1048639" name="TextBox 22"/>
          <p:cNvSpPr txBox="1"/>
          <p:nvPr/>
        </p:nvSpPr>
        <p:spPr>
          <a:xfrm>
            <a:off x="5791200" y="8779499"/>
            <a:ext cx="645196" cy="271639"/>
          </a:xfrm>
          <a:prstGeom prst="rect">
            <a:avLst/>
          </a:prstGeom>
          <a:noFill/>
        </p:spPr>
        <p:txBody>
          <a:bodyPr wrap="square" lIns="116612" tIns="58306" rIns="116612" bIns="58306" rtlCol="0">
            <a:spAutoFit/>
          </a:bodyPr>
          <a:lstStyle/>
          <a:p>
            <a:pPr algn="r"/>
            <a:fld id="{477D8BF5-2754-4CFE-9C4A-CCAF84A93D96}" type="slidenum">
              <a:rPr lang="id-ID" sz="1000">
                <a:solidFill>
                  <a:prstClr val="white"/>
                </a:solidFill>
              </a:rPr>
              <a:pPr algn="r"/>
              <a:t>6</a:t>
            </a:fld>
            <a:endParaRPr lang="id-ID" sz="1000">
              <a:solidFill>
                <a:prstClr val="white"/>
              </a:solidFill>
            </a:endParaRPr>
          </a:p>
        </p:txBody>
      </p:sp>
      <p:sp>
        <p:nvSpPr>
          <p:cNvPr id="1048640" name="Rectangle 48"/>
          <p:cNvSpPr>
            <a:spLocks noChangeArrowheads="1"/>
          </p:cNvSpPr>
          <p:nvPr/>
        </p:nvSpPr>
        <p:spPr bwMode="auto">
          <a:xfrm>
            <a:off x="0" y="49530"/>
            <a:ext cx="182881" cy="358140"/>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endParaRPr lang="en-US">
              <a:solidFill>
                <a:prstClr val="black"/>
              </a:solidFill>
            </a:endParaRPr>
          </a:p>
        </p:txBody>
      </p:sp>
      <p:sp>
        <p:nvSpPr>
          <p:cNvPr id="1048641" name="Rectangle 20"/>
          <p:cNvSpPr/>
          <p:nvPr/>
        </p:nvSpPr>
        <p:spPr>
          <a:xfrm>
            <a:off x="533400" y="6609457"/>
            <a:ext cx="5791200" cy="2263140"/>
          </a:xfrm>
          <a:prstGeom prst="rect">
            <a:avLst/>
          </a:prstGeom>
        </p:spPr>
        <p:txBody>
          <a:bodyPr wrap="square">
            <a:spAutoFit/>
          </a:bodyPr>
          <a:lstStyle/>
          <a:p>
            <a:pPr algn="just">
              <a:tabLst>
                <a:tab pos="2971800" algn="ctr"/>
                <a:tab pos="5943600" algn="r"/>
              </a:tabLst>
            </a:pPr>
            <a:r>
              <a:rPr lang="en-US" sz="800" b="1" dirty="0">
                <a:solidFill>
                  <a:prstClr val="black">
                    <a:lumMod val="65000"/>
                    <a:lumOff val="35000"/>
                  </a:prstClr>
                </a:solidFill>
                <a:ea typeface="Calibri" panose="020F0502020204030204" pitchFamily="34" charset="0"/>
                <a:cs typeface="Arial" panose="020B0604020202020204" pitchFamily="34" charset="0"/>
              </a:rPr>
              <a:t>EDITOR: </a:t>
            </a:r>
            <a:r>
              <a:rPr lang="en-US" sz="800" dirty="0">
                <a:solidFill>
                  <a:prstClr val="black">
                    <a:lumMod val="65000"/>
                    <a:lumOff val="35000"/>
                  </a:prstClr>
                </a:solidFill>
                <a:ea typeface="Calibri" panose="020F0502020204030204" pitchFamily="34" charset="0"/>
                <a:cs typeface="Arial" panose="020B0604020202020204" pitchFamily="34" charset="0"/>
              </a:rPr>
              <a:t>Wealth Management Division </a:t>
            </a:r>
            <a:r>
              <a:rPr lang="en-US" sz="800" b="1" dirty="0">
                <a:solidFill>
                  <a:prstClr val="black">
                    <a:lumMod val="65000"/>
                    <a:lumOff val="35000"/>
                  </a:prstClr>
                </a:solidFill>
                <a:ea typeface="Calibri" panose="020F0502020204030204" pitchFamily="34" charset="0"/>
                <a:cs typeface="Arial" panose="020B0604020202020204" pitchFamily="34" charset="0"/>
              </a:rPr>
              <a:t>DISCLAIMER</a:t>
            </a:r>
            <a:r>
              <a:rPr lang="en-US" sz="800" dirty="0">
                <a:solidFill>
                  <a:prstClr val="black">
                    <a:lumMod val="65000"/>
                    <a:lumOff val="35000"/>
                  </a:prstClr>
                </a:solidFill>
                <a:ea typeface="Calibri" panose="020F0502020204030204" pitchFamily="34" charset="0"/>
                <a:cs typeface="Arial" panose="020B0604020202020204" pitchFamily="34" charset="0"/>
              </a:rPr>
              <a:t>: This report is for information only, and is not intended as an offer or solicitation with respect to the purchase or sale of any commodities, securities, or currencies. We deem that the information contained in this report has been taken from sources which we deem reliable. However, we do not guarantee their accuracy, and any such information may be incomplete or condensed. None of PT. Bank Central Asia </a:t>
            </a:r>
            <a:r>
              <a:rPr lang="en-US" sz="800" dirty="0" err="1">
                <a:solidFill>
                  <a:prstClr val="black">
                    <a:lumMod val="65000"/>
                    <a:lumOff val="35000"/>
                  </a:prstClr>
                </a:solidFill>
                <a:ea typeface="Calibri" panose="020F0502020204030204" pitchFamily="34" charset="0"/>
                <a:cs typeface="Arial" panose="020B0604020202020204" pitchFamily="34" charset="0"/>
              </a:rPr>
              <a:t>Tbk</a:t>
            </a:r>
            <a:r>
              <a:rPr lang="en-US" sz="800" dirty="0">
                <a:solidFill>
                  <a:prstClr val="black">
                    <a:lumMod val="65000"/>
                    <a:lumOff val="35000"/>
                  </a:prstClr>
                </a:solidFill>
                <a:ea typeface="Calibri" panose="020F0502020204030204" pitchFamily="34" charset="0"/>
                <a:cs typeface="Arial" panose="020B0604020202020204" pitchFamily="34" charset="0"/>
              </a:rPr>
              <a:t> (“BCA”), and/or its affiliated companies, and/or their respective employees and/or agents makes any representation or warranty (express or implied) or accepts any responsibility or liability as to, or in relation to, the accuracy or completeness of the information and opinions contained in this report or as to any information contained in this report or any other such information or opinions remaining unchanged after the issue thereof. BCA, or any of its related companies or any individuals connected with BCA or BCA group accepts no liability for any direct, special, indirect, consequential, incidental damages or any other loss or damages of any kind arising from any use of the information herein (including any error, omission or misstatement herein, negligent or otherwise) or further communication thereof, even if the BCA or any other person has been advised of the possibility thereof. Opinion expressed is the analysts’ current personal views as of the date appearing on this material only, and subject to change without notice. It is intended for the use by recipient only and may not be reproduced or copied/photocopied or duplicated or made available in any form, by any means, or redistributed to others without written permission of PT Bank Central Asia </a:t>
            </a:r>
            <a:r>
              <a:rPr lang="en-US" sz="800" dirty="0" err="1">
                <a:solidFill>
                  <a:prstClr val="black">
                    <a:lumMod val="65000"/>
                    <a:lumOff val="35000"/>
                  </a:prstClr>
                </a:solidFill>
                <a:ea typeface="Calibri" panose="020F0502020204030204" pitchFamily="34" charset="0"/>
                <a:cs typeface="Arial" panose="020B0604020202020204" pitchFamily="34" charset="0"/>
              </a:rPr>
              <a:t>Tbk</a:t>
            </a:r>
            <a:r>
              <a:rPr lang="en-US" sz="800" dirty="0">
                <a:solidFill>
                  <a:prstClr val="black">
                    <a:lumMod val="65000"/>
                    <a:lumOff val="35000"/>
                  </a:prstClr>
                </a:solidFill>
                <a:ea typeface="Calibri" panose="020F0502020204030204" pitchFamily="34" charset="0"/>
                <a:cs typeface="Arial" panose="020B0604020202020204" pitchFamily="34" charset="0"/>
              </a:rPr>
              <a:t>. </a:t>
            </a:r>
          </a:p>
          <a:p>
            <a:pPr algn="just">
              <a:tabLst>
                <a:tab pos="2971800" algn="ctr"/>
                <a:tab pos="5943600" algn="r"/>
              </a:tabLst>
            </a:pPr>
            <a:endParaRPr lang="en-US" sz="800" dirty="0">
              <a:solidFill>
                <a:prstClr val="black">
                  <a:lumMod val="65000"/>
                  <a:lumOff val="35000"/>
                </a:prstClr>
              </a:solidFill>
              <a:ea typeface="Calibri" panose="020F0502020204030204" pitchFamily="34" charset="0"/>
              <a:cs typeface="Arial" panose="020B0604020202020204" pitchFamily="34" charset="0"/>
            </a:endParaRPr>
          </a:p>
          <a:p>
            <a:pPr algn="just">
              <a:tabLst>
                <a:tab pos="2971800" algn="ctr"/>
                <a:tab pos="5943600" algn="r"/>
              </a:tabLst>
            </a:pPr>
            <a:r>
              <a:rPr lang="en-US" sz="800" dirty="0">
                <a:solidFill>
                  <a:prstClr val="black">
                    <a:lumMod val="65000"/>
                    <a:lumOff val="35000"/>
                  </a:prstClr>
                </a:solidFill>
                <a:ea typeface="Calibri" panose="020F0502020204030204" pitchFamily="34" charset="0"/>
                <a:cs typeface="Arial" panose="020B0604020202020204" pitchFamily="34" charset="0"/>
              </a:rPr>
              <a:t>All opinions and estimates included in this report are based on certain assumptions. Actual results may differ materially. In considering any investments you should make your own independent assessment and seek your own professional financial and legal advice. </a:t>
            </a:r>
            <a:endParaRPr lang="en-AU" sz="3200" dirty="0">
              <a:solidFill>
                <a:prstClr val="black">
                  <a:lumMod val="65000"/>
                  <a:lumOff val="35000"/>
                </a:prstClr>
              </a:solidFill>
              <a:ea typeface="Calibri" panose="020F0502020204030204" pitchFamily="34" charset="0"/>
              <a:cs typeface="Arial" panose="020B0604020202020204" pitchFamily="34" charset="0"/>
            </a:endParaRPr>
          </a:p>
        </p:txBody>
      </p:sp>
      <p:sp>
        <p:nvSpPr>
          <p:cNvPr id="1048642" name="TextBox 21"/>
          <p:cNvSpPr txBox="1"/>
          <p:nvPr/>
        </p:nvSpPr>
        <p:spPr>
          <a:xfrm>
            <a:off x="533400" y="6385560"/>
            <a:ext cx="5715000" cy="320040"/>
          </a:xfrm>
          <a:prstGeom prst="rect">
            <a:avLst/>
          </a:prstGeom>
          <a:noFill/>
        </p:spPr>
        <p:txBody>
          <a:bodyPr wrap="square" rtlCol="0">
            <a:spAutoFit/>
          </a:bodyPr>
          <a:lstStyle/>
          <a:p>
            <a:pPr algn="just">
              <a:spcAft>
                <a:spcPts val="800"/>
              </a:spcAft>
            </a:pPr>
            <a:r>
              <a:rPr lang="en-US" sz="800" b="1" dirty="0">
                <a:solidFill>
                  <a:prstClr val="black"/>
                </a:solidFill>
              </a:rPr>
              <a:t>SOURCE:</a:t>
            </a:r>
            <a:r>
              <a:rPr lang="en-US" sz="800" dirty="0">
                <a:solidFill>
                  <a:prstClr val="black"/>
                </a:solidFill>
              </a:rPr>
              <a:t> Economic Banking &amp; Industry Research of BCA Group, Bloomberg, Reuters, Bank Indonesia, Kemenkeu, Kontan</a:t>
            </a:r>
          </a:p>
        </p:txBody>
      </p:sp>
      <p:sp>
        <p:nvSpPr>
          <p:cNvPr id="1048643" name="TextBox 11"/>
          <p:cNvSpPr txBox="1"/>
          <p:nvPr/>
        </p:nvSpPr>
        <p:spPr>
          <a:xfrm>
            <a:off x="608076" y="1676400"/>
            <a:ext cx="5716524" cy="4124206"/>
          </a:xfrm>
          <a:prstGeom prst="rect">
            <a:avLst/>
          </a:prstGeom>
          <a:noFill/>
        </p:spPr>
        <p:txBody>
          <a:bodyPr wrap="square" lIns="91440" tIns="45720" rIns="91440" bIns="45720" anchor="t">
            <a:spAutoFit/>
          </a:bodyPr>
          <a:lstStyle/>
          <a:p>
            <a:pPr algn="just">
              <a:spcAft>
                <a:spcPts val="600"/>
              </a:spcAft>
            </a:pPr>
            <a:r>
              <a:rPr lang="en-AU" sz="1400" b="1" i="1" dirty="0">
                <a:solidFill>
                  <a:srgbClr val="4472C4">
                    <a:lumMod val="75000"/>
                  </a:srgbClr>
                </a:solidFill>
              </a:rPr>
              <a:t>Glossary</a:t>
            </a:r>
            <a:endParaRPr lang="en-US" sz="1050" i="1" dirty="0">
              <a:solidFill>
                <a:prstClr val="black"/>
              </a:solidFill>
            </a:endParaRPr>
          </a:p>
          <a:p>
            <a:pPr marL="342900" indent="-342900" algn="just">
              <a:spcBef>
                <a:spcPts val="600"/>
              </a:spcBef>
              <a:buFont typeface="Arial" panose="020B0604020202020204" pitchFamily="34" charset="0"/>
              <a:buChar char="•"/>
              <a:tabLst>
                <a:tab pos="457200" algn="l"/>
              </a:tabLst>
            </a:pPr>
            <a:r>
              <a:rPr lang="en-US" sz="1050" b="0" i="1" dirty="0"/>
              <a:t>Annualized revenue</a:t>
            </a:r>
            <a:r>
              <a:rPr lang="en-US" sz="1050" b="0" i="0" dirty="0"/>
              <a:t>: pendapatan periode pendek yang disetahunkan, bukan realisasi setahun.</a:t>
            </a:r>
          </a:p>
          <a:p>
            <a:pPr marL="342900" indent="-342900" algn="just">
              <a:spcBef>
                <a:spcPts val="600"/>
              </a:spcBef>
              <a:buFont typeface="Arial" panose="020B0604020202020204" pitchFamily="34" charset="0"/>
              <a:buChar char="•"/>
              <a:tabLst>
                <a:tab pos="457200" algn="l"/>
              </a:tabLst>
            </a:pPr>
            <a:r>
              <a:rPr lang="en-US" sz="1050" b="0" i="0" dirty="0"/>
              <a:t>BIDY: Baltic Dirty Tanker Index, indeks tarif angkut kapal tanker minyak mentah.</a:t>
            </a:r>
          </a:p>
          <a:p>
            <a:pPr marL="342900" indent="-342900" algn="just">
              <a:spcBef>
                <a:spcPts val="600"/>
              </a:spcBef>
              <a:buFont typeface="Arial" panose="020B0604020202020204" pitchFamily="34" charset="0"/>
              <a:buChar char="•"/>
              <a:tabLst>
                <a:tab pos="457200" algn="l"/>
              </a:tabLst>
            </a:pPr>
            <a:r>
              <a:rPr lang="en-US" sz="1050" b="0" i="1" dirty="0"/>
              <a:t>Breakeven</a:t>
            </a:r>
            <a:r>
              <a:rPr lang="en-US" sz="1050" b="0" i="0" dirty="0"/>
              <a:t xml:space="preserve">: selisih </a:t>
            </a:r>
            <a:r>
              <a:rPr lang="en-US" sz="1050" b="0" i="1" dirty="0"/>
              <a:t>yield</a:t>
            </a:r>
            <a:r>
              <a:rPr lang="en-US" sz="1050" b="0" i="0" dirty="0"/>
              <a:t xml:space="preserve"> UST nominal dan </a:t>
            </a:r>
            <a:r>
              <a:rPr lang="en-US" sz="1050" b="0" i="1" dirty="0"/>
              <a:t>real yield</a:t>
            </a:r>
            <a:r>
              <a:rPr lang="en-US" sz="1050" b="0" i="0" dirty="0"/>
              <a:t>; proksi ekspektasi inflasi pasar.</a:t>
            </a:r>
          </a:p>
          <a:p>
            <a:pPr marL="342900" indent="-342900" algn="just">
              <a:spcBef>
                <a:spcPts val="600"/>
              </a:spcBef>
              <a:buFont typeface="Arial" panose="020B0604020202020204" pitchFamily="34" charset="0"/>
              <a:buChar char="•"/>
              <a:tabLst>
                <a:tab pos="457200" algn="l"/>
              </a:tabLst>
            </a:pPr>
            <a:r>
              <a:rPr lang="en-US" sz="1050" b="0" i="0" dirty="0"/>
              <a:t>CDS: biaya proteksi gagal bayar; makin tinggi, makin besar persepsi risiko kredit.</a:t>
            </a:r>
          </a:p>
          <a:p>
            <a:pPr marL="342900" indent="-342900" algn="just">
              <a:spcBef>
                <a:spcPts val="600"/>
              </a:spcBef>
              <a:buFont typeface="Arial" panose="020B0604020202020204" pitchFamily="34" charset="0"/>
              <a:buChar char="•"/>
              <a:tabLst>
                <a:tab pos="457200" algn="l"/>
              </a:tabLst>
            </a:pPr>
            <a:r>
              <a:rPr lang="en-US" sz="1050" b="0" i="1" dirty="0"/>
              <a:t>Derating</a:t>
            </a:r>
            <a:r>
              <a:rPr lang="en-US" sz="1050" b="0" i="0" dirty="0"/>
              <a:t>: turunnya valuasi (P/E) saat estimasi laba tidak turun.</a:t>
            </a:r>
          </a:p>
          <a:p>
            <a:pPr marL="342900" indent="-342900" algn="just">
              <a:spcBef>
                <a:spcPts val="600"/>
              </a:spcBef>
              <a:buFont typeface="Arial" panose="020B0604020202020204" pitchFamily="34" charset="0"/>
              <a:buChar char="•"/>
              <a:tabLst>
                <a:tab pos="457200" algn="l"/>
              </a:tabLst>
            </a:pPr>
            <a:r>
              <a:rPr lang="en-US" sz="1050" b="0" i="1" dirty="0"/>
              <a:t>Fed funds futures</a:t>
            </a:r>
            <a:r>
              <a:rPr lang="en-US" sz="1050" b="0" i="0" dirty="0"/>
              <a:t>: kontrak yang mencerminkan ekspektasi suku bunga The Fed per rapat.</a:t>
            </a:r>
          </a:p>
          <a:p>
            <a:pPr marL="342900" indent="-342900" algn="just">
              <a:spcBef>
                <a:spcPts val="600"/>
              </a:spcBef>
              <a:buFont typeface="Arial" panose="020B0604020202020204" pitchFamily="34" charset="0"/>
              <a:buChar char="•"/>
              <a:tabLst>
                <a:tab pos="457200" algn="l"/>
              </a:tabLst>
            </a:pPr>
            <a:r>
              <a:rPr lang="en-US" sz="1050" b="0" i="1" dirty="0"/>
              <a:t>Forward</a:t>
            </a:r>
            <a:r>
              <a:rPr lang="en-US" sz="1050" b="0" i="0" dirty="0"/>
              <a:t xml:space="preserve"> P/E: harga dibagi estimasi laba 12 bulan ke depan.</a:t>
            </a:r>
          </a:p>
          <a:p>
            <a:pPr marL="342900" indent="-342900" algn="just">
              <a:spcBef>
                <a:spcPts val="600"/>
              </a:spcBef>
              <a:buFont typeface="Arial" panose="020B0604020202020204" pitchFamily="34" charset="0"/>
              <a:buChar char="•"/>
              <a:tabLst>
                <a:tab pos="457200" algn="l"/>
              </a:tabLst>
            </a:pPr>
            <a:r>
              <a:rPr lang="en-US" sz="1050" b="0" i="1" dirty="0"/>
              <a:t>Hyperscaler</a:t>
            </a:r>
            <a:r>
              <a:rPr lang="en-US" sz="1050" b="0" i="0" dirty="0"/>
              <a:t xml:space="preserve">: penyedia </a:t>
            </a:r>
            <a:r>
              <a:rPr lang="en-US" sz="1050" b="0" i="1" dirty="0"/>
              <a:t>cloud</a:t>
            </a:r>
            <a:r>
              <a:rPr lang="en-US" sz="1050" b="0" i="0" dirty="0"/>
              <a:t xml:space="preserve"> skala besar (Microsoft, Amazon, Alphabet, Meta, Oracle).</a:t>
            </a:r>
          </a:p>
          <a:p>
            <a:pPr marL="342900" indent="-342900" algn="just">
              <a:spcBef>
                <a:spcPts val="600"/>
              </a:spcBef>
              <a:buFont typeface="Arial" panose="020B0604020202020204" pitchFamily="34" charset="0"/>
              <a:buChar char="•"/>
              <a:tabLst>
                <a:tab pos="457200" algn="l"/>
              </a:tabLst>
            </a:pPr>
            <a:r>
              <a:rPr lang="en-US" sz="1050" b="0" i="0" dirty="0"/>
              <a:t>MBG/SPPG: Makan Bergizi Gratis dan dapur penyedianya (Satuan Pelayanan Pemenuhan Gizi).</a:t>
            </a:r>
          </a:p>
          <a:p>
            <a:pPr marL="342900" indent="-342900" algn="just">
              <a:spcBef>
                <a:spcPts val="600"/>
              </a:spcBef>
              <a:buFont typeface="Arial" panose="020B0604020202020204" pitchFamily="34" charset="0"/>
              <a:buChar char="•"/>
              <a:tabLst>
                <a:tab pos="457200" algn="l"/>
              </a:tabLst>
            </a:pPr>
            <a:r>
              <a:rPr lang="en-US" sz="1050" b="0" i="1" dirty="0"/>
              <a:t>Real yield</a:t>
            </a:r>
            <a:r>
              <a:rPr lang="en-US" sz="1050" b="0" i="0" dirty="0"/>
              <a:t xml:space="preserve">: </a:t>
            </a:r>
            <a:r>
              <a:rPr lang="en-US" sz="1050" b="0" i="1" dirty="0"/>
              <a:t>yield</a:t>
            </a:r>
            <a:r>
              <a:rPr lang="en-US" sz="1050" b="0" i="0" dirty="0"/>
              <a:t xml:space="preserve"> obligasi setelah memperhitungkan inflasi, diukur dari UST TIPS.</a:t>
            </a:r>
          </a:p>
          <a:p>
            <a:pPr marL="342900" indent="-342900" algn="just">
              <a:spcBef>
                <a:spcPts val="600"/>
              </a:spcBef>
              <a:buFont typeface="Arial" panose="020B0604020202020204" pitchFamily="34" charset="0"/>
              <a:buChar char="•"/>
              <a:tabLst>
                <a:tab pos="457200" algn="l"/>
              </a:tabLst>
            </a:pPr>
            <a:r>
              <a:rPr lang="en-US" sz="1050" b="0" i="1" dirty="0"/>
              <a:t>Risk reversal</a:t>
            </a:r>
            <a:r>
              <a:rPr lang="en-US" sz="1050" b="0" i="0" dirty="0"/>
              <a:t xml:space="preserve">: selisih harga opsi </a:t>
            </a:r>
            <a:r>
              <a:rPr lang="en-US" sz="1050" b="0" i="1" dirty="0"/>
              <a:t>call</a:t>
            </a:r>
            <a:r>
              <a:rPr lang="en-US" sz="1050" b="0" i="0" dirty="0"/>
              <a:t xml:space="preserve"> dan </a:t>
            </a:r>
            <a:r>
              <a:rPr lang="en-US" sz="1050" b="0" i="1" dirty="0"/>
              <a:t>put</a:t>
            </a:r>
            <a:r>
              <a:rPr lang="en-US" sz="1050" b="0" i="0" dirty="0"/>
              <a:t xml:space="preserve"> USD/IDR; ukuran permintaan lindung nilai.</a:t>
            </a:r>
          </a:p>
          <a:p>
            <a:pPr marL="342900" indent="-342900" algn="just">
              <a:spcBef>
                <a:spcPts val="600"/>
              </a:spcBef>
              <a:buFont typeface="Arial" panose="020B0604020202020204" pitchFamily="34" charset="0"/>
              <a:buChar char="•"/>
              <a:tabLst>
                <a:tab pos="457200" algn="l"/>
              </a:tabLst>
            </a:pPr>
            <a:r>
              <a:rPr lang="en-US" sz="1050" b="0" i="0" dirty="0"/>
              <a:t>SOX: Philadelphia Semiconductor Index, indeks saham semikonduktor AS.</a:t>
            </a:r>
          </a:p>
          <a:p>
            <a:pPr marL="342900" indent="-342900" algn="just">
              <a:spcBef>
                <a:spcPts val="600"/>
              </a:spcBef>
              <a:buFont typeface="Arial" panose="020B0604020202020204" pitchFamily="34" charset="0"/>
              <a:buChar char="•"/>
              <a:tabLst>
                <a:tab pos="457200" algn="l"/>
              </a:tabLst>
            </a:pPr>
            <a:r>
              <a:rPr lang="en-US" sz="1050" b="0" i="1" dirty="0"/>
              <a:t>Target range</a:t>
            </a:r>
            <a:r>
              <a:rPr lang="en-US" sz="1050" b="0" i="0" dirty="0"/>
              <a:t>: kisaran suku bunga acuan The Fed, kini 3,75‑4,00%.</a:t>
            </a:r>
          </a:p>
          <a:p>
            <a:pPr marL="342900" indent="-342900" algn="just">
              <a:spcBef>
                <a:spcPts val="600"/>
              </a:spcBef>
              <a:buFont typeface="Arial" panose="020B0604020202020204" pitchFamily="34" charset="0"/>
              <a:buChar char="•"/>
              <a:tabLst>
                <a:tab pos="457200" algn="l"/>
              </a:tabLst>
            </a:pPr>
            <a:r>
              <a:rPr lang="en-US" sz="1050" b="0" i="0" dirty="0"/>
              <a:t>VLCC: kapal tanker minyak raksasa berkapasitas sekitar 2 juta barel.</a:t>
            </a:r>
          </a:p>
          <a:p>
            <a:pPr marL="342900" indent="-342900" algn="just">
              <a:spcBef>
                <a:spcPts val="600"/>
              </a:spcBef>
              <a:buFont typeface="Arial" panose="020B0604020202020204" pitchFamily="34" charset="0"/>
              <a:buChar char="•"/>
              <a:tabLst>
                <a:tab pos="457200" algn="l"/>
              </a:tabLst>
            </a:pPr>
            <a:r>
              <a:rPr lang="en-US" sz="1050" b="0" i="1" dirty="0"/>
              <a:t>Z-score</a:t>
            </a:r>
            <a:r>
              <a:rPr lang="en-US" sz="1050" b="0" i="0" dirty="0"/>
              <a:t xml:space="preserve"> (σ): jarak suatu nilai dari rata-ratanya, dalam satuan standar deviasi.</a:t>
            </a:r>
          </a:p>
        </p:txBody>
      </p:sp>
    </p:spTree>
    <p:extLst>
      <p:ext uri="{BB962C8B-B14F-4D97-AF65-F5344CB8AC3E}">
        <p14:creationId xmlns:p14="http://schemas.microsoft.com/office/powerpoint/2010/main" val="1108191516"/>
      </p:ext>
    </p:extLst>
  </p:cSld>
  <p:clrMapOvr>
    <a:masterClrMapping/>
  </p:clrMapOvr>
</p:sld>
</file>

<file path=ppt/theme/theme1.xml><?xml version="1.0" encoding="utf-8"?>
<a:theme xmlns:a="http://schemas.openxmlformats.org/drawingml/2006/main" name="1_Cov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v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Conten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Conten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4_Conten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5_Conten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titus xmlns="http://schemas.titus.com/TitusProperties/">
  <TitusGUID xmlns="">b5ab3276-f2a2-4d17-8a8e-f371ed2f17c5</TitusGUID>
  <TitusMetadata xmlns="">eyJucyI6IkJDQSIsInByb3BzIjpbeyJuIjoiQkNBQ2xhc3NpZmljYXRpb24iLCJ2YWxzIjpbeyJ2YWx1ZSI6IkludGVybmFsIn1dfSx7Im4iOiJCQ0FPd25lciIsInZhbHMiOlt7InZhbHVlIjoiVTA3MTk3MiJ9XX1dfQ==</TitusMetadata>
</titus>
</file>

<file path=customXml/itemProps1.xml><?xml version="1.0" encoding="utf-8"?>
<ds:datastoreItem xmlns:ds="http://schemas.openxmlformats.org/officeDocument/2006/customXml" ds:itemID="{F8909E01-8042-4DC9-9ABC-AF1BB90863E0}">
  <ds:schemaRefs>
    <ds:schemaRef ds:uri="http://schemas.titus.com/TitusProperties/"/>
    <ds:schemaRef ds:uri=""/>
  </ds:schemaRefs>
</ds:datastoreItem>
</file>

<file path=docProps/app.xml><?xml version="1.0" encoding="utf-8"?>
<Properties xmlns="http://schemas.openxmlformats.org/officeDocument/2006/extended-properties" xmlns:vt="http://schemas.openxmlformats.org/officeDocument/2006/docPropsVTypes">
  <TotalTime>5982</TotalTime>
  <Words>2087</Words>
  <Application>Microsoft Office PowerPoint</Application>
  <PresentationFormat>On-screen Show (4:3)</PresentationFormat>
  <Paragraphs>563</Paragraphs>
  <Slides>6</Slides>
  <Notes>6</Notes>
  <HiddenSlides>0</HiddenSlides>
  <MMClips>0</MMClips>
  <ScaleCrop>false</ScaleCrop>
  <HeadingPairs>
    <vt:vector size="6" baseType="variant">
      <vt:variant>
        <vt:lpstr>Fonts Used</vt:lpstr>
      </vt:variant>
      <vt:variant>
        <vt:i4>6</vt:i4>
      </vt:variant>
      <vt:variant>
        <vt:lpstr>Theme</vt:lpstr>
      </vt:variant>
      <vt:variant>
        <vt:i4>7</vt:i4>
      </vt:variant>
      <vt:variant>
        <vt:lpstr>Slide Titles</vt:lpstr>
      </vt:variant>
      <vt:variant>
        <vt:i4>6</vt:i4>
      </vt:variant>
    </vt:vector>
  </HeadingPairs>
  <TitlesOfParts>
    <vt:vector size="19" baseType="lpstr">
      <vt:lpstr>Arial</vt:lpstr>
      <vt:lpstr>Calibri</vt:lpstr>
      <vt:lpstr>Calibri Light</vt:lpstr>
      <vt:lpstr>MS Mincho</vt:lpstr>
      <vt:lpstr>Times New Roman</vt:lpstr>
      <vt:lpstr>-webkit-standard</vt:lpstr>
      <vt:lpstr>1_Cover</vt:lpstr>
      <vt:lpstr>Cover</vt:lpstr>
      <vt:lpstr>2_Content</vt:lpstr>
      <vt:lpstr>3_Content</vt:lpstr>
      <vt:lpstr>4_Content</vt:lpstr>
      <vt:lpstr>5_Content</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Tako</dc:creator>
  <cp:lastModifiedBy>ANASTASIA GRACIA</cp:lastModifiedBy>
  <cp:revision>2430</cp:revision>
  <dcterms:created xsi:type="dcterms:W3CDTF">2018-10-24T01:42:20Z</dcterms:created>
  <dcterms:modified xsi:type="dcterms:W3CDTF">2026-10-08T02:11:34Z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b5ab3276-f2a2-4d17-8a8e-f371ed2f17c5</vt:lpwstr>
  </property>
  <property fmtid="{D5CDD505-2E9C-101B-9397-08002B2CF9AE}" pid="3" name="BCAClassification">
    <vt:lpwstr>Internal</vt:lpwstr>
  </property>
  <property fmtid="{D5CDD505-2E9C-101B-9397-08002B2CF9AE}" pid="4" name="BCAOwner">
    <vt:lpwstr>U071972</vt:lpwstr>
  </property>
  <property fmtid="{D5CDD505-2E9C-101B-9397-08002B2CF9AE}" pid="5" name="ICV">
    <vt:lpwstr>b53bd25687e643118693a27ceaac7f1d</vt:lpwstr>
  </property>
</Properties>
</file>