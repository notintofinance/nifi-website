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p:cViewPr>
        <p:scale>
          <a:sx n="125" d="100"/>
          <a:sy n="125" d="100"/>
        </p:scale>
        <p:origin x="90" y="-270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1141.0</c:v>
                </c:pt>
                <c:pt idx="1">
                  <c:v>1152.0</c:v>
                </c:pt>
                <c:pt idx="2">
                  <c:v>1160.0</c:v>
                </c:pt>
                <c:pt idx="3">
                  <c:v>1181.0</c:v>
                </c:pt>
                <c:pt idx="4">
                  <c:v>1207.0</c:v>
                </c:pt>
                <c:pt idx="5">
                  <c:v>1218.0</c:v>
                </c:pt>
                <c:pt idx="6">
                  <c:v>1236.0</c:v>
                </c:pt>
                <c:pt idx="7">
                  <c:v>1226.0</c:v>
                </c:pt>
                <c:pt idx="8">
                  <c:v>1234.0</c:v>
                </c:pt>
                <c:pt idx="9">
                  <c:v>1256.0</c:v>
                </c:pt>
                <c:pt idx="10">
                  <c:v>1271.0</c:v>
                </c:pt>
                <c:pt idx="11">
                  <c:v>1288.0</c:v>
                </c:pt>
                <c:pt idx="12">
                  <c:v>1365.0</c:v>
                </c:pt>
                <c:pt idx="13">
                  <c:v>1430.0</c:v>
                </c:pt>
                <c:pt idx="14">
                  <c:v>1436.0</c:v>
                </c:pt>
                <c:pt idx="15">
                  <c:v>1436.0</c:v>
                </c:pt>
                <c:pt idx="16">
                  <c:v>1414.0</c:v>
                </c:pt>
                <c:pt idx="17">
                  <c:v>1403.0</c:v>
                </c:pt>
                <c:pt idx="18">
                  <c:v>1403.0</c:v>
                </c:pt>
                <c:pt idx="19">
                  <c:v>1401.0</c:v>
                </c:pt>
                <c:pt idx="20">
                  <c:v>1394.0</c:v>
                </c:pt>
                <c:pt idx="21">
                  <c:v>1395.0</c:v>
                </c:pt>
                <c:pt idx="22">
                  <c:v>1407.0</c:v>
                </c:pt>
                <c:pt idx="23">
                  <c:v>1440.0</c:v>
                </c:pt>
                <c:pt idx="24">
                  <c:v>1453.0</c:v>
                </c:pt>
                <c:pt idx="25">
                  <c:v>1456.0</c:v>
                </c:pt>
                <c:pt idx="26">
                  <c:v>1445.0</c:v>
                </c:pt>
                <c:pt idx="27">
                  <c:v>1426.0</c:v>
                </c:pt>
                <c:pt idx="28">
                  <c:v>1443.0</c:v>
                </c:pt>
                <c:pt idx="29">
                  <c:v>1457.0</c:v>
                </c:pt>
                <c:pt idx="30">
                  <c:v>1463.0</c:v>
                </c:pt>
                <c:pt idx="31">
                  <c:v>1468.0</c:v>
                </c:pt>
                <c:pt idx="32">
                  <c:v>1463.0</c:v>
                </c:pt>
                <c:pt idx="33">
                  <c:v>1458.0</c:v>
                </c:pt>
                <c:pt idx="34">
                  <c:v>1452.0</c:v>
                </c:pt>
                <c:pt idx="35">
                  <c:v>1432.0</c:v>
                </c:pt>
                <c:pt idx="36">
                  <c:v>1420.0</c:v>
                </c:pt>
                <c:pt idx="37">
                  <c:v>1407.0</c:v>
                </c:pt>
                <c:pt idx="38">
                  <c:v>1395.0</c:v>
                </c:pt>
                <c:pt idx="39">
                  <c:v>1384.0</c:v>
                </c:pt>
                <c:pt idx="40">
                  <c:v>1380.0</c:v>
                </c:pt>
                <c:pt idx="41">
                  <c:v>1371.0</c:v>
                </c:pt>
                <c:pt idx="42">
                  <c:v>1379.0</c:v>
                </c:pt>
                <c:pt idx="43">
                  <c:v>1392.0</c:v>
                </c:pt>
                <c:pt idx="44">
                  <c:v>1396.0</c:v>
                </c:pt>
                <c:pt idx="45">
                  <c:v>1392.0</c:v>
                </c:pt>
                <c:pt idx="46">
                  <c:v>1389.0</c:v>
                </c:pt>
                <c:pt idx="47">
                  <c:v>1414.0</c:v>
                </c:pt>
                <c:pt idx="48">
                  <c:v>1402.0</c:v>
                </c:pt>
                <c:pt idx="49">
                  <c:v>1401.0</c:v>
                </c:pt>
                <c:pt idx="50">
                  <c:v>1387.0</c:v>
                </c:pt>
                <c:pt idx="51">
                  <c:v>1343.0</c:v>
                </c:pt>
                <c:pt idx="52">
                  <c:v>1319.0</c:v>
                </c:pt>
                <c:pt idx="53">
                  <c:v>1207.0</c:v>
                </c:pt>
                <c:pt idx="54">
                  <c:v>1188.0</c:v>
                </c:pt>
                <c:pt idx="55">
                  <c:v>1181.0</c:v>
                </c:pt>
                <c:pt idx="56">
                  <c:v>1165.0</c:v>
                </c:pt>
                <c:pt idx="57">
                  <c:v>1211.0</c:v>
                </c:pt>
                <c:pt idx="58">
                  <c:v>1259.0</c:v>
                </c:pt>
                <c:pt idx="59">
                  <c:v>1296.0</c:v>
                </c:pt>
                <c:pt idx="60">
                  <c:v>1347.0</c:v>
                </c:pt>
                <c:pt idx="61">
                  <c:v>1410.0</c:v>
                </c:pt>
                <c:pt idx="62">
                  <c:v>1500.0</c:v>
                </c:pt>
                <c:pt idx="63">
                  <c:v>1562.0</c:v>
                </c:pt>
                <c:pt idx="64">
                  <c:v>1598.0</c:v>
                </c:pt>
                <c:pt idx="65">
                  <c:v>1572.0</c:v>
                </c:pt>
                <c:pt idx="66">
                  <c:v>1588.0</c:v>
                </c:pt>
                <c:pt idx="67">
                  <c:v>1619.0</c:v>
                </c:pt>
                <c:pt idx="68">
                  <c:v>1626.0</c:v>
                </c:pt>
                <c:pt idx="69">
                  <c:v>1631.0</c:v>
                </c:pt>
                <c:pt idx="70">
                  <c:v>1646.0</c:v>
                </c:pt>
                <c:pt idx="71">
                  <c:v>1646.0</c:v>
                </c:pt>
                <c:pt idx="72">
                  <c:v>1653.0</c:v>
                </c:pt>
                <c:pt idx="73">
                  <c:v>1702.0</c:v>
                </c:pt>
                <c:pt idx="74">
                  <c:v>1732.0</c:v>
                </c:pt>
                <c:pt idx="75">
                  <c:v>1672.0</c:v>
                </c:pt>
                <c:pt idx="76">
                  <c:v>1678.0</c:v>
                </c:pt>
                <c:pt idx="77">
                  <c:v>1679.0</c:v>
                </c:pt>
                <c:pt idx="78">
                  <c:v>1691.0</c:v>
                </c:pt>
                <c:pt idx="79">
                  <c:v>1710.0</c:v>
                </c:pt>
                <c:pt idx="80">
                  <c:v>1727.0</c:v>
                </c:pt>
                <c:pt idx="81">
                  <c:v>1721.0</c:v>
                </c:pt>
                <c:pt idx="82">
                  <c:v>1713.0</c:v>
                </c:pt>
                <c:pt idx="83">
                  <c:v>1719.0</c:v>
                </c:pt>
                <c:pt idx="84">
                  <c:v>1739.0</c:v>
                </c:pt>
                <c:pt idx="85">
                  <c:v>1747.0</c:v>
                </c:pt>
                <c:pt idx="86">
                  <c:v>1743.0</c:v>
                </c:pt>
                <c:pt idx="87">
                  <c:v>1766.0</c:v>
                </c:pt>
                <c:pt idx="88">
                  <c:v>1787.0</c:v>
                </c:pt>
                <c:pt idx="89">
                  <c:v>1809.0</c:v>
                </c:pt>
                <c:pt idx="90">
                  <c:v>1842.0</c:v>
                </c:pt>
                <c:pt idx="91">
                  <c:v>1885.0</c:v>
                </c:pt>
                <c:pt idx="92">
                  <c:v>1944.0</c:v>
                </c:pt>
                <c:pt idx="93">
                  <c:v>1991.0</c:v>
                </c:pt>
                <c:pt idx="94">
                  <c:v>2322.0</c:v>
                </c:pt>
                <c:pt idx="95">
                  <c:v>2866.0</c:v>
                </c:pt>
                <c:pt idx="96">
                  <c:v>3002.0</c:v>
                </c:pt>
                <c:pt idx="97">
                  <c:v>3083.0</c:v>
                </c:pt>
                <c:pt idx="98">
                  <c:v>3069.0</c:v>
                </c:pt>
                <c:pt idx="99">
                  <c:v>3040.0</c:v>
                </c:pt>
                <c:pt idx="100">
                  <c:v>2924.0</c:v>
                </c:pt>
                <c:pt idx="101">
                  <c:v>2835.0</c:v>
                </c:pt>
                <c:pt idx="102">
                  <c:v>2684.0</c:v>
                </c:pt>
                <c:pt idx="103">
                  <c:v>2586.0</c:v>
                </c:pt>
                <c:pt idx="104">
                  <c:v>2849.0</c:v>
                </c:pt>
                <c:pt idx="105">
                  <c:v>2850.0</c:v>
                </c:pt>
                <c:pt idx="106">
                  <c:v>2743.0</c:v>
                </c:pt>
                <c:pt idx="107">
                  <c:v>2842.0</c:v>
                </c:pt>
                <c:pt idx="108">
                  <c:v>2962.0</c:v>
                </c:pt>
                <c:pt idx="109">
                  <c:v>3120.0</c:v>
                </c:pt>
                <c:pt idx="110">
                  <c:v>3572.0</c:v>
                </c:pt>
                <c:pt idx="111">
                  <c:v>3618.0</c:v>
                </c:pt>
                <c:pt idx="112">
                  <c:v>3716.0</c:v>
                </c:pt>
                <c:pt idx="113">
                  <c:v>3737.0</c:v>
                </c:pt>
                <c:pt idx="114">
                  <c:v>3723.0</c:v>
                </c:pt>
                <c:pt idx="115">
                  <c:v>3705.0</c:v>
                </c:pt>
                <c:pt idx="116">
                  <c:v>3678.0</c:v>
                </c:pt>
                <c:pt idx="117">
                  <c:v>3639.0</c:v>
                </c:pt>
                <c:pt idx="118">
                  <c:v>3498.0</c:v>
                </c:pt>
                <c:pt idx="119">
                  <c:v>3593.0</c:v>
                </c:pt>
                <c:pt idx="120">
                  <c:v>3658.0</c:v>
                </c:pt>
                <c:pt idx="121">
                  <c:v>3561.0</c:v>
                </c:pt>
                <c:pt idx="122">
                  <c:v>3422.0</c:v>
                </c:pt>
                <c:pt idx="123">
                  <c:v>3275.0</c:v>
                </c:pt>
                <c:pt idx="124">
                  <c:v>3111.0</c:v>
                </c:pt>
                <c:pt idx="125">
                  <c:v>2975.0</c:v>
                </c:pt>
                <c:pt idx="126">
                  <c:v>2831.0</c:v>
                </c:pt>
                <c:pt idx="127">
                  <c:v>2907.0</c:v>
                </c:pt>
                <c:pt idx="128">
                  <c:v>2865.0</c:v>
                </c:pt>
                <c:pt idx="129">
                  <c:v>2854.0</c:v>
                </c:pt>
                <c:pt idx="130">
                  <c:v>2837.0</c:v>
                </c:pt>
                <c:pt idx="131">
                  <c:v>2812.0</c:v>
                </c:pt>
                <c:pt idx="132">
                  <c:v>2811.0</c:v>
                </c:pt>
                <c:pt idx="133">
                  <c:v>2834.0</c:v>
                </c:pt>
                <c:pt idx="134">
                  <c:v>2795.0</c:v>
                </c:pt>
                <c:pt idx="135">
                  <c:v>2767.0</c:v>
                </c:pt>
                <c:pt idx="136">
                  <c:v>2752.0</c:v>
                </c:pt>
                <c:pt idx="137">
                  <c:v>2841.0</c:v>
                </c:pt>
                <c:pt idx="138">
                  <c:v>2676.0</c:v>
                </c:pt>
                <c:pt idx="139">
                  <c:v>2629.0</c:v>
                </c:pt>
                <c:pt idx="140">
                  <c:v>2574.0</c:v>
                </c:pt>
                <c:pt idx="141">
                  <c:v>2528.0</c:v>
                </c:pt>
                <c:pt idx="142">
                  <c:v>2463.0</c:v>
                </c:pt>
                <c:pt idx="143">
                  <c:v>2429.0</c:v>
                </c:pt>
                <c:pt idx="144">
                  <c:v>2401.0</c:v>
                </c:pt>
                <c:pt idx="145">
                  <c:v>2375.0</c:v>
                </c:pt>
                <c:pt idx="146">
                  <c:v>2351.0</c:v>
                </c:pt>
                <c:pt idx="147">
                  <c:v>2307.0</c:v>
                </c:pt>
                <c:pt idx="148">
                  <c:v>2249.0</c:v>
                </c:pt>
                <c:pt idx="149">
                  <c:v>2215.0</c:v>
                </c:pt>
                <c:pt idx="150">
                  <c:v>2185.0</c:v>
                </c:pt>
                <c:pt idx="151">
                  <c:v>2157.0</c:v>
                </c:pt>
                <c:pt idx="152">
                  <c:v>2129.0</c:v>
                </c:pt>
                <c:pt idx="153">
                  <c:v>2088.0</c:v>
                </c:pt>
                <c:pt idx="154">
                  <c:v>2068.0</c:v>
                </c:pt>
                <c:pt idx="155">
                  <c:v>2053.0</c:v>
                </c:pt>
                <c:pt idx="156">
                  <c:v>2078.0</c:v>
                </c:pt>
                <c:pt idx="157">
                  <c:v>2086.0</c:v>
                </c:pt>
                <c:pt idx="158">
                  <c:v>2103.0</c:v>
                </c:pt>
                <c:pt idx="159">
                  <c:v>2110.0</c:v>
                </c:pt>
                <c:pt idx="160">
                  <c:v>2099.0</c:v>
                </c:pt>
                <c:pt idx="161">
                  <c:v>2075.0</c:v>
                </c:pt>
                <c:pt idx="162">
                  <c:v>2041.0</c:v>
                </c:pt>
                <c:pt idx="163">
                  <c:v>1994.0</c:v>
                </c:pt>
                <c:pt idx="164">
                  <c:v>1950.0</c:v>
                </c:pt>
                <c:pt idx="165">
                  <c:v>1939.0</c:v>
                </c:pt>
                <c:pt idx="166">
                  <c:v>1927.0</c:v>
                </c:pt>
                <c:pt idx="167">
                  <c:v>1953.0</c:v>
                </c:pt>
                <c:pt idx="168">
                  <c:v>2023.0</c:v>
                </c:pt>
                <c:pt idx="169">
                  <c:v>2092.0</c:v>
                </c:pt>
                <c:pt idx="170">
                  <c:v>2176.0</c:v>
                </c:pt>
                <c:pt idx="171">
                  <c:v>2227.0</c:v>
                </c:pt>
                <c:pt idx="172">
                  <c:v>2152.0</c:v>
                </c:pt>
                <c:pt idx="173">
                  <c:v>2014.0</c:v>
                </c:pt>
                <c:pt idx="174">
                  <c:v>1914.0</c:v>
                </c:pt>
                <c:pt idx="175">
                  <c:v>1935.0</c:v>
                </c:pt>
                <c:pt idx="176">
                  <c:v>1895.0</c:v>
                </c:pt>
                <c:pt idx="177">
                  <c:v>1864.0</c:v>
                </c:pt>
                <c:pt idx="178">
                  <c:v>1850.0</c:v>
                </c:pt>
                <c:pt idx="179">
                  <c:v>1856.0</c:v>
                </c:pt>
                <c:pt idx="180">
                  <c:v>1866.0</c:v>
                </c:pt>
                <c:pt idx="181">
                  <c:v>1885.0</c:v>
                </c:pt>
                <c:pt idx="182">
                  <c:v>1939.0</c:v>
                </c:pt>
                <c:pt idx="183">
                  <c:v>1988.0</c:v>
                </c:pt>
                <c:pt idx="184">
                  <c:v>2031.0</c:v>
                </c:pt>
                <c:pt idx="185">
                  <c:v>2060.0</c:v>
                </c:pt>
                <c:pt idx="186">
                  <c:v>2145.0</c:v>
                </c:pt>
                <c:pt idx="187">
                  <c:v>2209.0</c:v>
                </c:pt>
                <c:pt idx="188">
                  <c:v>2268.0</c:v>
                </c:pt>
                <c:pt idx="189">
                  <c:v>2283.0</c:v>
                </c:pt>
                <c:pt idx="190">
                  <c:v>2298.0</c:v>
                </c:pt>
                <c:pt idx="191">
                  <c:v>2356.0</c:v>
                </c:pt>
                <c:pt idx="192">
                  <c:v>2400.0</c:v>
                </c:pt>
                <c:pt idx="193">
                  <c:v>2502.0</c:v>
                </c:pt>
                <c:pt idx="194">
                  <c:v>2532.0</c:v>
                </c:pt>
                <c:pt idx="195">
                  <c:v>2582.0</c:v>
                </c:pt>
                <c:pt idx="196">
                  <c:v>2601.0</c:v>
                </c:pt>
                <c:pt idx="197">
                  <c:v>2607.0</c:v>
                </c:pt>
                <c:pt idx="198">
                  <c:v>2590.0</c:v>
                </c:pt>
                <c:pt idx="199">
                  <c:v>2582.0</c:v>
                </c:pt>
                <c:pt idx="200">
                  <c:v>2554.0</c:v>
                </c:pt>
                <c:pt idx="201">
                  <c:v>2534.0</c:v>
                </c:pt>
                <c:pt idx="202">
                  <c:v>2521.0</c:v>
                </c:pt>
                <c:pt idx="203">
                  <c:v>2575.0</c:v>
                </c:pt>
                <c:pt idx="204">
                  <c:v>2631.0</c:v>
                </c:pt>
                <c:pt idx="205">
                  <c:v>2644.0</c:v>
                </c:pt>
                <c:pt idx="206">
                  <c:v>2663.0</c:v>
                </c:pt>
                <c:pt idx="207">
                  <c:v>2671.0</c:v>
                </c:pt>
                <c:pt idx="208">
                  <c:v>2693.0</c:v>
                </c:pt>
                <c:pt idx="209">
                  <c:v>2742.0</c:v>
                </c:pt>
                <c:pt idx="210">
                  <c:v>2824.0</c:v>
                </c:pt>
                <c:pt idx="211">
                  <c:v>2894.0</c:v>
                </c:pt>
                <c:pt idx="212">
                  <c:v>2957.0</c:v>
                </c:pt>
                <c:pt idx="213">
                  <c:v>2966.0</c:v>
                </c:pt>
                <c:pt idx="214">
                  <c:v>3004.0</c:v>
                </c:pt>
                <c:pt idx="215">
                  <c:v>2961.0</c:v>
                </c:pt>
                <c:pt idx="216">
                  <c:v>2886.0</c:v>
                </c:pt>
                <c:pt idx="217">
                  <c:v>2851.0</c:v>
                </c:pt>
                <c:pt idx="218">
                  <c:v>2801.0</c:v>
                </c:pt>
                <c:pt idx="219">
                  <c:v>2777.0</c:v>
                </c:pt>
                <c:pt idx="220">
                  <c:v>2676.0</c:v>
                </c:pt>
                <c:pt idx="221">
                  <c:v>2699.0</c:v>
                </c:pt>
                <c:pt idx="222">
                  <c:v>2754.0</c:v>
                </c:pt>
                <c:pt idx="223">
                  <c:v>2805.0</c:v>
                </c:pt>
                <c:pt idx="224">
                  <c:v>2868.0</c:v>
                </c:pt>
                <c:pt idx="225">
                  <c:v>2938.0</c:v>
                </c:pt>
                <c:pt idx="226">
                  <c:v>3026.0</c:v>
                </c:pt>
                <c:pt idx="227">
                  <c:v>3385.0</c:v>
                </c:pt>
                <c:pt idx="228">
                  <c:v>4015.0</c:v>
                </c:pt>
                <c:pt idx="229">
                  <c:v>4325.0</c:v>
                </c:pt>
                <c:pt idx="230">
                  <c:v>4499.0</c:v>
                </c:pt>
                <c:pt idx="231">
                  <c:v>4614.0</c:v>
                </c:pt>
                <c:pt idx="232">
                  <c:v>4765.0</c:v>
                </c:pt>
                <c:pt idx="233">
                  <c:v>4899.0</c:v>
                </c:pt>
                <c:pt idx="234">
                  <c:v>5092.0</c:v>
                </c:pt>
                <c:pt idx="235">
                  <c:v>5157.0</c:v>
                </c:pt>
                <c:pt idx="236">
                  <c:v>5207.0</c:v>
                </c:pt>
                <c:pt idx="237">
                  <c:v>5250.0</c:v>
                </c:pt>
                <c:pt idx="238">
                  <c:v>5366.0</c:v>
                </c:pt>
                <c:pt idx="239">
                  <c:v>5432.0</c:v>
                </c:pt>
                <c:pt idx="240">
                  <c:v>5444.0</c:v>
                </c:pt>
                <c:pt idx="241">
                  <c:v>5499.0</c:v>
                </c:pt>
                <c:pt idx="242">
                  <c:v>5897.0</c:v>
                </c:pt>
                <c:pt idx="243">
                  <c:v>6586.0</c:v>
                </c:pt>
                <c:pt idx="244">
                  <c:v>7185.0</c:v>
                </c:pt>
                <c:pt idx="245">
                  <c:v>7444.0</c:v>
                </c:pt>
                <c:pt idx="246">
                  <c:v>7678.0</c:v>
                </c:pt>
                <c:pt idx="247">
                  <c:v>7852.0</c:v>
                </c:pt>
                <c:pt idx="248">
                  <c:v>7964.0</c:v>
                </c:pt>
              </c:numCache>
            </c:numRef>
          </c:val>
          <c:smooth val="0"/>
        </c:ser>
        <c:marker val="1"/>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2"/>
          <c:y val="0.15"/>
          <c:w val="0.76"/>
          <c:h val="0.67"/>
        </c:manualLayout>
      </c:layout>
      <c:lineChart>
        <c:grouping val="standard"/>
        <c:varyColors val="0"/>
        <c:ser>
          <c:idx val="0"/>
          <c:order val="0"/>
          <c:tx>
            <c:strRef>
              <c:f>Sheet1!$B$1</c:f>
              <c:strCache>
                <c:ptCount val="1"/>
                <c:pt idx="0">
                  <c:v>Gold (USD/oz, L)</c:v>
                </c:pt>
              </c:strCache>
            </c:strRef>
          </c:tx>
          <c:spPr>
            <a:ln w="22225" cap="rnd">
              <a:solidFill>
                <a:srgbClr val="ED7D31"/>
              </a:solidFill>
              <a:prstDash val="solid"/>
              <a:round/>
            </a:ln>
          </c:spPr>
          <c:marker>
            <c:symbol val="none"/>
          </c:marker>
          <c:dLbls>
            <c:dLbl>
              <c:idx val="194"/>
              <c:layout>
                <c:manualLayout>
                  <c:x val="-0.07"/>
                  <c:y val="0.09"/>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Sheet1!$B$2:$B$196</c:f>
              <c:numCache>
                <c:formatCode>General</c:formatCode>
                <c:ptCount val="195"/>
                <c:pt idx="0">
                  <c:v>4319.37</c:v>
                </c:pt>
                <c:pt idx="1">
                  <c:v>4332.29</c:v>
                </c:pt>
                <c:pt idx="2">
                  <c:v>4449.15</c:v>
                </c:pt>
                <c:pt idx="3">
                  <c:v>4494.83</c:v>
                </c:pt>
                <c:pt idx="4">
                  <c:v>4456.47</c:v>
                </c:pt>
                <c:pt idx="5">
                  <c:v>4477.65</c:v>
                </c:pt>
                <c:pt idx="6">
                  <c:v>4509.5</c:v>
                </c:pt>
                <c:pt idx="7">
                  <c:v>4597.51</c:v>
                </c:pt>
                <c:pt idx="8">
                  <c:v>4586.52</c:v>
                </c:pt>
                <c:pt idx="9">
                  <c:v>4626.58</c:v>
                </c:pt>
                <c:pt idx="10">
                  <c:v>4616.15</c:v>
                </c:pt>
                <c:pt idx="11">
                  <c:v>4596.09</c:v>
                </c:pt>
                <c:pt idx="12">
                  <c:v>4763.43</c:v>
                </c:pt>
                <c:pt idx="13">
                  <c:v>4831.73</c:v>
                </c:pt>
                <c:pt idx="14">
                  <c:v>4936.02</c:v>
                </c:pt>
                <c:pt idx="15">
                  <c:v>4987.49</c:v>
                </c:pt>
                <c:pt idx="16">
                  <c:v>5008.7</c:v>
                </c:pt>
                <c:pt idx="17">
                  <c:v>5180.16</c:v>
                </c:pt>
                <c:pt idx="18">
                  <c:v>5417.21</c:v>
                </c:pt>
                <c:pt idx="19">
                  <c:v>5375.24</c:v>
                </c:pt>
                <c:pt idx="20">
                  <c:v>4894.23</c:v>
                </c:pt>
                <c:pt idx="21">
                  <c:v>4661.38</c:v>
                </c:pt>
                <c:pt idx="22">
                  <c:v>4946.76</c:v>
                </c:pt>
                <c:pt idx="23">
                  <c:v>4964.93</c:v>
                </c:pt>
                <c:pt idx="24">
                  <c:v>4779.05</c:v>
                </c:pt>
                <c:pt idx="25">
                  <c:v>4964.36</c:v>
                </c:pt>
                <c:pt idx="26">
                  <c:v>5057.8</c:v>
                </c:pt>
                <c:pt idx="27">
                  <c:v>5025.45</c:v>
                </c:pt>
                <c:pt idx="28">
                  <c:v>5084.39</c:v>
                </c:pt>
                <c:pt idx="29">
                  <c:v>4922.19</c:v>
                </c:pt>
                <c:pt idx="30">
                  <c:v>5042.04</c:v>
                </c:pt>
                <c:pt idx="31">
                  <c:v>4877.89</c:v>
                </c:pt>
                <c:pt idx="32">
                  <c:v>4977.56</c:v>
                </c:pt>
                <c:pt idx="33">
                  <c:v>4996.1</c:v>
                </c:pt>
                <c:pt idx="34">
                  <c:v>5107.45</c:v>
                </c:pt>
                <c:pt idx="35">
                  <c:v>5227.42</c:v>
                </c:pt>
                <c:pt idx="36">
                  <c:v>5143.85</c:v>
                </c:pt>
                <c:pt idx="37">
                  <c:v>5164.78</c:v>
                </c:pt>
                <c:pt idx="38">
                  <c:v>5184.97</c:v>
                </c:pt>
                <c:pt idx="39">
                  <c:v>5278.93</c:v>
                </c:pt>
                <c:pt idx="40">
                  <c:v>5322.12</c:v>
                </c:pt>
                <c:pt idx="41">
                  <c:v>5088.83</c:v>
                </c:pt>
                <c:pt idx="42">
                  <c:v>5140.36</c:v>
                </c:pt>
                <c:pt idx="43">
                  <c:v>5082.3</c:v>
                </c:pt>
                <c:pt idx="44">
                  <c:v>5171.74</c:v>
                </c:pt>
                <c:pt idx="45">
                  <c:v>5138.53</c:v>
                </c:pt>
                <c:pt idx="46">
                  <c:v>5191.98</c:v>
                </c:pt>
                <c:pt idx="47">
                  <c:v>5176.46</c:v>
                </c:pt>
                <c:pt idx="48">
                  <c:v>5079.21</c:v>
                </c:pt>
                <c:pt idx="49">
                  <c:v>5019.49</c:v>
                </c:pt>
                <c:pt idx="50">
                  <c:v>5006.41</c:v>
                </c:pt>
                <c:pt idx="51">
                  <c:v>5005.61</c:v>
                </c:pt>
                <c:pt idx="52">
                  <c:v>4818.5</c:v>
                </c:pt>
                <c:pt idx="53">
                  <c:v>4650.02</c:v>
                </c:pt>
                <c:pt idx="54">
                  <c:v>4492.42</c:v>
                </c:pt>
                <c:pt idx="55">
                  <c:v>4407.18</c:v>
                </c:pt>
                <c:pt idx="56">
                  <c:v>4475.51</c:v>
                </c:pt>
                <c:pt idx="57">
                  <c:v>4506.0</c:v>
                </c:pt>
                <c:pt idx="58">
                  <c:v>4376.11</c:v>
                </c:pt>
                <c:pt idx="59">
                  <c:v>4494.09</c:v>
                </c:pt>
                <c:pt idx="60">
                  <c:v>4510.92</c:v>
                </c:pt>
                <c:pt idx="61">
                  <c:v>4668.06</c:v>
                </c:pt>
                <c:pt idx="62">
                  <c:v>4758.57</c:v>
                </c:pt>
                <c:pt idx="63">
                  <c:v>4676.76</c:v>
                </c:pt>
                <c:pt idx="64">
                  <c:v>4649.85</c:v>
                </c:pt>
                <c:pt idx="65">
                  <c:v>4706.51</c:v>
                </c:pt>
                <c:pt idx="66">
                  <c:v>4719.15</c:v>
                </c:pt>
                <c:pt idx="67">
                  <c:v>4766.89</c:v>
                </c:pt>
                <c:pt idx="68">
                  <c:v>4749.75</c:v>
                </c:pt>
                <c:pt idx="69">
                  <c:v>4740.31</c:v>
                </c:pt>
                <c:pt idx="70">
                  <c:v>4841.75</c:v>
                </c:pt>
                <c:pt idx="71">
                  <c:v>4791.04</c:v>
                </c:pt>
                <c:pt idx="72">
                  <c:v>4790.06</c:v>
                </c:pt>
                <c:pt idx="73">
                  <c:v>4830.34</c:v>
                </c:pt>
                <c:pt idx="74">
                  <c:v>4820.66</c:v>
                </c:pt>
                <c:pt idx="75">
                  <c:v>4720.04</c:v>
                </c:pt>
                <c:pt idx="76">
                  <c:v>4739.9</c:v>
                </c:pt>
                <c:pt idx="77">
                  <c:v>4694.14</c:v>
                </c:pt>
                <c:pt idx="78">
                  <c:v>4709.5</c:v>
                </c:pt>
                <c:pt idx="79">
                  <c:v>4682.08</c:v>
                </c:pt>
                <c:pt idx="80">
                  <c:v>4596.75</c:v>
                </c:pt>
                <c:pt idx="81">
                  <c:v>4547.95</c:v>
                </c:pt>
                <c:pt idx="82">
                  <c:v>4617.85</c:v>
                </c:pt>
                <c:pt idx="83">
                  <c:v>4614.21</c:v>
                </c:pt>
                <c:pt idx="84">
                  <c:v>4521.91</c:v>
                </c:pt>
                <c:pt idx="85">
                  <c:v>4556.92</c:v>
                </c:pt>
                <c:pt idx="86">
                  <c:v>4691.36</c:v>
                </c:pt>
                <c:pt idx="87">
                  <c:v>4685.8</c:v>
                </c:pt>
                <c:pt idx="88">
                  <c:v>4715.25</c:v>
                </c:pt>
                <c:pt idx="89">
                  <c:v>4736.17</c:v>
                </c:pt>
                <c:pt idx="90">
                  <c:v>4715.13</c:v>
                </c:pt>
                <c:pt idx="91">
                  <c:v>4688.76</c:v>
                </c:pt>
                <c:pt idx="92">
                  <c:v>4651.98</c:v>
                </c:pt>
                <c:pt idx="93">
                  <c:v>4540.08</c:v>
                </c:pt>
                <c:pt idx="94">
                  <c:v>4566.67</c:v>
                </c:pt>
                <c:pt idx="95">
                  <c:v>4482.61</c:v>
                </c:pt>
                <c:pt idx="96">
                  <c:v>4544.19</c:v>
                </c:pt>
                <c:pt idx="97">
                  <c:v>4543.05</c:v>
                </c:pt>
                <c:pt idx="98">
                  <c:v>4509.4</c:v>
                </c:pt>
                <c:pt idx="99">
                  <c:v>4507.88</c:v>
                </c:pt>
                <c:pt idx="100">
                  <c:v>4453.98</c:v>
                </c:pt>
                <c:pt idx="101">
                  <c:v>4495.29</c:v>
                </c:pt>
                <c:pt idx="102">
                  <c:v>4540.26</c:v>
                </c:pt>
                <c:pt idx="103">
                  <c:v>4484.98</c:v>
                </c:pt>
                <c:pt idx="104">
                  <c:v>4488.86</c:v>
                </c:pt>
                <c:pt idx="105">
                  <c:v>4434.81</c:v>
                </c:pt>
                <c:pt idx="106">
                  <c:v>4474.8</c:v>
                </c:pt>
                <c:pt idx="107">
                  <c:v>4328.45</c:v>
                </c:pt>
                <c:pt idx="108">
                  <c:v>4330.17</c:v>
                </c:pt>
                <c:pt idx="109">
                  <c:v>4260.85</c:v>
                </c:pt>
                <c:pt idx="110">
                  <c:v>4072.31</c:v>
                </c:pt>
                <c:pt idx="111">
                  <c:v>4212.26</c:v>
                </c:pt>
                <c:pt idx="112">
                  <c:v>4219.33</c:v>
                </c:pt>
                <c:pt idx="113">
                  <c:v>4311.69</c:v>
                </c:pt>
                <c:pt idx="114">
                  <c:v>4331.21</c:v>
                </c:pt>
                <c:pt idx="115">
                  <c:v>4256.93</c:v>
                </c:pt>
                <c:pt idx="116">
                  <c:v>4209.97</c:v>
                </c:pt>
                <c:pt idx="117">
                  <c:v>4190.06</c:v>
                </c:pt>
                <c:pt idx="118">
                  <c:v>4117.19</c:v>
                </c:pt>
                <c:pt idx="119">
                  <c:v>3999.41</c:v>
                </c:pt>
                <c:pt idx="120">
                  <c:v>4026.73</c:v>
                </c:pt>
                <c:pt idx="121">
                  <c:v>4088.74</c:v>
                </c:pt>
                <c:pt idx="122">
                  <c:v>4015.91</c:v>
                </c:pt>
                <c:pt idx="123">
                  <c:v>4008.02</c:v>
                </c:pt>
                <c:pt idx="124">
                  <c:v>4030.65</c:v>
                </c:pt>
                <c:pt idx="125">
                  <c:v>4122.35</c:v>
                </c:pt>
                <c:pt idx="126">
                  <c:v>4165.23</c:v>
                </c:pt>
                <c:pt idx="127">
                  <c:v>4106.24</c:v>
                </c:pt>
                <c:pt idx="128">
                  <c:v>4077.43</c:v>
                </c:pt>
                <c:pt idx="129">
                  <c:v>4123.64</c:v>
                </c:pt>
                <c:pt idx="130">
                  <c:v>4119.93</c:v>
                </c:pt>
                <c:pt idx="131">
                  <c:v>4002.39</c:v>
                </c:pt>
                <c:pt idx="132">
                  <c:v>4052.85</c:v>
                </c:pt>
                <c:pt idx="133">
                  <c:v>4060.55</c:v>
                </c:pt>
                <c:pt idx="134">
                  <c:v>3976.5</c:v>
                </c:pt>
                <c:pt idx="135">
                  <c:v>4017.39</c:v>
                </c:pt>
                <c:pt idx="136">
                  <c:v>4008.03</c:v>
                </c:pt>
                <c:pt idx="137">
                  <c:v>4076.99</c:v>
                </c:pt>
                <c:pt idx="138">
                  <c:v>4130.25</c:v>
                </c:pt>
                <c:pt idx="139">
                  <c:v>4049.48</c:v>
                </c:pt>
                <c:pt idx="140">
                  <c:v>4052.79</c:v>
                </c:pt>
                <c:pt idx="141">
                  <c:v>4076.26</c:v>
                </c:pt>
                <c:pt idx="142">
                  <c:v>4029.61</c:v>
                </c:pt>
                <c:pt idx="143">
                  <c:v>4067.56</c:v>
                </c:pt>
                <c:pt idx="144">
                  <c:v>4103.41</c:v>
                </c:pt>
                <c:pt idx="145">
                  <c:v>4046.15</c:v>
                </c:pt>
                <c:pt idx="146">
                  <c:v>4054.33</c:v>
                </c:pt>
                <c:pt idx="147">
                  <c:v>4077.99</c:v>
                </c:pt>
                <c:pt idx="148">
                  <c:v>4246.82</c:v>
                </c:pt>
                <c:pt idx="149">
                  <c:v>4239.42</c:v>
                </c:pt>
                <c:pt idx="150">
                  <c:v>4341.56</c:v>
                </c:pt>
                <c:pt idx="151">
                  <c:v>4390.95</c:v>
                </c:pt>
                <c:pt idx="152">
                  <c:v>4370.11</c:v>
                </c:pt>
                <c:pt idx="153">
                  <c:v>4408.29</c:v>
                </c:pt>
                <c:pt idx="154">
                  <c:v>4350.39</c:v>
                </c:pt>
                <c:pt idx="155">
                  <c:v>4376.4</c:v>
                </c:pt>
                <c:pt idx="156">
                  <c:v>4415.99</c:v>
                </c:pt>
                <c:pt idx="157">
                  <c:v>4334.5</c:v>
                </c:pt>
                <c:pt idx="158">
                  <c:v>4515.58</c:v>
                </c:pt>
                <c:pt idx="159">
                  <c:v>4516.58</c:v>
                </c:pt>
                <c:pt idx="160">
                  <c:v>4603.07</c:v>
                </c:pt>
                <c:pt idx="161">
                  <c:v>4652.22</c:v>
                </c:pt>
                <c:pt idx="162">
                  <c:v>4657.17</c:v>
                </c:pt>
                <c:pt idx="163">
                  <c:v>4591.07</c:v>
                </c:pt>
                <c:pt idx="164">
                  <c:v>4599.15</c:v>
                </c:pt>
                <c:pt idx="165">
                  <c:v>4455.11</c:v>
                </c:pt>
                <c:pt idx="166">
                  <c:v>4437.38</c:v>
                </c:pt>
                <c:pt idx="167">
                  <c:v>4328.82</c:v>
                </c:pt>
                <c:pt idx="168">
                  <c:v>4381.68</c:v>
                </c:pt>
                <c:pt idx="169">
                  <c:v>4472.92</c:v>
                </c:pt>
                <c:pt idx="170">
                  <c:v>4429.98</c:v>
                </c:pt>
                <c:pt idx="171">
                  <c:v>4355.99</c:v>
                </c:pt>
                <c:pt idx="172">
                  <c:v>4398.83</c:v>
                </c:pt>
                <c:pt idx="173">
                  <c:v>4318.19</c:v>
                </c:pt>
                <c:pt idx="174">
                  <c:v>4349.08</c:v>
                </c:pt>
                <c:pt idx="175">
                  <c:v>4299.64</c:v>
                </c:pt>
                <c:pt idx="176">
                  <c:v>4292.15</c:v>
                </c:pt>
                <c:pt idx="177">
                  <c:v>4263.65</c:v>
                </c:pt>
                <c:pt idx="178">
                  <c:v>4341.7</c:v>
                </c:pt>
                <c:pt idx="179">
                  <c:v>4378.63</c:v>
                </c:pt>
                <c:pt idx="180">
                  <c:v>4343.43</c:v>
                </c:pt>
                <c:pt idx="181">
                  <c:v>4360.72</c:v>
                </c:pt>
                <c:pt idx="182">
                  <c:v>4287.65</c:v>
                </c:pt>
                <c:pt idx="183">
                  <c:v>4275.03</c:v>
                </c:pt>
                <c:pt idx="184">
                  <c:v>4284.81</c:v>
                </c:pt>
                <c:pt idx="185">
                  <c:v>4115.71</c:v>
                </c:pt>
                <c:pt idx="186">
                  <c:v>4182.31</c:v>
                </c:pt>
                <c:pt idx="187">
                  <c:v>4157.41</c:v>
                </c:pt>
                <c:pt idx="188">
                  <c:v>4177.66</c:v>
                </c:pt>
                <c:pt idx="189">
                  <c:v>4141.19</c:v>
                </c:pt>
                <c:pt idx="190">
                  <c:v>4139.5</c:v>
                </c:pt>
                <c:pt idx="191">
                  <c:v>4164.18</c:v>
                </c:pt>
                <c:pt idx="192">
                  <c:v>4111.23</c:v>
                </c:pt>
                <c:pt idx="193">
                  <c:v>4132.5</c:v>
                </c:pt>
                <c:pt idx="194">
                  <c:v>4194.24</c:v>
                </c:pt>
              </c:numCache>
            </c:numRef>
          </c:val>
          <c:smooth val="0"/>
        </c:ser>
        <c:marker val="1"/>
        <c:axId val="111"/>
        <c:axId val="222"/>
      </c:lineChart>
      <c:lineChart>
        <c:grouping val="standard"/>
        <c:varyColors val="0"/>
        <c:ser>
          <c:idx val="1"/>
          <c:order val="1"/>
          <c:tx>
            <c:strRef>
              <c:f>Sheet1!$C$1</c:f>
              <c:strCache>
                <c:ptCount val="1"/>
                <c:pt idx="0">
                  <c:v>UST 10YR real yield (%, R)</c:v>
                </c:pt>
              </c:strCache>
            </c:strRef>
          </c:tx>
          <c:spPr>
            <a:ln w="22225" cap="rnd">
              <a:solidFill>
                <a:srgbClr val="0051A2"/>
              </a:solidFill>
              <a:prstDash val="solid"/>
              <a:round/>
            </a:ln>
          </c:spPr>
          <c:marker>
            <c:symbol val="none"/>
          </c:marker>
          <c:dLbls>
            <c:dLbl>
              <c:idx val="194"/>
              <c:layout>
                <c:manualLayout>
                  <c:x val="-0.1"/>
                  <c:y val="0.07"/>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Sheet1!$C$2:$C$196</c:f>
              <c:numCache>
                <c:formatCode>General</c:formatCode>
                <c:ptCount val="195"/>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2.01</c:v>
                </c:pt>
                <c:pt idx="55">
                  <c:v>2.01</c:v>
                </c:pt>
                <c:pt idx="56">
                  <c:v>2.06</c:v>
                </c:pt>
                <c:pt idx="57">
                  <c:v>2.02</c:v>
                </c:pt>
                <c:pt idx="58">
                  <c:v>2.08</c:v>
                </c:pt>
                <c:pt idx="59">
                  <c:v>2.13</c:v>
                </c:pt>
                <c:pt idx="60">
                  <c:v>2.04</c:v>
                </c:pt>
                <c:pt idx="61">
                  <c:v>2.0</c:v>
                </c:pt>
                <c:pt idx="62">
                  <c:v>2.02</c:v>
                </c:pt>
                <c:pt idx="63">
                  <c:v>1.97</c:v>
                </c:pt>
                <c:pt idx="64">
                  <c:v>1.98</c:v>
                </c:pt>
                <c:pt idx="65">
                  <c:v>1.96</c:v>
                </c:pt>
                <c:pt idx="66">
                  <c:v>1.96</c:v>
                </c:pt>
                <c:pt idx="67">
                  <c:v>1.95</c:v>
                </c:pt>
                <c:pt idx="68">
                  <c:v>1.95</c:v>
                </c:pt>
                <c:pt idx="69">
                  <c:v>1.92</c:v>
                </c:pt>
                <c:pt idx="70">
                  <c:v>1.89</c:v>
                </c:pt>
                <c:pt idx="71">
                  <c:v>1.9</c:v>
                </c:pt>
                <c:pt idx="72">
                  <c:v>1.93</c:v>
                </c:pt>
                <c:pt idx="73">
                  <c:v>1.9</c:v>
                </c:pt>
                <c:pt idx="74">
                  <c:v>1.91</c:v>
                </c:pt>
                <c:pt idx="75">
                  <c:v>1.92</c:v>
                </c:pt>
                <c:pt idx="76">
                  <c:v>1.92</c:v>
                </c:pt>
                <c:pt idx="77">
                  <c:v>1.92</c:v>
                </c:pt>
                <c:pt idx="78">
                  <c:v>1.89</c:v>
                </c:pt>
                <c:pt idx="79">
                  <c:v>1.91</c:v>
                </c:pt>
                <c:pt idx="80">
                  <c:v>1.92</c:v>
                </c:pt>
                <c:pt idx="81">
                  <c:v>1.96</c:v>
                </c:pt>
                <c:pt idx="82">
                  <c:v>1.94</c:v>
                </c:pt>
                <c:pt idx="83">
                  <c:v>1.91</c:v>
                </c:pt>
                <c:pt idx="84">
                  <c:v>1.95</c:v>
                </c:pt>
                <c:pt idx="85">
                  <c:v>1.96</c:v>
                </c:pt>
                <c:pt idx="86">
                  <c:v>1.94</c:v>
                </c:pt>
                <c:pt idx="87">
                  <c:v>1.96</c:v>
                </c:pt>
                <c:pt idx="88">
                  <c:v>1.93</c:v>
                </c:pt>
                <c:pt idx="89">
                  <c:v>1.95</c:v>
                </c:pt>
                <c:pt idx="90">
                  <c:v>1.99</c:v>
                </c:pt>
                <c:pt idx="91">
                  <c:v>1.99</c:v>
                </c:pt>
                <c:pt idx="92">
                  <c:v>2.0</c:v>
                </c:pt>
                <c:pt idx="93">
                  <c:v>2.1</c:v>
                </c:pt>
                <c:pt idx="94">
                  <c:v>2.13</c:v>
                </c:pt>
                <c:pt idx="95">
                  <c:v>2.18</c:v>
                </c:pt>
                <c:pt idx="96">
                  <c:v>2.13</c:v>
                </c:pt>
                <c:pt idx="97">
                  <c:v>2.18</c:v>
                </c:pt>
                <c:pt idx="98">
                  <c:v>2.16</c:v>
                </c:pt>
                <c:pt idx="99">
                  <c:v>2.1</c:v>
                </c:pt>
                <c:pt idx="100">
                  <c:v>2.09</c:v>
                </c:pt>
                <c:pt idx="101">
                  <c:v>2.06</c:v>
                </c:pt>
                <c:pt idx="102">
                  <c:v>2.07</c:v>
                </c:pt>
                <c:pt idx="103">
                  <c:v>2.07</c:v>
                </c:pt>
                <c:pt idx="104">
                  <c:v>2.07</c:v>
                </c:pt>
                <c:pt idx="105">
                  <c:v>2.11</c:v>
                </c:pt>
                <c:pt idx="106">
                  <c:v>2.11</c:v>
                </c:pt>
                <c:pt idx="107">
                  <c:v>2.19</c:v>
                </c:pt>
                <c:pt idx="108">
                  <c:v>2.21</c:v>
                </c:pt>
                <c:pt idx="109">
                  <c:v>2.2</c:v>
                </c:pt>
                <c:pt idx="110">
                  <c:v>2.21</c:v>
                </c:pt>
                <c:pt idx="111">
                  <c:v>2.16</c:v>
                </c:pt>
                <c:pt idx="112">
                  <c:v>2.17</c:v>
                </c:pt>
                <c:pt idx="113">
                  <c:v>2.15</c:v>
                </c:pt>
                <c:pt idx="114">
                  <c:v>2.14</c:v>
                </c:pt>
                <c:pt idx="115">
                  <c:v>2.23</c:v>
                </c:pt>
                <c:pt idx="116">
                  <c:v>2.21</c:v>
                </c:pt>
                <c:pt idx="117">
                  <c:v>2.28</c:v>
                </c:pt>
                <c:pt idx="118">
                  <c:v>2.29</c:v>
                </c:pt>
                <c:pt idx="119">
                  <c:v>2.23</c:v>
                </c:pt>
                <c:pt idx="120">
                  <c:v>2.19</c:v>
                </c:pt>
                <c:pt idx="121">
                  <c:v>2.18</c:v>
                </c:pt>
                <c:pt idx="122">
                  <c:v>2.16</c:v>
                </c:pt>
                <c:pt idx="123">
                  <c:v>2.2</c:v>
                </c:pt>
                <c:pt idx="124">
                  <c:v>2.25</c:v>
                </c:pt>
                <c:pt idx="125">
                  <c:v>2.26</c:v>
                </c:pt>
                <c:pt idx="126">
                  <c:v>2.24</c:v>
                </c:pt>
                <c:pt idx="127">
                  <c:v>2.3</c:v>
                </c:pt>
                <c:pt idx="128">
                  <c:v>2.31</c:v>
                </c:pt>
                <c:pt idx="129">
                  <c:v>2.31</c:v>
                </c:pt>
                <c:pt idx="130">
                  <c:v>2.32</c:v>
                </c:pt>
                <c:pt idx="131">
                  <c:v>2.36</c:v>
                </c:pt>
                <c:pt idx="132">
                  <c:v>2.33</c:v>
                </c:pt>
                <c:pt idx="133">
                  <c:v>2.32</c:v>
                </c:pt>
                <c:pt idx="134">
                  <c:v>2.35</c:v>
                </c:pt>
                <c:pt idx="135">
                  <c:v>2.31</c:v>
                </c:pt>
                <c:pt idx="136">
                  <c:v>2.35</c:v>
                </c:pt>
                <c:pt idx="137">
                  <c:v>2.37</c:v>
                </c:pt>
                <c:pt idx="138">
                  <c:v>2.39</c:v>
                </c:pt>
                <c:pt idx="139">
                  <c:v>2.43</c:v>
                </c:pt>
                <c:pt idx="140">
                  <c:v>2.43</c:v>
                </c:pt>
                <c:pt idx="141">
                  <c:v>2.44</c:v>
                </c:pt>
                <c:pt idx="142">
                  <c:v>2.41</c:v>
                </c:pt>
                <c:pt idx="143">
                  <c:v>2.41</c:v>
                </c:pt>
                <c:pt idx="144">
                  <c:v>2.41</c:v>
                </c:pt>
                <c:pt idx="145">
                  <c:v>2.47</c:v>
                </c:pt>
                <c:pt idx="146">
                  <c:v>2.43</c:v>
                </c:pt>
                <c:pt idx="147">
                  <c:v>2.4</c:v>
                </c:pt>
                <c:pt idx="148">
                  <c:v>2.41</c:v>
                </c:pt>
                <c:pt idx="149">
                  <c:v>2.43</c:v>
                </c:pt>
                <c:pt idx="150">
                  <c:v>2.4</c:v>
                </c:pt>
                <c:pt idx="151">
                  <c:v>2.43</c:v>
                </c:pt>
                <c:pt idx="152">
                  <c:v>2.43</c:v>
                </c:pt>
                <c:pt idx="153">
                  <c:v>2.42</c:v>
                </c:pt>
                <c:pt idx="154">
                  <c:v>2.39</c:v>
                </c:pt>
                <c:pt idx="155">
                  <c:v>2.41</c:v>
                </c:pt>
                <c:pt idx="156">
                  <c:v>2.44</c:v>
                </c:pt>
                <c:pt idx="157">
                  <c:v>2.41</c:v>
                </c:pt>
                <c:pt idx="158">
                  <c:v>2.35</c:v>
                </c:pt>
                <c:pt idx="159">
                  <c:v>2.35</c:v>
                </c:pt>
                <c:pt idx="160">
                  <c:v>2.4</c:v>
                </c:pt>
                <c:pt idx="161">
                  <c:v>2.38</c:v>
                </c:pt>
                <c:pt idx="162">
                  <c:v>2.32</c:v>
                </c:pt>
                <c:pt idx="163">
                  <c:v>2.34</c:v>
                </c:pt>
                <c:pt idx="164">
                  <c:v>2.34</c:v>
                </c:pt>
                <c:pt idx="165">
                  <c:v>2.42</c:v>
                </c:pt>
                <c:pt idx="166">
                  <c:v>2.44</c:v>
                </c:pt>
                <c:pt idx="167">
                  <c:v>2.44</c:v>
                </c:pt>
                <c:pt idx="168">
                  <c:v>2.45</c:v>
                </c:pt>
                <c:pt idx="169">
                  <c:v>2.42</c:v>
                </c:pt>
                <c:pt idx="170">
                  <c:v>2.43</c:v>
                </c:pt>
                <c:pt idx="171">
                  <c:v>2.43</c:v>
                </c:pt>
                <c:pt idx="172">
                  <c:v>2.46</c:v>
                </c:pt>
                <c:pt idx="173">
                  <c:v>2.55</c:v>
                </c:pt>
                <c:pt idx="174">
                  <c:v>2.6</c:v>
                </c:pt>
                <c:pt idx="175">
                  <c:v>2.6</c:v>
                </c:pt>
                <c:pt idx="176">
                  <c:v>2.62</c:v>
                </c:pt>
                <c:pt idx="177">
                  <c:v>2.68</c:v>
                </c:pt>
                <c:pt idx="178">
                  <c:v>2.61</c:v>
                </c:pt>
                <c:pt idx="179">
                  <c:v>2.68</c:v>
                </c:pt>
                <c:pt idx="180">
                  <c:v>2.62</c:v>
                </c:pt>
                <c:pt idx="181">
                  <c:v>2.63</c:v>
                </c:pt>
                <c:pt idx="182">
                  <c:v>2.76</c:v>
                </c:pt>
                <c:pt idx="183">
                  <c:v>2.85</c:v>
                </c:pt>
                <c:pt idx="184">
                  <c:v>2.83</c:v>
                </c:pt>
                <c:pt idx="185">
                  <c:v>2.9</c:v>
                </c:pt>
                <c:pt idx="186">
                  <c:v>2.91</c:v>
                </c:pt>
                <c:pt idx="187">
                  <c:v>2.93</c:v>
                </c:pt>
                <c:pt idx="188">
                  <c:v>2.88</c:v>
                </c:pt>
                <c:pt idx="189">
                  <c:v>2.92</c:v>
                </c:pt>
                <c:pt idx="190">
                  <c:v>2.95</c:v>
                </c:pt>
                <c:pt idx="191">
                  <c:v>2.91</c:v>
                </c:pt>
                <c:pt idx="192">
                  <c:v>2.92</c:v>
                </c:pt>
                <c:pt idx="193">
                  <c:v>2.87</c:v>
                </c:pt>
                <c:pt idx="194">
                  <c:v>2.91</c:v>
                </c:pt>
              </c:numCache>
            </c:numRef>
          </c:val>
          <c:smooth val="0"/>
        </c:ser>
        <c:marker val="1"/>
        <c:axId val="333"/>
        <c:axId val="444"/>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6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00"/>
      </c:valAx>
      <c:dateAx>
        <c:axId val="333"/>
        <c:scaling>
          <c:orientation val="minMax"/>
          <c:max val="46304"/>
          <c:min val="46022"/>
        </c:scaling>
        <c:delete val="1"/>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Offset val="100"/>
        <c:baseTimeUnit val="days"/>
        <c:majorUnit val="2"/>
        <c:majorTimeUnit val="months"/>
      </c:dateAx>
      <c:valAx>
        <c:axId val="444"/>
        <c:scaling>
          <c:orientation val="minMax"/>
          <c:max val="3.5"/>
          <c:min val="1.0"/>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max"/>
        <c:crossBetween val="between"/>
        <c:majorUnit val="0.5"/>
      </c:valAx>
      <c:spPr>
        <a:noFill/>
        <a:ln>
          <a:noFill/>
        </a:ln>
      </c:spPr>
    </c:plotArea>
    <c:legend>
      <c:legendPos val="t"/>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WoW return (%)</c:v>
                </c:pt>
              </c:strCache>
            </c:strRef>
          </c:tx>
          <c:spPr>
            <a:solidFill>
              <a:srgbClr val="0051A2"/>
            </a:solidFill>
            <a:ln>
              <a:noFill/>
            </a:ln>
          </c:spPr>
          <c:invertIfNegative val="0"/>
          <c:dPt>
            <c:idx val="0"/>
            <c:invertIfNegative val="0"/>
            <c:bubble3D val="0"/>
            <c:spPr>
              <a:solidFill>
                <a:srgbClr val="0051A2"/>
              </a:solidFill>
              <a:ln>
                <a:noFill/>
              </a:ln>
            </c:spPr>
          </c:dPt>
          <c:dPt>
            <c:idx val="1"/>
            <c:invertIfNegative val="0"/>
            <c:bubble3D val="0"/>
            <c:spPr>
              <a:solidFill>
                <a:srgbClr val="0051A2"/>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A5A5A5"/>
              </a:solidFill>
              <a:ln>
                <a:noFill/>
              </a:ln>
            </c:spPr>
          </c:dPt>
          <c:dPt>
            <c:idx val="5"/>
            <c:invertIfNegative val="0"/>
            <c:bubble3D val="0"/>
            <c:spPr>
              <a:solidFill>
                <a:srgbClr val="A5A5A5"/>
              </a:solidFill>
              <a:ln>
                <a:noFill/>
              </a:ln>
            </c:spPr>
          </c:dPt>
          <c:dPt>
            <c:idx val="6"/>
            <c:invertIfNegative val="0"/>
            <c:bubble3D val="0"/>
            <c:spPr>
              <a:solidFill>
                <a:srgbClr val="ED7D31"/>
              </a:solidFill>
              <a:ln>
                <a:noFill/>
              </a:ln>
            </c:spPr>
          </c:dPt>
          <c:dPt>
            <c:idx val="7"/>
            <c:invertIfNegative val="0"/>
            <c:bubble3D val="0"/>
            <c:spPr>
              <a:solidFill>
                <a:srgbClr val="ED7D31"/>
              </a:solidFill>
              <a:ln>
                <a:noFill/>
              </a:ln>
            </c:spPr>
          </c:dPt>
          <c:dPt>
            <c:idx val="8"/>
            <c:invertIfNegative val="0"/>
            <c:bubble3D val="0"/>
            <c:spPr>
              <a:solidFill>
                <a:srgbClr val="ED7D31"/>
              </a:solidFill>
              <a:ln>
                <a:noFill/>
              </a:ln>
            </c:spPr>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Power</c:v>
                </c:pt>
                <c:pt idx="1">
                  <c:v>Software</c:v>
                </c:pt>
                <c:pt idx="2">
                  <c:v>Networking/servers</c:v>
                </c:pt>
                <c:pt idx="3">
                  <c:v>Hyperscalers</c:v>
                </c:pt>
                <c:pt idx="4">
                  <c:v>S&amp;P 500</c:v>
                </c:pt>
                <c:pt idx="5">
                  <c:v>SOX</c:v>
                </c:pt>
                <c:pt idx="6">
                  <c:v>Foundry/equipment</c:v>
                </c:pt>
                <c:pt idx="7">
                  <c:v>GPU/logic</c:v>
                </c:pt>
                <c:pt idx="8">
                  <c:v>Memory/storage</c:v>
                </c:pt>
              </c:strCache>
            </c:strRef>
          </c:cat>
          <c:val>
            <c:numRef>
              <c:f>Sheet1!$B$2:$B$10</c:f>
              <c:numCache>
                <c:formatCode>0.00</c:formatCode>
                <c:ptCount val="9"/>
                <c:pt idx="0">
                  <c:v>15.54</c:v>
                </c:pt>
                <c:pt idx="1">
                  <c:v>7.33</c:v>
                </c:pt>
                <c:pt idx="2">
                  <c:v>3.27</c:v>
                </c:pt>
                <c:pt idx="3">
                  <c:v>1.64</c:v>
                </c:pt>
                <c:pt idx="4">
                  <c:v>1.15</c:v>
                </c:pt>
                <c:pt idx="5">
                  <c:v>-4.3</c:v>
                </c:pt>
                <c:pt idx="6">
                  <c:v>-5.41</c:v>
                </c:pt>
                <c:pt idx="7">
                  <c:v>-5.99</c:v>
                </c:pt>
                <c:pt idx="8">
                  <c:v>-6.1</c:v>
                </c:pt>
              </c:numCache>
            </c:numRef>
          </c:val>
        </c:ser>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b"/>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autoZero"/>
        <c:crossBetween val="between"/>
        <c:majorUnit val="5"/>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21.2111</c:v>
                </c:pt>
                <c:pt idx="3">
                  <c:v>21.0958</c:v>
                </c:pt>
                <c:pt idx="4">
                  <c:v>21.891</c:v>
                </c:pt>
                <c:pt idx="5">
                  <c:v>22.7264</c:v>
                </c:pt>
                <c:pt idx="6">
                  <c:v>23.159</c:v>
                </c:pt>
                <c:pt idx="7">
                  <c:v>21.918</c:v>
                </c:pt>
                <c:pt idx="8">
                  <c:v>23.7028</c:v>
                </c:pt>
                <c:pt idx="9">
                  <c:v>23.906</c:v>
                </c:pt>
                <c:pt idx="10">
                  <c:v>24.1784</c:v>
                </c:pt>
                <c:pt idx="11">
                  <c:v>23.6196</c:v>
                </c:pt>
                <c:pt idx="12">
                  <c:v>23.6963</c:v>
                </c:pt>
                <c:pt idx="13">
                  <c:v>24.0621</c:v>
                </c:pt>
                <c:pt idx="14">
                  <c:v>24.1899</c:v>
                </c:pt>
                <c:pt idx="15">
                  <c:v>25.1223</c:v>
                </c:pt>
                <c:pt idx="16">
                  <c:v>27.7299</c:v>
                </c:pt>
                <c:pt idx="17">
                  <c:v>27.9646</c:v>
                </c:pt>
                <c:pt idx="18">
                  <c:v>28.7149</c:v>
                </c:pt>
                <c:pt idx="19">
                  <c:v>28.6133</c:v>
                </c:pt>
                <c:pt idx="20">
                  <c:v>15.3307</c:v>
                </c:pt>
                <c:pt idx="21">
                  <c:v>15.5517</c:v>
                </c:pt>
                <c:pt idx="22">
                  <c:v>15.6351</c:v>
                </c:pt>
                <c:pt idx="23">
                  <c:v>15.1068</c:v>
                </c:pt>
                <c:pt idx="24">
                  <c:v>15.1703</c:v>
                </c:pt>
                <c:pt idx="25">
                  <c:v>15.0188</c:v>
                </c:pt>
                <c:pt idx="26">
                  <c:v>14.4335</c:v>
                </c:pt>
                <c:pt idx="27">
                  <c:v>14.8464</c:v>
                </c:pt>
                <c:pt idx="28">
                  <c:v>15.1634</c:v>
                </c:pt>
                <c:pt idx="29">
                  <c:v>15.3391</c:v>
                </c:pt>
                <c:pt idx="30">
                  <c:v>15.8002</c:v>
                </c:pt>
                <c:pt idx="31">
                  <c:v>15.8977</c:v>
                </c:pt>
                <c:pt idx="32">
                  <c:v>16.2259</c:v>
                </c:pt>
                <c:pt idx="33">
                  <c:v>16.6599</c:v>
                </c:pt>
                <c:pt idx="34">
                  <c:v>16.4259</c:v>
                </c:pt>
                <c:pt idx="35">
                  <c:v>16.0787</c:v>
                </c:pt>
                <c:pt idx="36">
                  <c:v>16.4988</c:v>
                </c:pt>
                <c:pt idx="37">
                  <c:v>15.4547</c:v>
                </c:pt>
                <c:pt idx="38">
                  <c:v>15.7575</c:v>
                </c:pt>
                <c:pt idx="39">
                  <c:v>16.4868</c:v>
                </c:pt>
                <c:pt idx="40">
                  <c:v>16.6446</c:v>
                </c:pt>
                <c:pt idx="41">
                  <c:v>15.8925</c:v>
                </c:pt>
                <c:pt idx="42">
                  <c:v>15.8626</c:v>
                </c:pt>
                <c:pt idx="43">
                  <c:v>15.5773</c:v>
                </c:pt>
                <c:pt idx="44">
                  <c:v>15.605</c:v>
                </c:pt>
                <c:pt idx="45">
                  <c:v>15.9864</c:v>
                </c:pt>
                <c:pt idx="46">
                  <c:v>16.5721</c:v>
                </c:pt>
                <c:pt idx="47">
                  <c:v>16.1847</c:v>
                </c:pt>
                <c:pt idx="48">
                  <c:v>16.9662</c:v>
                </c:pt>
                <c:pt idx="49">
                  <c:v>16.5179</c:v>
                </c:pt>
                <c:pt idx="50">
                  <c:v>16.629</c:v>
                </c:pt>
                <c:pt idx="51">
                  <c:v>16.9056</c:v>
                </c:pt>
                <c:pt idx="52">
                  <c:v>17.2838</c:v>
                </c:pt>
                <c:pt idx="53">
                  <c:v>17.383</c:v>
                </c:pt>
                <c:pt idx="54">
                  <c:v>17.7696</c:v>
                </c:pt>
                <c:pt idx="55">
                  <c:v>18.496</c:v>
                </c:pt>
                <c:pt idx="56">
                  <c:v>18.5465</c:v>
                </c:pt>
                <c:pt idx="57">
                  <c:v>18.579</c:v>
                </c:pt>
                <c:pt idx="58">
                  <c:v>19.0734</c:v>
                </c:pt>
                <c:pt idx="59">
                  <c:v>17.8881</c:v>
                </c:pt>
                <c:pt idx="60">
                  <c:v>17.8556</c:v>
                </c:pt>
                <c:pt idx="61">
                  <c:v>18.036</c:v>
                </c:pt>
                <c:pt idx="62">
                  <c:v>18.6402</c:v>
                </c:pt>
                <c:pt idx="63">
                  <c:v>18.3686</c:v>
                </c:pt>
                <c:pt idx="64">
                  <c:v>19.4267</c:v>
                </c:pt>
                <c:pt idx="65">
                  <c:v>19.3699</c:v>
                </c:pt>
                <c:pt idx="66">
                  <c:v>20.0599</c:v>
                </c:pt>
                <c:pt idx="67">
                  <c:v>20.2672</c:v>
                </c:pt>
                <c:pt idx="68">
                  <c:v>20.0502</c:v>
                </c:pt>
                <c:pt idx="69">
                  <c:v>19.2467</c:v>
                </c:pt>
                <c:pt idx="70">
                  <c:v>20.1684</c:v>
                </c:pt>
                <c:pt idx="71">
                  <c:v>20.6805</c:v>
                </c:pt>
                <c:pt idx="72">
                  <c:v>20.8635</c:v>
                </c:pt>
                <c:pt idx="73">
                  <c:v>21.9045</c:v>
                </c:pt>
                <c:pt idx="74">
                  <c:v>22.058</c:v>
                </c:pt>
                <c:pt idx="75">
                  <c:v>20.5449</c:v>
                </c:pt>
                <c:pt idx="76">
                  <c:v>20.6184</c:v>
                </c:pt>
                <c:pt idx="77">
                  <c:v>19.6308</c:v>
                </c:pt>
                <c:pt idx="78">
                  <c:v>20.6259</c:v>
                </c:pt>
                <c:pt idx="79">
                  <c:v>19.7012</c:v>
                </c:pt>
                <c:pt idx="80">
                  <c:v>13.5258</c:v>
                </c:pt>
                <c:pt idx="81">
                  <c:v>14.1531</c:v>
                </c:pt>
                <c:pt idx="82">
                  <c:v>14.7471</c:v>
                </c:pt>
                <c:pt idx="83">
                  <c:v>14.6762</c:v>
                </c:pt>
                <c:pt idx="84">
                  <c:v>14.9564</c:v>
                </c:pt>
                <c:pt idx="85">
                  <c:v>15.1072</c:v>
                </c:pt>
                <c:pt idx="86">
                  <c:v>15.2031</c:v>
                </c:pt>
                <c:pt idx="87">
                  <c:v>15.1551</c:v>
                </c:pt>
                <c:pt idx="88">
                  <c:v>14.8912</c:v>
                </c:pt>
                <c:pt idx="89">
                  <c:v>14.2628</c:v>
                </c:pt>
                <c:pt idx="90">
                  <c:v>14.6601</c:v>
                </c:pt>
                <c:pt idx="91">
                  <c:v>14.5685</c:v>
                </c:pt>
                <c:pt idx="92">
                  <c:v>14.761</c:v>
                </c:pt>
                <c:pt idx="93">
                  <c:v>14.9963</c:v>
                </c:pt>
                <c:pt idx="94">
                  <c:v>15.1381</c:v>
                </c:pt>
                <c:pt idx="95">
                  <c:v>14.853</c:v>
                </c:pt>
                <c:pt idx="96">
                  <c:v>14.5766</c:v>
                </c:pt>
                <c:pt idx="97">
                  <c:v>15.1509</c:v>
                </c:pt>
                <c:pt idx="98">
                  <c:v>15.4245</c:v>
                </c:pt>
                <c:pt idx="99">
                  <c:v>15.1411</c:v>
                </c:pt>
                <c:pt idx="100">
                  <c:v>15.3395</c:v>
                </c:pt>
                <c:pt idx="101">
                  <c:v>15.414</c:v>
                </c:pt>
                <c:pt idx="102">
                  <c:v>14.3256</c:v>
                </c:pt>
                <c:pt idx="103">
                  <c:v>13.8036</c:v>
                </c:pt>
                <c:pt idx="104">
                  <c:v>13.157</c:v>
                </c:pt>
                <c:pt idx="105">
                  <c:v>12.871</c:v>
                </c:pt>
                <c:pt idx="106">
                  <c:v>12.0663</c:v>
                </c:pt>
                <c:pt idx="107">
                  <c:v>12.9941</c:v>
                </c:pt>
                <c:pt idx="108">
                  <c:v>13.082</c:v>
                </c:pt>
                <c:pt idx="109">
                  <c:v>12.9838</c:v>
                </c:pt>
                <c:pt idx="110">
                  <c:v>12.5592</c:v>
                </c:pt>
                <c:pt idx="111">
                  <c:v>13.2042</c:v>
                </c:pt>
                <c:pt idx="112">
                  <c:v>12.5489</c:v>
                </c:pt>
                <c:pt idx="113">
                  <c:v>12.7653</c:v>
                </c:pt>
                <c:pt idx="114">
                  <c:v>11.9866</c:v>
                </c:pt>
                <c:pt idx="115">
                  <c:v>12.0697</c:v>
                </c:pt>
                <c:pt idx="116">
                  <c:v>12.0329</c:v>
                </c:pt>
                <c:pt idx="117">
                  <c:v>12.7684</c:v>
                </c:pt>
                <c:pt idx="118">
                  <c:v>12.9223</c:v>
                </c:pt>
                <c:pt idx="119">
                  <c:v>13.5044</c:v>
                </c:pt>
                <c:pt idx="120">
                  <c:v>14.112</c:v>
                </c:pt>
                <c:pt idx="121">
                  <c:v>15.011</c:v>
                </c:pt>
                <c:pt idx="122">
                  <c:v>15.6117</c:v>
                </c:pt>
                <c:pt idx="123">
                  <c:v>15.7896</c:v>
                </c:pt>
                <c:pt idx="124">
                  <c:v>15.7724</c:v>
                </c:pt>
                <c:pt idx="125">
                  <c:v>15.2787</c:v>
                </c:pt>
                <c:pt idx="126">
                  <c:v>16.2946</c:v>
                </c:pt>
                <c:pt idx="127">
                  <c:v>16.4118</c:v>
                </c:pt>
                <c:pt idx="128">
                  <c:v>16.3548</c:v>
                </c:pt>
                <c:pt idx="129">
                  <c:v>17.3174</c:v>
                </c:pt>
                <c:pt idx="130">
                  <c:v>17.5456</c:v>
                </c:pt>
                <c:pt idx="131">
                  <c:v>18.2607</c:v>
                </c:pt>
                <c:pt idx="132">
                  <c:v>18.1472</c:v>
                </c:pt>
                <c:pt idx="133">
                  <c:v>18.4982</c:v>
                </c:pt>
                <c:pt idx="134">
                  <c:v>17.5735</c:v>
                </c:pt>
                <c:pt idx="135">
                  <c:v>16.6803</c:v>
                </c:pt>
                <c:pt idx="136">
                  <c:v>15.7172</c:v>
                </c:pt>
                <c:pt idx="137">
                  <c:v>15.665</c:v>
                </c:pt>
                <c:pt idx="138">
                  <c:v>16.7903</c:v>
                </c:pt>
                <c:pt idx="139">
                  <c:v>17.0546</c:v>
                </c:pt>
                <c:pt idx="140">
                  <c:v>17.809</c:v>
                </c:pt>
                <c:pt idx="141">
                  <c:v>18.3126</c:v>
                </c:pt>
                <c:pt idx="142">
                  <c:v>18.3528</c:v>
                </c:pt>
                <c:pt idx="143">
                  <c:v>18.8922</c:v>
                </c:pt>
                <c:pt idx="144">
                  <c:v>19.2152</c:v>
                </c:pt>
                <c:pt idx="145">
                  <c:v>20.1856</c:v>
                </c:pt>
                <c:pt idx="146">
                  <c:v>18.0095</c:v>
                </c:pt>
                <c:pt idx="147">
                  <c:v>17.964</c:v>
                </c:pt>
                <c:pt idx="148">
                  <c:v>18.2338</c:v>
                </c:pt>
                <c:pt idx="149">
                  <c:v>17.8732</c:v>
                </c:pt>
                <c:pt idx="150">
                  <c:v>18.6238</c:v>
                </c:pt>
                <c:pt idx="151">
                  <c:v>19.4097</c:v>
                </c:pt>
                <c:pt idx="152">
                  <c:v>20.2682</c:v>
                </c:pt>
                <c:pt idx="153">
                  <c:v>19.7301</c:v>
                </c:pt>
                <c:pt idx="154">
                  <c:v>19.2194</c:v>
                </c:pt>
                <c:pt idx="155">
                  <c:v>19.6046</c:v>
                </c:pt>
                <c:pt idx="156">
                  <c:v>19.8062</c:v>
                </c:pt>
                <c:pt idx="157">
                  <c:v>19.7758</c:v>
                </c:pt>
                <c:pt idx="158">
                  <c:v>20.4628</c:v>
                </c:pt>
                <c:pt idx="159">
                  <c:v>20.9731</c:v>
                </c:pt>
                <c:pt idx="160">
                  <c:v>21.7631</c:v>
                </c:pt>
                <c:pt idx="161">
                  <c:v>21.8256</c:v>
                </c:pt>
                <c:pt idx="162">
                  <c:v>21.172</c:v>
                </c:pt>
                <c:pt idx="163">
                  <c:v>21.5188</c:v>
                </c:pt>
                <c:pt idx="164">
                  <c:v>21.7226</c:v>
                </c:pt>
                <c:pt idx="165">
                  <c:v>23.0863</c:v>
                </c:pt>
                <c:pt idx="166">
                  <c:v>23.8573</c:v>
                </c:pt>
                <c:pt idx="167">
                  <c:v>23.4201</c:v>
                </c:pt>
                <c:pt idx="168">
                  <c:v>23.3563</c:v>
                </c:pt>
                <c:pt idx="169">
                  <c:v>23.5047</c:v>
                </c:pt>
                <c:pt idx="170">
                  <c:v>24.1257</c:v>
                </c:pt>
                <c:pt idx="171">
                  <c:v>24.3452</c:v>
                </c:pt>
                <c:pt idx="172">
                  <c:v>22.8191</c:v>
                </c:pt>
                <c:pt idx="173">
                  <c:v>25.4954</c:v>
                </c:pt>
                <c:pt idx="174">
                  <c:v>26.7584</c:v>
                </c:pt>
                <c:pt idx="175">
                  <c:v>25.8745</c:v>
                </c:pt>
                <c:pt idx="176">
                  <c:v>23.3374</c:v>
                </c:pt>
                <c:pt idx="177">
                  <c:v>23.3411</c:v>
                </c:pt>
                <c:pt idx="178">
                  <c:v>21.6017</c:v>
                </c:pt>
                <c:pt idx="179">
                  <c:v>18.1657</c:v>
                </c:pt>
                <c:pt idx="180">
                  <c:v>20.8577</c:v>
                </c:pt>
                <c:pt idx="181">
                  <c:v>20.2177</c:v>
                </c:pt>
                <c:pt idx="182">
                  <c:v>22.4416</c:v>
                </c:pt>
                <c:pt idx="183">
                  <c:v>23.8983</c:v>
                </c:pt>
                <c:pt idx="184">
                  <c:v>19.8409</c:v>
                </c:pt>
                <c:pt idx="185">
                  <c:v>19.098</c:v>
                </c:pt>
                <c:pt idx="186">
                  <c:v>20.9079</c:v>
                </c:pt>
                <c:pt idx="187">
                  <c:v>20.1346</c:v>
                </c:pt>
                <c:pt idx="188">
                  <c:v>21.3408</c:v>
                </c:pt>
                <c:pt idx="189">
                  <c:v>21.9059</c:v>
                </c:pt>
                <c:pt idx="190">
                  <c:v>24.2194</c:v>
                </c:pt>
                <c:pt idx="191">
                  <c:v>23.0516</c:v>
                </c:pt>
                <c:pt idx="192">
                  <c:v>23.8055</c:v>
                </c:pt>
                <c:pt idx="193">
                  <c:v>22.8511</c:v>
                </c:pt>
                <c:pt idx="194">
                  <c:v>23.5636</c:v>
                </c:pt>
                <c:pt idx="195">
                  <c:v>24.4502</c:v>
                </c:pt>
                <c:pt idx="196">
                  <c:v>24.1331</c:v>
                </c:pt>
                <c:pt idx="197">
                  <c:v>23.2687</c:v>
                </c:pt>
                <c:pt idx="198">
                  <c:v>23.8917</c:v>
                </c:pt>
                <c:pt idx="199">
                  <c:v>24.3972</c:v>
                </c:pt>
                <c:pt idx="200">
                  <c:v>24.5466</c:v>
                </c:pt>
                <c:pt idx="201">
                  <c:v>24.4692</c:v>
                </c:pt>
                <c:pt idx="202">
                  <c:v>25.3122</c:v>
                </c:pt>
                <c:pt idx="203">
                  <c:v>25.1836</c:v>
                </c:pt>
                <c:pt idx="204">
                  <c:v>24.2921</c:v>
                </c:pt>
                <c:pt idx="205">
                  <c:v>24.5496</c:v>
                </c:pt>
                <c:pt idx="206">
                  <c:v>23.4778</c:v>
                </c:pt>
                <c:pt idx="207">
                  <c:v>24.1225</c:v>
                </c:pt>
                <c:pt idx="208">
                  <c:v>25.9444</c:v>
                </c:pt>
                <c:pt idx="209">
                  <c:v>25.8812</c:v>
                </c:pt>
                <c:pt idx="210">
                  <c:v>25.2745</c:v>
                </c:pt>
                <c:pt idx="211">
                  <c:v>23.8763</c:v>
                </c:pt>
                <c:pt idx="212">
                  <c:v>26.7788</c:v>
                </c:pt>
                <c:pt idx="213">
                  <c:v>26.5176</c:v>
                </c:pt>
                <c:pt idx="214">
                  <c:v>27.004</c:v>
                </c:pt>
                <c:pt idx="215">
                  <c:v>27.7663</c:v>
                </c:pt>
                <c:pt idx="216">
                  <c:v>29.4642</c:v>
                </c:pt>
                <c:pt idx="217">
                  <c:v>29.0606</c:v>
                </c:pt>
                <c:pt idx="218">
                  <c:v>29.6932</c:v>
                </c:pt>
                <c:pt idx="219">
                  <c:v>28.8872</c:v>
                </c:pt>
                <c:pt idx="220">
                  <c:v>29.3618</c:v>
                </c:pt>
                <c:pt idx="221">
                  <c:v>30.7504</c:v>
                </c:pt>
                <c:pt idx="222">
                  <c:v>31.3181</c:v>
                </c:pt>
                <c:pt idx="223">
                  <c:v>32.0996</c:v>
                </c:pt>
                <c:pt idx="224">
                  <c:v>29.9819</c:v>
                </c:pt>
                <c:pt idx="225">
                  <c:v>31.9756</c:v>
                </c:pt>
                <c:pt idx="226">
                  <c:v>34.4906</c:v>
                </c:pt>
                <c:pt idx="227">
                  <c:v>34.4781</c:v>
                </c:pt>
                <c:pt idx="228">
                  <c:v>32.8618</c:v>
                </c:pt>
                <c:pt idx="229">
                  <c:v>31.7907</c:v>
                </c:pt>
                <c:pt idx="230">
                  <c:v>32.2714</c:v>
                </c:pt>
                <c:pt idx="231">
                  <c:v>32.7733</c:v>
                </c:pt>
                <c:pt idx="232">
                  <c:v>33.8042</c:v>
                </c:pt>
                <c:pt idx="233">
                  <c:v>23.3409</c:v>
                </c:pt>
                <c:pt idx="234">
                  <c:v>23.7159</c:v>
                </c:pt>
                <c:pt idx="235">
                  <c:v>23.2471</c:v>
                </c:pt>
                <c:pt idx="236">
                  <c:v>22.6486</c:v>
                </c:pt>
                <c:pt idx="237">
                  <c:v>21.5362</c:v>
                </c:pt>
                <c:pt idx="238">
                  <c:v>21.5504</c:v>
                </c:pt>
                <c:pt idx="239">
                  <c:v>20.6264</c:v>
                </c:pt>
                <c:pt idx="240">
                  <c:v>20.9845</c:v>
                </c:pt>
                <c:pt idx="241">
                  <c:v>21.7969</c:v>
                </c:pt>
                <c:pt idx="242">
                  <c:v>22.2002</c:v>
                </c:pt>
                <c:pt idx="243">
                  <c:v>22.1936</c:v>
                </c:pt>
                <c:pt idx="244">
                  <c:v>21.8019</c:v>
                </c:pt>
                <c:pt idx="245">
                  <c:v>22.1009</c:v>
                </c:pt>
                <c:pt idx="246">
                  <c:v>22.4903</c:v>
                </c:pt>
                <c:pt idx="247">
                  <c:v>22.2153</c:v>
                </c:pt>
                <c:pt idx="248">
                  <c:v>21.3238</c:v>
                </c:pt>
                <c:pt idx="249">
                  <c:v>22.0758</c:v>
                </c:pt>
                <c:pt idx="250">
                  <c:v>22.2821</c:v>
                </c:pt>
                <c:pt idx="251">
                  <c:v>22.5781</c:v>
                </c:pt>
                <c:pt idx="252">
                  <c:v>22.0864</c:v>
                </c:pt>
                <c:pt idx="253">
                  <c:v>21.5245</c:v>
                </c:pt>
                <c:pt idx="254">
                  <c:v>22.864</c:v>
                </c:pt>
                <c:pt idx="255">
                  <c:v>23.0376</c:v>
                </c:pt>
                <c:pt idx="256">
                  <c:v>22.8633</c:v>
                </c:pt>
                <c:pt idx="257">
                  <c:v>22.8992</c:v>
                </c:pt>
                <c:pt idx="258">
                  <c:v>22.4566</c:v>
                </c:pt>
                <c:pt idx="259">
                  <c:v>21.3953</c:v>
                </c:pt>
                <c:pt idx="260">
                  <c:v>21.294</c:v>
                </c:pt>
                <c:pt idx="261">
                  <c:v>21.7302</c:v>
                </c:pt>
                <c:pt idx="262">
                  <c:v>22.0556</c:v>
                </c:pt>
                <c:pt idx="263">
                  <c:v>22.5506</c:v>
                </c:pt>
                <c:pt idx="264">
                  <c:v>24.5082</c:v>
                </c:pt>
                <c:pt idx="265">
                  <c:v>24.8154</c:v>
                </c:pt>
                <c:pt idx="266">
                  <c:v>25.6303</c:v>
                </c:pt>
                <c:pt idx="267">
                  <c:v>24.5942</c:v>
                </c:pt>
                <c:pt idx="268">
                  <c:v>25.0131</c:v>
                </c:pt>
                <c:pt idx="269">
                  <c:v>26.0424</c:v>
                </c:pt>
                <c:pt idx="270">
                  <c:v>25.0249</c:v>
                </c:pt>
                <c:pt idx="271">
                  <c:v>25.8147</c:v>
                </c:pt>
                <c:pt idx="272">
                  <c:v>25.8961</c:v>
                </c:pt>
                <c:pt idx="273">
                  <c:v>24.9094</c:v>
                </c:pt>
                <c:pt idx="274">
                  <c:v>25.5812</c:v>
                </c:pt>
                <c:pt idx="275">
                  <c:v>22.5157</c:v>
                </c:pt>
                <c:pt idx="276">
                  <c:v>21.6239</c:v>
                </c:pt>
                <c:pt idx="277">
                  <c:v>23.0191</c:v>
                </c:pt>
                <c:pt idx="278">
                  <c:v>22.4833</c:v>
                </c:pt>
                <c:pt idx="279">
                  <c:v>22.6014</c:v>
                </c:pt>
                <c:pt idx="280">
                  <c:v>23.0488</c:v>
                </c:pt>
                <c:pt idx="281">
                  <c:v>21.999</c:v>
                </c:pt>
                <c:pt idx="282">
                  <c:v>21.224</c:v>
                </c:pt>
                <c:pt idx="283">
                  <c:v>23.1689</c:v>
                </c:pt>
                <c:pt idx="284">
                  <c:v>23.7969</c:v>
                </c:pt>
                <c:pt idx="285">
                  <c:v>22.7283</c:v>
                </c:pt>
                <c:pt idx="286">
                  <c:v>21.0643</c:v>
                </c:pt>
                <c:pt idx="287">
                  <c:v>20.4438</c:v>
                </c:pt>
                <c:pt idx="288">
                  <c:v>15.7232</c:v>
                </c:pt>
                <c:pt idx="289">
                  <c:v>15.343</c:v>
                </c:pt>
                <c:pt idx="290">
                  <c:v>15.5647</c:v>
                </c:pt>
                <c:pt idx="291">
                  <c:v>15.5417</c:v>
                </c:pt>
                <c:pt idx="292">
                  <c:v>15.0641</c:v>
                </c:pt>
                <c:pt idx="293">
                  <c:v>16.4484</c:v>
                </c:pt>
                <c:pt idx="294">
                  <c:v>16.1629</c:v>
                </c:pt>
                <c:pt idx="295">
                  <c:v>14.967</c:v>
                </c:pt>
                <c:pt idx="296">
                  <c:v>13.647</c:v>
                </c:pt>
                <c:pt idx="297">
                  <c:v>14.8068</c:v>
                </c:pt>
                <c:pt idx="298">
                  <c:v>13.7663</c:v>
                </c:pt>
                <c:pt idx="299">
                  <c:v>14.7011</c:v>
                </c:pt>
                <c:pt idx="300">
                  <c:v>15.1509</c:v>
                </c:pt>
                <c:pt idx="301">
                  <c:v>16.0536</c:v>
                </c:pt>
                <c:pt idx="302">
                  <c:v>17.4873</c:v>
                </c:pt>
                <c:pt idx="303">
                  <c:v>18.2641</c:v>
                </c:pt>
                <c:pt idx="304">
                  <c:v>18.7188</c:v>
                </c:pt>
                <c:pt idx="305">
                  <c:v>18.0302</c:v>
                </c:pt>
                <c:pt idx="306">
                  <c:v>17.2754</c:v>
                </c:pt>
                <c:pt idx="307">
                  <c:v>16.1749</c:v>
                </c:pt>
                <c:pt idx="308">
                  <c:v>16.9639</c:v>
                </c:pt>
                <c:pt idx="309">
                  <c:v>16.014</c:v>
                </c:pt>
                <c:pt idx="310">
                  <c:v>14.777</c:v>
                </c:pt>
                <c:pt idx="311">
                  <c:v>14.3561</c:v>
                </c:pt>
                <c:pt idx="312">
                  <c:v>14.7774</c:v>
                </c:pt>
                <c:pt idx="313">
                  <c:v>13.6189</c:v>
                </c:pt>
                <c:pt idx="314">
                  <c:v>14.7217</c:v>
                </c:pt>
                <c:pt idx="315">
                  <c:v>15.4485</c:v>
                </c:pt>
                <c:pt idx="316">
                  <c:v>15.668</c:v>
                </c:pt>
                <c:pt idx="317">
                  <c:v>17.9753</c:v>
                </c:pt>
                <c:pt idx="318">
                  <c:v>17.8071</c:v>
                </c:pt>
                <c:pt idx="319">
                  <c:v>17.9461</c:v>
                </c:pt>
                <c:pt idx="320">
                  <c:v>18.1877</c:v>
                </c:pt>
                <c:pt idx="321">
                  <c:v>17.9931</c:v>
                </c:pt>
                <c:pt idx="322">
                  <c:v>17.4332</c:v>
                </c:pt>
                <c:pt idx="323">
                  <c:v>16.6923</c:v>
                </c:pt>
                <c:pt idx="324">
                  <c:v>16.6736</c:v>
                </c:pt>
                <c:pt idx="325">
                  <c:v>17.3528</c:v>
                </c:pt>
                <c:pt idx="326">
                  <c:v>18.4208</c:v>
                </c:pt>
                <c:pt idx="327">
                  <c:v>18.3811</c:v>
                </c:pt>
                <c:pt idx="328">
                  <c:v>19.46</c:v>
                </c:pt>
                <c:pt idx="329">
                  <c:v>21.0039</c:v>
                </c:pt>
                <c:pt idx="330">
                  <c:v>20.6805</c:v>
                </c:pt>
                <c:pt idx="331">
                  <c:v>20.8879</c:v>
                </c:pt>
                <c:pt idx="332">
                  <c:v>20.4481</c:v>
                </c:pt>
                <c:pt idx="333">
                  <c:v>22.4022</c:v>
                </c:pt>
                <c:pt idx="334">
                  <c:v>21.6504</c:v>
                </c:pt>
                <c:pt idx="335">
                  <c:v>22.8913</c:v>
                </c:pt>
                <c:pt idx="336">
                  <c:v>22.9691</c:v>
                </c:pt>
                <c:pt idx="337">
                  <c:v>24.6432</c:v>
                </c:pt>
                <c:pt idx="338">
                  <c:v>23.4525</c:v>
                </c:pt>
                <c:pt idx="339">
                  <c:v>23.5129</c:v>
                </c:pt>
                <c:pt idx="340">
                  <c:v>23.1846</c:v>
                </c:pt>
                <c:pt idx="341">
                  <c:v>23.7196</c:v>
                </c:pt>
                <c:pt idx="342">
                  <c:v>25.1304</c:v>
                </c:pt>
                <c:pt idx="343">
                  <c:v>25.2821</c:v>
                </c:pt>
                <c:pt idx="344">
                  <c:v>27.1665</c:v>
                </c:pt>
                <c:pt idx="345">
                  <c:v>29.7246</c:v>
                </c:pt>
                <c:pt idx="346">
                  <c:v>29.4518</c:v>
                </c:pt>
                <c:pt idx="347">
                  <c:v>29.667</c:v>
                </c:pt>
                <c:pt idx="348">
                  <c:v>30.8986</c:v>
                </c:pt>
                <c:pt idx="349">
                  <c:v>30.2408</c:v>
                </c:pt>
                <c:pt idx="350">
                  <c:v>32.0046</c:v>
                </c:pt>
                <c:pt idx="351">
                  <c:v>31.2141</c:v>
                </c:pt>
                <c:pt idx="352">
                  <c:v>32.6555</c:v>
                </c:pt>
                <c:pt idx="353">
                  <c:v>32.2698</c:v>
                </c:pt>
                <c:pt idx="354">
                  <c:v>32.3193</c:v>
                </c:pt>
                <c:pt idx="355">
                  <c:v>31.798</c:v>
                </c:pt>
                <c:pt idx="356">
                  <c:v>30.2703</c:v>
                </c:pt>
                <c:pt idx="357">
                  <c:v>29.9343</c:v>
                </c:pt>
                <c:pt idx="358">
                  <c:v>30.2467</c:v>
                </c:pt>
                <c:pt idx="359">
                  <c:v>32.0467</c:v>
                </c:pt>
                <c:pt idx="360">
                  <c:v>31.0774</c:v>
                </c:pt>
                <c:pt idx="361">
                  <c:v>30.2572</c:v>
                </c:pt>
                <c:pt idx="362">
                  <c:v>29.3145</c:v>
                </c:pt>
                <c:pt idx="363">
                  <c:v>30.064</c:v>
                </c:pt>
                <c:pt idx="364">
                  <c:v>30.3261</c:v>
                </c:pt>
                <c:pt idx="365">
                  <c:v>30.1566</c:v>
                </c:pt>
                <c:pt idx="366">
                  <c:v>28.8286</c:v>
                </c:pt>
                <c:pt idx="367">
                  <c:v>27.5711</c:v>
                </c:pt>
                <c:pt idx="368">
                  <c:v>30.3256</c:v>
                </c:pt>
                <c:pt idx="369">
                  <c:v>31.6637</c:v>
                </c:pt>
                <c:pt idx="370">
                  <c:v>32.9448</c:v>
                </c:pt>
                <c:pt idx="371">
                  <c:v>32.7588</c:v>
                </c:pt>
                <c:pt idx="372">
                  <c:v>33.0015</c:v>
                </c:pt>
                <c:pt idx="373">
                  <c:v>33.5662</c:v>
                </c:pt>
                <c:pt idx="374">
                  <c:v>36.5826</c:v>
                </c:pt>
                <c:pt idx="375">
                  <c:v>35.2863</c:v>
                </c:pt>
                <c:pt idx="376">
                  <c:v>35.626</c:v>
                </c:pt>
                <c:pt idx="377">
                  <c:v>33.5289</c:v>
                </c:pt>
                <c:pt idx="378">
                  <c:v>34.5581</c:v>
                </c:pt>
                <c:pt idx="379">
                  <c:v>37.2585</c:v>
                </c:pt>
                <c:pt idx="380">
                  <c:v>37.4897</c:v>
                </c:pt>
                <c:pt idx="381">
                  <c:v>38.0776</c:v>
                </c:pt>
                <c:pt idx="382">
                  <c:v>40.3487</c:v>
                </c:pt>
                <c:pt idx="383">
                  <c:v>40.2372</c:v>
                </c:pt>
                <c:pt idx="384">
                  <c:v>40.945</c:v>
                </c:pt>
                <c:pt idx="385">
                  <c:v>43.7427</c:v>
                </c:pt>
                <c:pt idx="386">
                  <c:v>44.8807</c:v>
                </c:pt>
                <c:pt idx="387">
                  <c:v>43.0621</c:v>
                </c:pt>
                <c:pt idx="388">
                  <c:v>44.2937</c:v>
                </c:pt>
                <c:pt idx="389">
                  <c:v>44.2661</c:v>
                </c:pt>
                <c:pt idx="390">
                  <c:v>43.4893</c:v>
                </c:pt>
                <c:pt idx="391">
                  <c:v>42.82</c:v>
                </c:pt>
                <c:pt idx="392">
                  <c:v>38.8659</c:v>
                </c:pt>
                <c:pt idx="393">
                  <c:v>29.4066</c:v>
                </c:pt>
                <c:pt idx="394">
                  <c:v>30.009</c:v>
                </c:pt>
                <c:pt idx="395">
                  <c:v>31.0082</c:v>
                </c:pt>
                <c:pt idx="396">
                  <c:v>32.0242</c:v>
                </c:pt>
                <c:pt idx="397">
                  <c:v>33.257</c:v>
                </c:pt>
                <c:pt idx="398">
                  <c:v>32.8508</c:v>
                </c:pt>
                <c:pt idx="399">
                  <c:v>33.8484</c:v>
                </c:pt>
                <c:pt idx="400">
                  <c:v>36.1209</c:v>
                </c:pt>
                <c:pt idx="401">
                  <c:v>35.6023</c:v>
                </c:pt>
                <c:pt idx="402">
                  <c:v>35.2527</c:v>
                </c:pt>
                <c:pt idx="403">
                  <c:v>36.4276</c:v>
                </c:pt>
                <c:pt idx="404">
                  <c:v>37.1714</c:v>
                </c:pt>
                <c:pt idx="405">
                  <c:v>33.8506</c:v>
                </c:pt>
                <c:pt idx="406">
                  <c:v>32.7601</c:v>
                </c:pt>
                <c:pt idx="407">
                  <c:v>31.6456</c:v>
                </c:pt>
                <c:pt idx="408">
                  <c:v>32.2982</c:v>
                </c:pt>
                <c:pt idx="409">
                  <c:v>35.5738</c:v>
                </c:pt>
                <c:pt idx="410">
                  <c:v>36.0272</c:v>
                </c:pt>
                <c:pt idx="411">
                  <c:v>35.7198</c:v>
                </c:pt>
                <c:pt idx="412">
                  <c:v>31.8527</c:v>
                </c:pt>
                <c:pt idx="413">
                  <c:v>35.0529</c:v>
                </c:pt>
                <c:pt idx="414">
                  <c:v>35.247</c:v>
                </c:pt>
                <c:pt idx="415">
                  <c:v>36.3362</c:v>
                </c:pt>
                <c:pt idx="416">
                  <c:v>36.2842</c:v>
                </c:pt>
                <c:pt idx="417">
                  <c:v>37.175</c:v>
                </c:pt>
                <c:pt idx="418">
                  <c:v>36.1819</c:v>
                </c:pt>
                <c:pt idx="419">
                  <c:v>36.1623</c:v>
                </c:pt>
                <c:pt idx="420">
                  <c:v>42.4161</c:v>
                </c:pt>
                <c:pt idx="421">
                  <c:v>45.7039</c:v>
                </c:pt>
                <c:pt idx="422">
                  <c:v>41.74</c:v>
                </c:pt>
                <c:pt idx="423">
                  <c:v>42.7317</c:v>
                </c:pt>
                <c:pt idx="424">
                  <c:v>42.4455</c:v>
                </c:pt>
                <c:pt idx="425">
                  <c:v>43.916</c:v>
                </c:pt>
                <c:pt idx="426">
                  <c:v>45.2901</c:v>
                </c:pt>
                <c:pt idx="427">
                  <c:v>43.9464</c:v>
                </c:pt>
                <c:pt idx="428">
                  <c:v>42.1845</c:v>
                </c:pt>
                <c:pt idx="429">
                  <c:v>42.5357</c:v>
                </c:pt>
                <c:pt idx="430">
                  <c:v>41.5012</c:v>
                </c:pt>
                <c:pt idx="431">
                  <c:v>43.7075</c:v>
                </c:pt>
                <c:pt idx="432">
                  <c:v>44.0388</c:v>
                </c:pt>
                <c:pt idx="433">
                  <c:v>41.6679</c:v>
                </c:pt>
                <c:pt idx="434">
                  <c:v>43.9104</c:v>
                </c:pt>
                <c:pt idx="435">
                  <c:v>45.5737</c:v>
                </c:pt>
                <c:pt idx="436">
                  <c:v>45.3328</c:v>
                </c:pt>
                <c:pt idx="437">
                  <c:v>42.0155</c:v>
                </c:pt>
                <c:pt idx="438">
                  <c:v>41.2836</c:v>
                </c:pt>
                <c:pt idx="439">
                  <c:v>41.0104</c:v>
                </c:pt>
                <c:pt idx="440">
                  <c:v>22.7946</c:v>
                </c:pt>
                <c:pt idx="441">
                  <c:v>21.1553</c:v>
                </c:pt>
                <c:pt idx="442">
                  <c:v>17.7574</c:v>
                </c:pt>
                <c:pt idx="443">
                  <c:v>19.6721</c:v>
                </c:pt>
                <c:pt idx="444">
                  <c:v>18.9798</c:v>
                </c:pt>
                <c:pt idx="445">
                  <c:v>21.3797</c:v>
                </c:pt>
                <c:pt idx="446">
                  <c:v>22.2441</c:v>
                </c:pt>
                <c:pt idx="447">
                  <c:v>22.9087</c:v>
                </c:pt>
                <c:pt idx="448">
                  <c:v>25.2811</c:v>
                </c:pt>
                <c:pt idx="449">
                  <c:v>24.1143</c:v>
                </c:pt>
                <c:pt idx="450">
                  <c:v>24.5011</c:v>
                </c:pt>
                <c:pt idx="451">
                  <c:v>26.1142</c:v>
                </c:pt>
                <c:pt idx="452">
                  <c:v>26.4566</c:v>
                </c:pt>
                <c:pt idx="453">
                  <c:v>26.9791</c:v>
                </c:pt>
                <c:pt idx="454">
                  <c:v>28.2616</c:v>
                </c:pt>
                <c:pt idx="455">
                  <c:v>28.7401</c:v>
                </c:pt>
                <c:pt idx="456">
                  <c:v>29.0146</c:v>
                </c:pt>
                <c:pt idx="457">
                  <c:v>29.2</c:v>
                </c:pt>
                <c:pt idx="458">
                  <c:v>29.067</c:v>
                </c:pt>
                <c:pt idx="459">
                  <c:v>28.4263</c:v>
                </c:pt>
                <c:pt idx="460">
                  <c:v>29.3966</c:v>
                </c:pt>
                <c:pt idx="461">
                  <c:v>29.8471</c:v>
                </c:pt>
                <c:pt idx="462">
                  <c:v>29.8356</c:v>
                </c:pt>
                <c:pt idx="463">
                  <c:v>29.5576</c:v>
                </c:pt>
                <c:pt idx="464">
                  <c:v>30.2578</c:v>
                </c:pt>
                <c:pt idx="465">
                  <c:v>31.4279</c:v>
                </c:pt>
                <c:pt idx="466">
                  <c:v>32.5876</c:v>
                </c:pt>
                <c:pt idx="467">
                  <c:v>34.1536</c:v>
                </c:pt>
                <c:pt idx="468">
                  <c:v>35.6203</c:v>
                </c:pt>
                <c:pt idx="469">
                  <c:v>34.6809</c:v>
                </c:pt>
                <c:pt idx="470">
                  <c:v>36.4813</c:v>
                </c:pt>
                <c:pt idx="471">
                  <c:v>37.9396</c:v>
                </c:pt>
                <c:pt idx="472">
                  <c:v>39.1285</c:v>
                </c:pt>
                <c:pt idx="473">
                  <c:v>37.5265</c:v>
                </c:pt>
                <c:pt idx="474">
                  <c:v>36.7041</c:v>
                </c:pt>
                <c:pt idx="475">
                  <c:v>34.4262</c:v>
                </c:pt>
                <c:pt idx="476">
                  <c:v>37.7204</c:v>
                </c:pt>
                <c:pt idx="477">
                  <c:v>39.3607</c:v>
                </c:pt>
                <c:pt idx="478">
                  <c:v>37.7186</c:v>
                </c:pt>
                <c:pt idx="479">
                  <c:v>37.1847</c:v>
                </c:pt>
                <c:pt idx="480">
                  <c:v>37.6088</c:v>
                </c:pt>
                <c:pt idx="481">
                  <c:v>38.4215</c:v>
                </c:pt>
                <c:pt idx="482">
                  <c:v>39.8169</c:v>
                </c:pt>
                <c:pt idx="483">
                  <c:v>41.2337</c:v>
                </c:pt>
                <c:pt idx="484">
                  <c:v>41.3795</c:v>
                </c:pt>
                <c:pt idx="485">
                  <c:v>41.6056</c:v>
                </c:pt>
                <c:pt idx="486">
                  <c:v>43.6938</c:v>
                </c:pt>
                <c:pt idx="487">
                  <c:v>44.125</c:v>
                </c:pt>
                <c:pt idx="488">
                  <c:v>44.7057</c:v>
                </c:pt>
                <c:pt idx="489">
                  <c:v>43.7983</c:v>
                </c:pt>
                <c:pt idx="490">
                  <c:v>41.0028</c:v>
                </c:pt>
                <c:pt idx="491">
                  <c:v>41.6901</c:v>
                </c:pt>
                <c:pt idx="492">
                  <c:v>21.0672</c:v>
                </c:pt>
                <c:pt idx="493">
                  <c:v>18.8568</c:v>
                </c:pt>
                <c:pt idx="494">
                  <c:v>19.8094</c:v>
                </c:pt>
                <c:pt idx="495">
                  <c:v>22.2936</c:v>
                </c:pt>
                <c:pt idx="496">
                  <c:v>23.824</c:v>
                </c:pt>
                <c:pt idx="497">
                  <c:v>25.7653</c:v>
                </c:pt>
                <c:pt idx="498">
                  <c:v>25.9398</c:v>
                </c:pt>
                <c:pt idx="499">
                  <c:v>28.7176</c:v>
                </c:pt>
                <c:pt idx="500">
                  <c:v>28.0935</c:v>
                </c:pt>
                <c:pt idx="501">
                  <c:v>29.3193</c:v>
                </c:pt>
                <c:pt idx="502">
                  <c:v>30.7264</c:v>
                </c:pt>
                <c:pt idx="503">
                  <c:v>29.1972</c:v>
                </c:pt>
                <c:pt idx="504">
                  <c:v>31.8167</c:v>
                </c:pt>
                <c:pt idx="505">
                  <c:v>33.775</c:v>
                </c:pt>
                <c:pt idx="506">
                  <c:v>30.3762</c:v>
                </c:pt>
                <c:pt idx="507">
                  <c:v>28.9233</c:v>
                </c:pt>
                <c:pt idx="508">
                  <c:v>29.739</c:v>
                </c:pt>
                <c:pt idx="509">
                  <c:v>26.5728</c:v>
                </c:pt>
                <c:pt idx="510">
                  <c:v>26.6768</c:v>
                </c:pt>
                <c:pt idx="511">
                  <c:v>25.5117</c:v>
                </c:pt>
                <c:pt idx="512">
                  <c:v>27.7799</c:v>
                </c:pt>
                <c:pt idx="513">
                  <c:v>27.8738</c:v>
                </c:pt>
                <c:pt idx="514">
                  <c:v>26.2379</c:v>
                </c:pt>
                <c:pt idx="515">
                  <c:v>25.5724</c:v>
                </c:pt>
                <c:pt idx="516">
                  <c:v>26.2726</c:v>
                </c:pt>
                <c:pt idx="517">
                  <c:v>26.4455</c:v>
                </c:pt>
                <c:pt idx="518">
                  <c:v>26.6627</c:v>
                </c:pt>
                <c:pt idx="519">
                  <c:v>29.3213</c:v>
                </c:pt>
                <c:pt idx="520">
                  <c:v>30.0854</c:v>
                </c:pt>
                <c:pt idx="521">
                  <c:v>28.776</c:v>
                </c:pt>
              </c:numCache>
            </c:numRef>
          </c:val>
          <c:smooth val="0"/>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7"/>
          <c:w val="0.82"/>
          <c:h val="0.66"/>
        </c:manualLayout>
      </c:layout>
      <c:barChart>
        <c:barDir val="col"/>
        <c:grouping val="clustered"/>
        <c:varyColors val="0"/>
        <c:ser>
          <c:idx val="0"/>
          <c:order val="0"/>
          <c:tx>
            <c:strRef>
              <c:f>Sheet1!$B$1</c:f>
              <c:strCache>
                <c:ptCount val="1"/>
                <c:pt idx="0">
                  <c:v>MBG spending (IDR tn, L)</c:v>
                </c:pt>
              </c:strCache>
            </c:strRef>
          </c:tx>
          <c:spPr>
            <a:solidFill>
              <a:srgbClr val="0051A2"/>
            </a:solidFill>
            <a:ln>
              <a:noFill/>
            </a:ln>
          </c:spPr>
          <c:invertIfNegative val="0"/>
          <c:dLbls>
            <c:numFmt formatCode="0.0" sourceLinked="0"/>
            <c:spPr>
              <a:noFill/>
              <a:ln>
                <a:noFill/>
              </a:ln>
            </c:spPr>
            <c:txPr>
              <a:bodyPr/>
              <a:lstStyle/>
              <a:p>
                <a:pPr>
                  <a:defRPr sz="700" b="0"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0.00</c:formatCode>
                <c:ptCount val="9"/>
                <c:pt idx="0">
                  <c:v>19.55</c:v>
                </c:pt>
                <c:pt idx="1">
                  <c:v>19.42</c:v>
                </c:pt>
                <c:pt idx="2">
                  <c:v>16.37</c:v>
                </c:pt>
                <c:pt idx="3">
                  <c:v>19.66</c:v>
                </c:pt>
                <c:pt idx="4">
                  <c:v>13.15</c:v>
                </c:pt>
                <c:pt idx="5">
                  <c:v>12.85</c:v>
                </c:pt>
                <c:pt idx="6">
                  <c:v>16.33</c:v>
                </c:pt>
                <c:pt idx="7">
                  <c:v>16.86</c:v>
                </c:pt>
                <c:pt idx="8">
                  <c:v>19.01</c:v>
                </c:pt>
              </c:numCache>
            </c:numRef>
          </c:val>
        </c:ser>
        <c:gapWidth val="60"/>
        <c:axId val="11"/>
        <c:axId val="22"/>
      </c:barChart>
      <c:lineChart>
        <c:grouping val="standard"/>
        <c:varyColors val="0"/>
        <c:ser>
          <c:idx val="1"/>
          <c:order val="1"/>
          <c:tx>
            <c:strRef>
              <c:f>Sheet1!$C$1</c:f>
              <c:strCache>
                <c:ptCount val="1"/>
                <c:pt idx="0">
                  <c:v>Retail sales (% YoY, R)</c:v>
                </c:pt>
              </c:strCache>
            </c:strRef>
          </c:tx>
          <c:spPr>
            <a:ln w="22225" cap="rnd">
              <a:solidFill>
                <a:srgbClr val="ED7D31"/>
              </a:solidFill>
              <a:prstDash val="solid"/>
              <a:round/>
            </a:ln>
          </c:spPr>
          <c:marker>
            <c:symbol val="none"/>
          </c:marker>
          <c:dLbls>
            <c:dLbl>
              <c:idx val="8"/>
              <c:layout>
                <c:manualLayout>
                  <c:x val="0.0"/>
                  <c:y val="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Sheet1!$C$2:$C$10</c:f>
              <c:numCache>
                <c:formatCode>General</c:formatCode>
                <c:ptCount val="9"/>
                <c:pt idx="0">
                  <c:v>5.7</c:v>
                </c:pt>
                <c:pt idx="1">
                  <c:v>6.5</c:v>
                </c:pt>
                <c:pt idx="2">
                  <c:v>3.4</c:v>
                </c:pt>
                <c:pt idx="3">
                  <c:v>-3.7</c:v>
                </c:pt>
                <c:pt idx="4">
                  <c:v>-3.9</c:v>
                </c:pt>
                <c:pt idx="5">
                  <c:v>-3.0</c:v>
                </c:pt>
                <c:pt idx="6">
                  <c:v>1.1</c:v>
                </c:pt>
                <c:pt idx="7">
                  <c:v>1.3</c:v>
                </c:pt>
                <c:pt idx="8">
                  <c:v>1.4</c:v>
                </c:pt>
              </c:numCache>
            </c:numRef>
          </c:val>
          <c:smooth val="0"/>
        </c:ser>
        <c:marker val="1"/>
        <c:axId val="33"/>
        <c:axId val="44"/>
      </c:lineChart>
      <c:catAx>
        <c:axId val="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
        <c:crosses val="autoZero"/>
        <c:auto val="1"/>
        <c:lblAlgn val="ctr"/>
        <c:lblOffset val="100"/>
        <c:tickLblSkip val="1"/>
        <c:tickMarkSkip val="1"/>
        <c:noMultiLvlLbl val="0"/>
      </c:catAx>
      <c:valAx>
        <c:axId val="22"/>
        <c:scaling>
          <c:orientation val="minMax"/>
          <c:max val="25"/>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
        <c:crosses val="autoZero"/>
        <c:crossBetween val="between"/>
        <c:majorUnit val="5"/>
      </c:valAx>
      <c:catAx>
        <c:axId val="33"/>
        <c:scaling>
          <c:orientation val="minMax"/>
        </c:scaling>
        <c:delete val="1"/>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
        <c:crosses val="autoZero"/>
        <c:auto val="1"/>
        <c:lblAlgn val="ctr"/>
        <c:lblOffset val="100"/>
        <c:tickLblSkip val="1"/>
        <c:tickMarkSkip val="1"/>
        <c:noMultiLvlLbl val="0"/>
      </c:catAx>
      <c:valAx>
        <c:axId val="44"/>
        <c:scaling>
          <c:orientation val="minMax"/>
          <c:max val="9"/>
          <c:min val="-6"/>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
        <c:crosses val="max"/>
        <c:crossBetween val="between"/>
        <c:majorUnit val="3"/>
      </c:valAx>
      <c:spPr>
        <a:noFill/>
        <a:ln>
          <a:noFill/>
        </a:ln>
      </c:spPr>
    </c:plotArea>
    <c:legend>
      <c:legendPos val="t"/>
      <c:layout>
        <c:manualLayout>
          <c:xMode val="edge"/>
          <c:yMode val="edge"/>
          <c:x val="0"/>
          <c:y val="0"/>
          <c:w val="1"/>
          <c:h val="0.14"/>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18.7441</c:v>
                </c:pt>
                <c:pt idx="1">
                  <c:v>18.7165</c:v>
                </c:pt>
                <c:pt idx="2">
                  <c:v>18.6006</c:v>
                </c:pt>
                <c:pt idx="3">
                  <c:v>18.3014</c:v>
                </c:pt>
                <c:pt idx="4">
                  <c:v>17.4658</c:v>
                </c:pt>
                <c:pt idx="5">
                  <c:v>17.3369</c:v>
                </c:pt>
                <c:pt idx="6">
                  <c:v>16.8922</c:v>
                </c:pt>
                <c:pt idx="7">
                  <c:v>17.5664</c:v>
                </c:pt>
                <c:pt idx="8">
                  <c:v>17.8255</c:v>
                </c:pt>
                <c:pt idx="9">
                  <c:v>17.4529</c:v>
                </c:pt>
                <c:pt idx="10">
                  <c:v>16.7192</c:v>
                </c:pt>
                <c:pt idx="11">
                  <c:v>17.9208</c:v>
                </c:pt>
                <c:pt idx="12">
                  <c:v>18.2013</c:v>
                </c:pt>
                <c:pt idx="13">
                  <c:v>17.8722</c:v>
                </c:pt>
                <c:pt idx="14">
                  <c:v>17.761</c:v>
                </c:pt>
                <c:pt idx="15">
                  <c:v>17.9712</c:v>
                </c:pt>
                <c:pt idx="16">
                  <c:v>18.1076</c:v>
                </c:pt>
                <c:pt idx="17">
                  <c:v>18.1329</c:v>
                </c:pt>
                <c:pt idx="18">
                  <c:v>18.186</c:v>
                </c:pt>
                <c:pt idx="19">
                  <c:v>18.4088</c:v>
                </c:pt>
                <c:pt idx="20">
                  <c:v>18.4319</c:v>
                </c:pt>
                <c:pt idx="21">
                  <c:v>18.3007</c:v>
                </c:pt>
                <c:pt idx="22">
                  <c:v>16.2569</c:v>
                </c:pt>
                <c:pt idx="23">
                  <c:v>16.3746</c:v>
                </c:pt>
                <c:pt idx="24">
                  <c:v>16.2964</c:v>
                </c:pt>
                <c:pt idx="25">
                  <c:v>16.5617</c:v>
                </c:pt>
                <c:pt idx="26">
                  <c:v>16.3704</c:v>
                </c:pt>
                <c:pt idx="27">
                  <c:v>16.6677</c:v>
                </c:pt>
                <c:pt idx="28">
                  <c:v>16.6879</c:v>
                </c:pt>
                <c:pt idx="29">
                  <c:v>16.8198</c:v>
                </c:pt>
                <c:pt idx="30">
                  <c:v>16.8967</c:v>
                </c:pt>
                <c:pt idx="31">
                  <c:v>17.2615</c:v>
                </c:pt>
                <c:pt idx="32">
                  <c:v>17.1158</c:v>
                </c:pt>
                <c:pt idx="33">
                  <c:v>17.2326</c:v>
                </c:pt>
                <c:pt idx="34">
                  <c:v>16.9975</c:v>
                </c:pt>
                <c:pt idx="35">
                  <c:v>17.2129</c:v>
                </c:pt>
                <c:pt idx="36">
                  <c:v>17.5814</c:v>
                </c:pt>
                <c:pt idx="37">
                  <c:v>17.5723</c:v>
                </c:pt>
                <c:pt idx="38">
                  <c:v>17.5832</c:v>
                </c:pt>
                <c:pt idx="39">
                  <c:v>17.5744</c:v>
                </c:pt>
                <c:pt idx="40">
                  <c:v>17.2505</c:v>
                </c:pt>
                <c:pt idx="41">
                  <c:v>17.4504</c:v>
                </c:pt>
                <c:pt idx="42">
                  <c:v>17.3122</c:v>
                </c:pt>
                <c:pt idx="43">
                  <c:v>17.2729</c:v>
                </c:pt>
                <c:pt idx="44">
                  <c:v>17.6184</c:v>
                </c:pt>
                <c:pt idx="45">
                  <c:v>17.7183</c:v>
                </c:pt>
                <c:pt idx="46">
                  <c:v>17.4969</c:v>
                </c:pt>
                <c:pt idx="47">
                  <c:v>17.531</c:v>
                </c:pt>
                <c:pt idx="48">
                  <c:v>17.5352</c:v>
                </c:pt>
                <c:pt idx="49">
                  <c:v>17.6931</c:v>
                </c:pt>
                <c:pt idx="50">
                  <c:v>17.6948</c:v>
                </c:pt>
                <c:pt idx="51">
                  <c:v>17.8192</c:v>
                </c:pt>
                <c:pt idx="52">
                  <c:v>17.9079</c:v>
                </c:pt>
                <c:pt idx="53">
                  <c:v>17.7101</c:v>
                </c:pt>
                <c:pt idx="54">
                  <c:v>17.6549</c:v>
                </c:pt>
                <c:pt idx="55">
                  <c:v>18.1115</c:v>
                </c:pt>
                <c:pt idx="56">
                  <c:v>18.0176</c:v>
                </c:pt>
                <c:pt idx="57">
                  <c:v>18.1725</c:v>
                </c:pt>
                <c:pt idx="58">
                  <c:v>18.3415</c:v>
                </c:pt>
                <c:pt idx="59">
                  <c:v>17.6747</c:v>
                </c:pt>
                <c:pt idx="60">
                  <c:v>18.132</c:v>
                </c:pt>
                <c:pt idx="61">
                  <c:v>18.4135</c:v>
                </c:pt>
                <c:pt idx="62">
                  <c:v>18.76</c:v>
                </c:pt>
                <c:pt idx="63">
                  <c:v>19.2381</c:v>
                </c:pt>
                <c:pt idx="64">
                  <c:v>19.2922</c:v>
                </c:pt>
                <c:pt idx="65">
                  <c:v>19.1875</c:v>
                </c:pt>
                <c:pt idx="66">
                  <c:v>19.4697</c:v>
                </c:pt>
                <c:pt idx="67">
                  <c:v>19.8253</c:v>
                </c:pt>
                <c:pt idx="68">
                  <c:v>19.6354</c:v>
                </c:pt>
                <c:pt idx="69">
                  <c:v>19.2877</c:v>
                </c:pt>
                <c:pt idx="70">
                  <c:v>19.532</c:v>
                </c:pt>
                <c:pt idx="71">
                  <c:v>19.5994</c:v>
                </c:pt>
                <c:pt idx="72">
                  <c:v>19.2873</c:v>
                </c:pt>
                <c:pt idx="73">
                  <c:v>18.9104</c:v>
                </c:pt>
                <c:pt idx="74">
                  <c:v>16.1816</c:v>
                </c:pt>
                <c:pt idx="75">
                  <c:v>15.9741</c:v>
                </c:pt>
                <c:pt idx="76">
                  <c:v>15.8632</c:v>
                </c:pt>
                <c:pt idx="77">
                  <c:v>15.81</c:v>
                </c:pt>
                <c:pt idx="78">
                  <c:v>16.1436</c:v>
                </c:pt>
                <c:pt idx="79">
                  <c:v>16.3469</c:v>
                </c:pt>
                <c:pt idx="80">
                  <c:v>15.0911</c:v>
                </c:pt>
                <c:pt idx="81">
                  <c:v>14.7742</c:v>
                </c:pt>
                <c:pt idx="82">
                  <c:v>15.2624</c:v>
                </c:pt>
                <c:pt idx="83">
                  <c:v>14.5064</c:v>
                </c:pt>
                <c:pt idx="84">
                  <c:v>15.2529</c:v>
                </c:pt>
                <c:pt idx="85">
                  <c:v>14.9994</c:v>
                </c:pt>
                <c:pt idx="86">
                  <c:v>14.9613</c:v>
                </c:pt>
                <c:pt idx="87">
                  <c:v>14.9624</c:v>
                </c:pt>
                <c:pt idx="88">
                  <c:v>14.4279</c:v>
                </c:pt>
                <c:pt idx="89">
                  <c:v>14.3079</c:v>
                </c:pt>
                <c:pt idx="90">
                  <c:v>14.0635</c:v>
                </c:pt>
                <c:pt idx="91">
                  <c:v>14.8747</c:v>
                </c:pt>
                <c:pt idx="92">
                  <c:v>14.706</c:v>
                </c:pt>
                <c:pt idx="93">
                  <c:v>15.0555</c:v>
                </c:pt>
                <c:pt idx="94">
                  <c:v>15.2406</c:v>
                </c:pt>
                <c:pt idx="95">
                  <c:v>15.5171</c:v>
                </c:pt>
                <c:pt idx="96">
                  <c:v>14.6222</c:v>
                </c:pt>
                <c:pt idx="97">
                  <c:v>15.2772</c:v>
                </c:pt>
                <c:pt idx="98">
                  <c:v>15.4075</c:v>
                </c:pt>
                <c:pt idx="99">
                  <c:v>14.9779</c:v>
                </c:pt>
                <c:pt idx="100">
                  <c:v>15.1651</c:v>
                </c:pt>
                <c:pt idx="101">
                  <c:v>15.2925</c:v>
                </c:pt>
                <c:pt idx="102">
                  <c:v>15.4541</c:v>
                </c:pt>
                <c:pt idx="103">
                  <c:v>14.5562</c:v>
                </c:pt>
                <c:pt idx="104">
                  <c:v>14.6426</c:v>
                </c:pt>
                <c:pt idx="105">
                  <c:v>15.0196</c:v>
                </c:pt>
                <c:pt idx="106">
                  <c:v>14.8171</c:v>
                </c:pt>
                <c:pt idx="107">
                  <c:v>15.5924</c:v>
                </c:pt>
                <c:pt idx="108">
                  <c:v>15.5075</c:v>
                </c:pt>
                <c:pt idx="109">
                  <c:v>16.0507</c:v>
                </c:pt>
                <c:pt idx="110">
                  <c:v>16.0438</c:v>
                </c:pt>
                <c:pt idx="111">
                  <c:v>16.0882</c:v>
                </c:pt>
                <c:pt idx="112">
                  <c:v>16.3163</c:v>
                </c:pt>
                <c:pt idx="113">
                  <c:v>16.4229</c:v>
                </c:pt>
                <c:pt idx="114">
                  <c:v>16.3158</c:v>
                </c:pt>
                <c:pt idx="115">
                  <c:v>16.3368</c:v>
                </c:pt>
                <c:pt idx="116">
                  <c:v>16.5535</c:v>
                </c:pt>
                <c:pt idx="117">
                  <c:v>16.8919</c:v>
                </c:pt>
                <c:pt idx="118">
                  <c:v>17.3003</c:v>
                </c:pt>
                <c:pt idx="119">
                  <c:v>17.2318</c:v>
                </c:pt>
                <c:pt idx="120">
                  <c:v>17.3095</c:v>
                </c:pt>
                <c:pt idx="121">
                  <c:v>17.0526</c:v>
                </c:pt>
                <c:pt idx="122">
                  <c:v>16.4675</c:v>
                </c:pt>
                <c:pt idx="123">
                  <c:v>16.7383</c:v>
                </c:pt>
                <c:pt idx="124">
                  <c:v>16.7471</c:v>
                </c:pt>
                <c:pt idx="125">
                  <c:v>16.4706</c:v>
                </c:pt>
                <c:pt idx="126">
                  <c:v>16.7966</c:v>
                </c:pt>
                <c:pt idx="127">
                  <c:v>17.1059</c:v>
                </c:pt>
                <c:pt idx="128">
                  <c:v>15.4892</c:v>
                </c:pt>
                <c:pt idx="129">
                  <c:v>15.6247</c:v>
                </c:pt>
                <c:pt idx="130">
                  <c:v>15.4245</c:v>
                </c:pt>
                <c:pt idx="131">
                  <c:v>15.7856</c:v>
                </c:pt>
                <c:pt idx="132">
                  <c:v>15.5515</c:v>
                </c:pt>
                <c:pt idx="133">
                  <c:v>15.2816</c:v>
                </c:pt>
                <c:pt idx="134">
                  <c:v>14.9761</c:v>
                </c:pt>
                <c:pt idx="135">
                  <c:v>14.083</c:v>
                </c:pt>
                <c:pt idx="136">
                  <c:v>14.9236</c:v>
                </c:pt>
                <c:pt idx="137">
                  <c:v>15.6169</c:v>
                </c:pt>
                <c:pt idx="138">
                  <c:v>15.6216</c:v>
                </c:pt>
                <c:pt idx="139">
                  <c:v>15.7325</c:v>
                </c:pt>
                <c:pt idx="140">
                  <c:v>16.0041</c:v>
                </c:pt>
                <c:pt idx="141">
                  <c:v>16.1797</c:v>
                </c:pt>
                <c:pt idx="142">
                  <c:v>16.2629</c:v>
                </c:pt>
                <c:pt idx="143">
                  <c:v>16.2904</c:v>
                </c:pt>
                <c:pt idx="144">
                  <c:v>16.4742</c:v>
                </c:pt>
                <c:pt idx="145">
                  <c:v>16.1192</c:v>
                </c:pt>
                <c:pt idx="146">
                  <c:v>16.2353</c:v>
                </c:pt>
                <c:pt idx="147">
                  <c:v>16.164</c:v>
                </c:pt>
                <c:pt idx="148">
                  <c:v>16.0466</c:v>
                </c:pt>
                <c:pt idx="149">
                  <c:v>16.0642</c:v>
                </c:pt>
                <c:pt idx="150">
                  <c:v>16.4799</c:v>
                </c:pt>
                <c:pt idx="151">
                  <c:v>16.3654</c:v>
                </c:pt>
                <c:pt idx="152">
                  <c:v>16.423</c:v>
                </c:pt>
                <c:pt idx="153">
                  <c:v>16.2116</c:v>
                </c:pt>
                <c:pt idx="154">
                  <c:v>16.156</c:v>
                </c:pt>
                <c:pt idx="155">
                  <c:v>15.744</c:v>
                </c:pt>
                <c:pt idx="156">
                  <c:v>15.8414</c:v>
                </c:pt>
                <c:pt idx="157">
                  <c:v>16.4197</c:v>
                </c:pt>
                <c:pt idx="158">
                  <c:v>16.7602</c:v>
                </c:pt>
                <c:pt idx="159">
                  <c:v>16.5902</c:v>
                </c:pt>
                <c:pt idx="160">
                  <c:v>16.5795</c:v>
                </c:pt>
                <c:pt idx="161">
                  <c:v>16.5095</c:v>
                </c:pt>
                <c:pt idx="162">
                  <c:v>16.6291</c:v>
                </c:pt>
                <c:pt idx="163">
                  <c:v>16.5426</c:v>
                </c:pt>
                <c:pt idx="164">
                  <c:v>17.0603</c:v>
                </c:pt>
                <c:pt idx="165">
                  <c:v>17.0892</c:v>
                </c:pt>
                <c:pt idx="166">
                  <c:v>17.526</c:v>
                </c:pt>
                <c:pt idx="167">
                  <c:v>17.3591</c:v>
                </c:pt>
                <c:pt idx="168">
                  <c:v>17.452</c:v>
                </c:pt>
                <c:pt idx="169">
                  <c:v>17.397</c:v>
                </c:pt>
                <c:pt idx="170">
                  <c:v>17.6302</c:v>
                </c:pt>
                <c:pt idx="171">
                  <c:v>17.6276</c:v>
                </c:pt>
                <c:pt idx="172">
                  <c:v>16.6116</c:v>
                </c:pt>
                <c:pt idx="173">
                  <c:v>16.8684</c:v>
                </c:pt>
                <c:pt idx="174">
                  <c:v>16.4694</c:v>
                </c:pt>
                <c:pt idx="175">
                  <c:v>16.5649</c:v>
                </c:pt>
                <c:pt idx="176">
                  <c:v>15.2089</c:v>
                </c:pt>
                <c:pt idx="177">
                  <c:v>15.3279</c:v>
                </c:pt>
                <c:pt idx="178">
                  <c:v>13.5628</c:v>
                </c:pt>
                <c:pt idx="179">
                  <c:v>11.0508</c:v>
                </c:pt>
                <c:pt idx="180">
                  <c:v>11.8789</c:v>
                </c:pt>
                <c:pt idx="181">
                  <c:v>12.0782</c:v>
                </c:pt>
                <c:pt idx="182">
                  <c:v>12.2126</c:v>
                </c:pt>
                <c:pt idx="183">
                  <c:v>12.4769</c:v>
                </c:pt>
                <c:pt idx="184">
                  <c:v>12.0073</c:v>
                </c:pt>
                <c:pt idx="185">
                  <c:v>13.1665</c:v>
                </c:pt>
                <c:pt idx="186">
                  <c:v>12.9334</c:v>
                </c:pt>
                <c:pt idx="187">
                  <c:v>12.9085</c:v>
                </c:pt>
                <c:pt idx="188">
                  <c:v>13.736</c:v>
                </c:pt>
                <c:pt idx="189">
                  <c:v>15.4057</c:v>
                </c:pt>
                <c:pt idx="190">
                  <c:v>16.7347</c:v>
                </c:pt>
                <c:pt idx="191">
                  <c:v>17.3846</c:v>
                </c:pt>
                <c:pt idx="192">
                  <c:v>18.0339</c:v>
                </c:pt>
                <c:pt idx="193">
                  <c:v>18.5527</c:v>
                </c:pt>
                <c:pt idx="194">
                  <c:v>18.8521</c:v>
                </c:pt>
                <c:pt idx="195">
                  <c:v>19.0193</c:v>
                </c:pt>
                <c:pt idx="196">
                  <c:v>19.2457</c:v>
                </c:pt>
                <c:pt idx="197">
                  <c:v>19.1806</c:v>
                </c:pt>
                <c:pt idx="198">
                  <c:v>19.6763</c:v>
                </c:pt>
                <c:pt idx="199">
                  <c:v>19.797</c:v>
                </c:pt>
                <c:pt idx="200">
                  <c:v>20.5196</c:v>
                </c:pt>
                <c:pt idx="201">
                  <c:v>20.7493</c:v>
                </c:pt>
                <c:pt idx="202">
                  <c:v>21.1339</c:v>
                </c:pt>
                <c:pt idx="203">
                  <c:v>20.5714</c:v>
                </c:pt>
                <c:pt idx="204">
                  <c:v>19.1578</c:v>
                </c:pt>
                <c:pt idx="205">
                  <c:v>19.136</c:v>
                </c:pt>
                <c:pt idx="206">
                  <c:v>18.4813</c:v>
                </c:pt>
                <c:pt idx="207">
                  <c:v>18.2031</c:v>
                </c:pt>
                <c:pt idx="208">
                  <c:v>18.7553</c:v>
                </c:pt>
                <c:pt idx="209">
                  <c:v>18.9087</c:v>
                </c:pt>
                <c:pt idx="210">
                  <c:v>19.0277</c:v>
                </c:pt>
                <c:pt idx="211">
                  <c:v>18.9232</c:v>
                </c:pt>
                <c:pt idx="212">
                  <c:v>20.4476</c:v>
                </c:pt>
                <c:pt idx="213">
                  <c:v>21.1284</c:v>
                </c:pt>
                <c:pt idx="214">
                  <c:v>21.3504</c:v>
                </c:pt>
                <c:pt idx="215">
                  <c:v>21.8618</c:v>
                </c:pt>
                <c:pt idx="216">
                  <c:v>22.003</c:v>
                </c:pt>
                <c:pt idx="217">
                  <c:v>22.423</c:v>
                </c:pt>
                <c:pt idx="218">
                  <c:v>22.9898</c:v>
                </c:pt>
                <c:pt idx="219">
                  <c:v>22.3639</c:v>
                </c:pt>
                <c:pt idx="220">
                  <c:v>22.257</c:v>
                </c:pt>
                <c:pt idx="221">
                  <c:v>23.2356</c:v>
                </c:pt>
                <c:pt idx="222">
                  <c:v>23.3862</c:v>
                </c:pt>
                <c:pt idx="223">
                  <c:v>23.5303</c:v>
                </c:pt>
                <c:pt idx="224">
                  <c:v>21.7555</c:v>
                </c:pt>
                <c:pt idx="225">
                  <c:v>22.7994</c:v>
                </c:pt>
                <c:pt idx="226">
                  <c:v>22.5037</c:v>
                </c:pt>
                <c:pt idx="227">
                  <c:v>22.4049</c:v>
                </c:pt>
                <c:pt idx="228">
                  <c:v>22.2621</c:v>
                </c:pt>
                <c:pt idx="229">
                  <c:v>22.0753</c:v>
                </c:pt>
                <c:pt idx="230">
                  <c:v>22.2216</c:v>
                </c:pt>
                <c:pt idx="231">
                  <c:v>22.3792</c:v>
                </c:pt>
                <c:pt idx="232">
                  <c:v>21.6521</c:v>
                </c:pt>
                <c:pt idx="233">
                  <c:v>16.4065</c:v>
                </c:pt>
                <c:pt idx="234">
                  <c:v>16.4925</c:v>
                </c:pt>
                <c:pt idx="235">
                  <c:v>16.5424</c:v>
                </c:pt>
                <c:pt idx="236">
                  <c:v>16.4832</c:v>
                </c:pt>
                <c:pt idx="237">
                  <c:v>16.2691</c:v>
                </c:pt>
                <c:pt idx="238">
                  <c:v>16.0321</c:v>
                </c:pt>
                <c:pt idx="239">
                  <c:v>16.1397</c:v>
                </c:pt>
                <c:pt idx="240">
                  <c:v>15.9121</c:v>
                </c:pt>
                <c:pt idx="241">
                  <c:v>16.3725</c:v>
                </c:pt>
                <c:pt idx="242">
                  <c:v>17.1034</c:v>
                </c:pt>
                <c:pt idx="243">
                  <c:v>16.9523</c:v>
                </c:pt>
                <c:pt idx="244">
                  <c:v>16.2573</c:v>
                </c:pt>
                <c:pt idx="245">
                  <c:v>16.0988</c:v>
                </c:pt>
                <c:pt idx="246">
                  <c:v>16.0529</c:v>
                </c:pt>
                <c:pt idx="247">
                  <c:v>15.8283</c:v>
                </c:pt>
                <c:pt idx="248">
                  <c:v>15.9521</c:v>
                </c:pt>
                <c:pt idx="249">
                  <c:v>15.9083</c:v>
                </c:pt>
                <c:pt idx="250">
                  <c:v>15.638</c:v>
                </c:pt>
                <c:pt idx="251">
                  <c:v>16.1927</c:v>
                </c:pt>
                <c:pt idx="252">
                  <c:v>16.4767</c:v>
                </c:pt>
                <c:pt idx="253">
                  <c:v>16.6949</c:v>
                </c:pt>
                <c:pt idx="254">
                  <c:v>16.456</c:v>
                </c:pt>
                <c:pt idx="255">
                  <c:v>16.9339</c:v>
                </c:pt>
                <c:pt idx="256">
                  <c:v>16.8006</c:v>
                </c:pt>
                <c:pt idx="257">
                  <c:v>16.6436</c:v>
                </c:pt>
                <c:pt idx="258">
                  <c:v>16.7032</c:v>
                </c:pt>
                <c:pt idx="259">
                  <c:v>17.0503</c:v>
                </c:pt>
                <c:pt idx="260">
                  <c:v>18.1174</c:v>
                </c:pt>
                <c:pt idx="261">
                  <c:v>18.7404</c:v>
                </c:pt>
                <c:pt idx="262">
                  <c:v>18.7087</c:v>
                </c:pt>
                <c:pt idx="263">
                  <c:v>18.2437</c:v>
                </c:pt>
                <c:pt idx="264">
                  <c:v>18.0184</c:v>
                </c:pt>
                <c:pt idx="265">
                  <c:v>18.149</c:v>
                </c:pt>
                <c:pt idx="266">
                  <c:v>17.9563</c:v>
                </c:pt>
                <c:pt idx="267">
                  <c:v>17.4982</c:v>
                </c:pt>
                <c:pt idx="268">
                  <c:v>17.4671</c:v>
                </c:pt>
                <c:pt idx="269">
                  <c:v>17.614</c:v>
                </c:pt>
                <c:pt idx="270">
                  <c:v>17.4678</c:v>
                </c:pt>
                <c:pt idx="271">
                  <c:v>17.2966</c:v>
                </c:pt>
                <c:pt idx="272">
                  <c:v>17.3083</c:v>
                </c:pt>
                <c:pt idx="273">
                  <c:v>17.7655</c:v>
                </c:pt>
                <c:pt idx="274">
                  <c:v>17.9089</c:v>
                </c:pt>
                <c:pt idx="275">
                  <c:v>18.0947</c:v>
                </c:pt>
                <c:pt idx="276">
                  <c:v>17.538</c:v>
                </c:pt>
                <c:pt idx="277">
                  <c:v>16.9151</c:v>
                </c:pt>
                <c:pt idx="278">
                  <c:v>17.3028</c:v>
                </c:pt>
                <c:pt idx="279">
                  <c:v>17.4688</c:v>
                </c:pt>
                <c:pt idx="280">
                  <c:v>17.6105</c:v>
                </c:pt>
                <c:pt idx="281">
                  <c:v>17.3446</c:v>
                </c:pt>
                <c:pt idx="282">
                  <c:v>17.4082</c:v>
                </c:pt>
                <c:pt idx="283">
                  <c:v>17.468</c:v>
                </c:pt>
                <c:pt idx="284">
                  <c:v>17.5696</c:v>
                </c:pt>
                <c:pt idx="285">
                  <c:v>16.4172</c:v>
                </c:pt>
                <c:pt idx="286">
                  <c:v>16.3554</c:v>
                </c:pt>
                <c:pt idx="287">
                  <c:v>16.0854</c:v>
                </c:pt>
                <c:pt idx="288">
                  <c:v>16.2283</c:v>
                </c:pt>
                <c:pt idx="289">
                  <c:v>16.5145</c:v>
                </c:pt>
                <c:pt idx="290">
                  <c:v>16.4129</c:v>
                </c:pt>
                <c:pt idx="291">
                  <c:v>14.7617</c:v>
                </c:pt>
                <c:pt idx="292">
                  <c:v>14.9539</c:v>
                </c:pt>
                <c:pt idx="293">
                  <c:v>15.1755</c:v>
                </c:pt>
                <c:pt idx="294">
                  <c:v>15.2175</c:v>
                </c:pt>
                <c:pt idx="295">
                  <c:v>14.7029</c:v>
                </c:pt>
                <c:pt idx="296">
                  <c:v>14.366</c:v>
                </c:pt>
                <c:pt idx="297">
                  <c:v>14.527</c:v>
                </c:pt>
                <c:pt idx="298">
                  <c:v>13.9036</c:v>
                </c:pt>
                <c:pt idx="299">
                  <c:v>13.8739</c:v>
                </c:pt>
                <c:pt idx="300">
                  <c:v>13.4619</c:v>
                </c:pt>
                <c:pt idx="301">
                  <c:v>14.1719</c:v>
                </c:pt>
                <c:pt idx="302">
                  <c:v>14.199</c:v>
                </c:pt>
                <c:pt idx="303">
                  <c:v>14.5931</c:v>
                </c:pt>
                <c:pt idx="304">
                  <c:v>14.4865</c:v>
                </c:pt>
                <c:pt idx="305">
                  <c:v>14.3842</c:v>
                </c:pt>
                <c:pt idx="306">
                  <c:v>14.2279</c:v>
                </c:pt>
                <c:pt idx="307">
                  <c:v>14.3223</c:v>
                </c:pt>
                <c:pt idx="308">
                  <c:v>14.5006</c:v>
                </c:pt>
                <c:pt idx="309">
                  <c:v>14.4788</c:v>
                </c:pt>
                <c:pt idx="310">
                  <c:v>14.5512</c:v>
                </c:pt>
                <c:pt idx="311">
                  <c:v>14.3638</c:v>
                </c:pt>
                <c:pt idx="312">
                  <c:v>14.0844</c:v>
                </c:pt>
                <c:pt idx="313">
                  <c:v>13.7583</c:v>
                </c:pt>
                <c:pt idx="314">
                  <c:v>14.2581</c:v>
                </c:pt>
                <c:pt idx="315">
                  <c:v>14.3355</c:v>
                </c:pt>
                <c:pt idx="316">
                  <c:v>14.2345</c:v>
                </c:pt>
                <c:pt idx="317">
                  <c:v>14.3864</c:v>
                </c:pt>
                <c:pt idx="318">
                  <c:v>14.2365</c:v>
                </c:pt>
                <c:pt idx="319">
                  <c:v>14.3093</c:v>
                </c:pt>
                <c:pt idx="320">
                  <c:v>14.1955</c:v>
                </c:pt>
                <c:pt idx="321">
                  <c:v>13.5134</c:v>
                </c:pt>
                <c:pt idx="322">
                  <c:v>13.7597</c:v>
                </c:pt>
                <c:pt idx="323">
                  <c:v>13.5284</c:v>
                </c:pt>
                <c:pt idx="324">
                  <c:v>13.5515</c:v>
                </c:pt>
                <c:pt idx="325">
                  <c:v>13.2444</c:v>
                </c:pt>
                <c:pt idx="326">
                  <c:v>12.9845</c:v>
                </c:pt>
                <c:pt idx="327">
                  <c:v>13.3844</c:v>
                </c:pt>
                <c:pt idx="328">
                  <c:v>13.4043</c:v>
                </c:pt>
                <c:pt idx="329">
                  <c:v>13.3245</c:v>
                </c:pt>
                <c:pt idx="330">
                  <c:v>13.4114</c:v>
                </c:pt>
                <c:pt idx="331">
                  <c:v>13.3303</c:v>
                </c:pt>
                <c:pt idx="332">
                  <c:v>13.2493</c:v>
                </c:pt>
                <c:pt idx="333">
                  <c:v>12.6977</c:v>
                </c:pt>
                <c:pt idx="334">
                  <c:v>12.6709</c:v>
                </c:pt>
                <c:pt idx="335">
                  <c:v>12.6188</c:v>
                </c:pt>
                <c:pt idx="336">
                  <c:v>12.8919</c:v>
                </c:pt>
                <c:pt idx="337">
                  <c:v>12.7242</c:v>
                </c:pt>
                <c:pt idx="338">
                  <c:v>12.8275</c:v>
                </c:pt>
                <c:pt idx="339">
                  <c:v>13.1673</c:v>
                </c:pt>
                <c:pt idx="340">
                  <c:v>13.1532</c:v>
                </c:pt>
                <c:pt idx="341">
                  <c:v>13.2302</c:v>
                </c:pt>
                <c:pt idx="342">
                  <c:v>13.0935</c:v>
                </c:pt>
                <c:pt idx="343">
                  <c:v>12.7938</c:v>
                </c:pt>
                <c:pt idx="344">
                  <c:v>12.9355</c:v>
                </c:pt>
                <c:pt idx="345">
                  <c:v>13.098</c:v>
                </c:pt>
                <c:pt idx="346">
                  <c:v>14.9276</c:v>
                </c:pt>
                <c:pt idx="347">
                  <c:v>14.8909</c:v>
                </c:pt>
                <c:pt idx="348">
                  <c:v>14.8746</c:v>
                </c:pt>
                <c:pt idx="349">
                  <c:v>14.699</c:v>
                </c:pt>
                <c:pt idx="350">
                  <c:v>14.7878</c:v>
                </c:pt>
                <c:pt idx="351">
                  <c:v>14.8048</c:v>
                </c:pt>
                <c:pt idx="352">
                  <c:v>15.0909</c:v>
                </c:pt>
                <c:pt idx="353">
                  <c:v>15.1267</c:v>
                </c:pt>
                <c:pt idx="354">
                  <c:v>15.0869</c:v>
                </c:pt>
                <c:pt idx="355">
                  <c:v>15.0054</c:v>
                </c:pt>
                <c:pt idx="356">
                  <c:v>15.0914</c:v>
                </c:pt>
                <c:pt idx="357">
                  <c:v>14.8437</c:v>
                </c:pt>
                <c:pt idx="358">
                  <c:v>14.9609</c:v>
                </c:pt>
                <c:pt idx="359">
                  <c:v>15.0372</c:v>
                </c:pt>
                <c:pt idx="360">
                  <c:v>14.8013</c:v>
                </c:pt>
                <c:pt idx="361">
                  <c:v>14.8217</c:v>
                </c:pt>
                <c:pt idx="362">
                  <c:v>14.9298</c:v>
                </c:pt>
                <c:pt idx="363">
                  <c:v>14.6297</c:v>
                </c:pt>
                <c:pt idx="364">
                  <c:v>14.516</c:v>
                </c:pt>
                <c:pt idx="365">
                  <c:v>14.4149</c:v>
                </c:pt>
                <c:pt idx="366">
                  <c:v>13.9805</c:v>
                </c:pt>
                <c:pt idx="367">
                  <c:v>13.6817</c:v>
                </c:pt>
                <c:pt idx="368">
                  <c:v>13.8175</c:v>
                </c:pt>
                <c:pt idx="369">
                  <c:v>13.7869</c:v>
                </c:pt>
                <c:pt idx="370">
                  <c:v>14.073</c:v>
                </c:pt>
                <c:pt idx="371">
                  <c:v>14.1333</c:v>
                </c:pt>
                <c:pt idx="372">
                  <c:v>14.5679</c:v>
                </c:pt>
                <c:pt idx="373">
                  <c:v>14.5552</c:v>
                </c:pt>
                <c:pt idx="374">
                  <c:v>14.8109</c:v>
                </c:pt>
                <c:pt idx="375">
                  <c:v>14.896</c:v>
                </c:pt>
                <c:pt idx="376">
                  <c:v>14.9914</c:v>
                </c:pt>
                <c:pt idx="377">
                  <c:v>15.182</c:v>
                </c:pt>
                <c:pt idx="378">
                  <c:v>15.4715</c:v>
                </c:pt>
                <c:pt idx="379">
                  <c:v>15.3245</c:v>
                </c:pt>
                <c:pt idx="380">
                  <c:v>14.8544</c:v>
                </c:pt>
                <c:pt idx="381">
                  <c:v>15.2227</c:v>
                </c:pt>
                <c:pt idx="382">
                  <c:v>15.2276</c:v>
                </c:pt>
                <c:pt idx="383">
                  <c:v>15.6677</c:v>
                </c:pt>
                <c:pt idx="384">
                  <c:v>15.4472</c:v>
                </c:pt>
                <c:pt idx="385">
                  <c:v>15.1628</c:v>
                </c:pt>
                <c:pt idx="386">
                  <c:v>15.4185</c:v>
                </c:pt>
                <c:pt idx="387">
                  <c:v>15.3649</c:v>
                </c:pt>
                <c:pt idx="388">
                  <c:v>15.2348</c:v>
                </c:pt>
                <c:pt idx="389">
                  <c:v>14.0271</c:v>
                </c:pt>
                <c:pt idx="390">
                  <c:v>13.7842</c:v>
                </c:pt>
                <c:pt idx="391">
                  <c:v>13.7883</c:v>
                </c:pt>
                <c:pt idx="392">
                  <c:v>13.1631</c:v>
                </c:pt>
                <c:pt idx="393">
                  <c:v>12.9365</c:v>
                </c:pt>
                <c:pt idx="394">
                  <c:v>13.168</c:v>
                </c:pt>
                <c:pt idx="395">
                  <c:v>12.9417</c:v>
                </c:pt>
                <c:pt idx="396">
                  <c:v>13.3949</c:v>
                </c:pt>
                <c:pt idx="397">
                  <c:v>13.0039</c:v>
                </c:pt>
                <c:pt idx="398">
                  <c:v>12.6427</c:v>
                </c:pt>
                <c:pt idx="399">
                  <c:v>13.4237</c:v>
                </c:pt>
                <c:pt idx="400">
                  <c:v>12.8614</c:v>
                </c:pt>
                <c:pt idx="401">
                  <c:v>13.3143</c:v>
                </c:pt>
                <c:pt idx="402">
                  <c:v>13.6815</c:v>
                </c:pt>
                <c:pt idx="403">
                  <c:v>13.9429</c:v>
                </c:pt>
                <c:pt idx="404">
                  <c:v>14.1686</c:v>
                </c:pt>
                <c:pt idx="405">
                  <c:v>14.1858</c:v>
                </c:pt>
                <c:pt idx="406">
                  <c:v>14.1743</c:v>
                </c:pt>
                <c:pt idx="407">
                  <c:v>14.1737</c:v>
                </c:pt>
                <c:pt idx="408">
                  <c:v>14.1264</c:v>
                </c:pt>
                <c:pt idx="409">
                  <c:v>14.4855</c:v>
                </c:pt>
                <c:pt idx="410">
                  <c:v>14.6805</c:v>
                </c:pt>
                <c:pt idx="411">
                  <c:v>14.7434</c:v>
                </c:pt>
                <c:pt idx="412">
                  <c:v>14.7438</c:v>
                </c:pt>
                <c:pt idx="413">
                  <c:v>14.9172</c:v>
                </c:pt>
                <c:pt idx="414">
                  <c:v>15.1454</c:v>
                </c:pt>
                <c:pt idx="415">
                  <c:v>14.9612</c:v>
                </c:pt>
                <c:pt idx="416">
                  <c:v>14.516</c:v>
                </c:pt>
                <c:pt idx="417">
                  <c:v>14.4812</c:v>
                </c:pt>
                <c:pt idx="418">
                  <c:v>14.9618</c:v>
                </c:pt>
                <c:pt idx="419">
                  <c:v>14.7646</c:v>
                </c:pt>
                <c:pt idx="420">
                  <c:v>14.2669</c:v>
                </c:pt>
                <c:pt idx="421">
                  <c:v>13.7204</c:v>
                </c:pt>
                <c:pt idx="422">
                  <c:v>13.5263</c:v>
                </c:pt>
                <c:pt idx="423">
                  <c:v>13.4671</c:v>
                </c:pt>
                <c:pt idx="424">
                  <c:v>13.2061</c:v>
                </c:pt>
                <c:pt idx="425">
                  <c:v>13.5775</c:v>
                </c:pt>
                <c:pt idx="426">
                  <c:v>13.3632</c:v>
                </c:pt>
                <c:pt idx="427">
                  <c:v>12.6265</c:v>
                </c:pt>
                <c:pt idx="428">
                  <c:v>12.8112</c:v>
                </c:pt>
                <c:pt idx="429">
                  <c:v>12.9611</c:v>
                </c:pt>
                <c:pt idx="430">
                  <c:v>12.6619</c:v>
                </c:pt>
                <c:pt idx="431">
                  <c:v>12.9022</c:v>
                </c:pt>
                <c:pt idx="432">
                  <c:v>12.8223</c:v>
                </c:pt>
                <c:pt idx="433">
                  <c:v>12.8291</c:v>
                </c:pt>
                <c:pt idx="434">
                  <c:v>12.2903</c:v>
                </c:pt>
                <c:pt idx="435">
                  <c:v>12.1099</c:v>
                </c:pt>
                <c:pt idx="436">
                  <c:v>12.1894</c:v>
                </c:pt>
                <c:pt idx="437">
                  <c:v>10.9689</c:v>
                </c:pt>
                <c:pt idx="438">
                  <c:v>12.2629</c:v>
                </c:pt>
                <c:pt idx="439">
                  <c:v>11.8677</c:v>
                </c:pt>
                <c:pt idx="440">
                  <c:v>10.7202</c:v>
                </c:pt>
                <c:pt idx="441">
                  <c:v>11.4855</c:v>
                </c:pt>
                <c:pt idx="442">
                  <c:v>11.4883</c:v>
                </c:pt>
                <c:pt idx="443">
                  <c:v>11.0746</c:v>
                </c:pt>
                <c:pt idx="444">
                  <c:v>11.3758</c:v>
                </c:pt>
                <c:pt idx="445">
                  <c:v>11.7606</c:v>
                </c:pt>
                <c:pt idx="446">
                  <c:v>12.0964</c:v>
                </c:pt>
                <c:pt idx="447">
                  <c:v>12.117</c:v>
                </c:pt>
                <c:pt idx="448">
                  <c:v>12.8168</c:v>
                </c:pt>
                <c:pt idx="449">
                  <c:v>13.0566</c:v>
                </c:pt>
                <c:pt idx="450">
                  <c:v>12.9873</c:v>
                </c:pt>
                <c:pt idx="451">
                  <c:v>12.8196</c:v>
                </c:pt>
                <c:pt idx="452">
                  <c:v>12.8455</c:v>
                </c:pt>
                <c:pt idx="453">
                  <c:v>11.6615</c:v>
                </c:pt>
                <c:pt idx="454">
                  <c:v>11.7826</c:v>
                </c:pt>
                <c:pt idx="455">
                  <c:v>12.2363</c:v>
                </c:pt>
                <c:pt idx="456">
                  <c:v>12.5472</c:v>
                </c:pt>
                <c:pt idx="457">
                  <c:v>12.4114</c:v>
                </c:pt>
                <c:pt idx="458">
                  <c:v>12.5768</c:v>
                </c:pt>
                <c:pt idx="459">
                  <c:v>12.6356</c:v>
                </c:pt>
                <c:pt idx="460">
                  <c:v>12.5597</c:v>
                </c:pt>
                <c:pt idx="461">
                  <c:v>13.1708</c:v>
                </c:pt>
                <c:pt idx="462">
                  <c:v>13.1483</c:v>
                </c:pt>
                <c:pt idx="463">
                  <c:v>13.4494</c:v>
                </c:pt>
                <c:pt idx="464">
                  <c:v>13.4168</c:v>
                </c:pt>
                <c:pt idx="465">
                  <c:v>13.4241</c:v>
                </c:pt>
                <c:pt idx="466">
                  <c:v>14.3329</c:v>
                </c:pt>
                <c:pt idx="467">
                  <c:v>14.2305</c:v>
                </c:pt>
                <c:pt idx="468">
                  <c:v>13.9274</c:v>
                </c:pt>
                <c:pt idx="469">
                  <c:v>14.1733</c:v>
                </c:pt>
                <c:pt idx="470">
                  <c:v>13.7873</c:v>
                </c:pt>
                <c:pt idx="471">
                  <c:v>14.7488</c:v>
                </c:pt>
                <c:pt idx="472">
                  <c:v>14.6183</c:v>
                </c:pt>
                <c:pt idx="473">
                  <c:v>15.0392</c:v>
                </c:pt>
                <c:pt idx="474">
                  <c:v>14.8284</c:v>
                </c:pt>
                <c:pt idx="475">
                  <c:v>14.8877</c:v>
                </c:pt>
                <c:pt idx="476">
                  <c:v>15.4365</c:v>
                </c:pt>
                <c:pt idx="477">
                  <c:v>15.5229</c:v>
                </c:pt>
                <c:pt idx="478">
                  <c:v>15.3833</c:v>
                </c:pt>
                <c:pt idx="479">
                  <c:v>15.4143</c:v>
                </c:pt>
                <c:pt idx="480">
                  <c:v>15.2323</c:v>
                </c:pt>
                <c:pt idx="481">
                  <c:v>15.3285</c:v>
                </c:pt>
                <c:pt idx="482">
                  <c:v>15.4123</c:v>
                </c:pt>
                <c:pt idx="483">
                  <c:v>15.6169</c:v>
                </c:pt>
                <c:pt idx="484">
                  <c:v>15.1572</c:v>
                </c:pt>
                <c:pt idx="485">
                  <c:v>14.6117</c:v>
                </c:pt>
                <c:pt idx="486">
                  <c:v>14.2811</c:v>
                </c:pt>
                <c:pt idx="487">
                  <c:v>14.3392</c:v>
                </c:pt>
                <c:pt idx="488">
                  <c:v>14.3441</c:v>
                </c:pt>
                <c:pt idx="489">
                  <c:v>14.2575</c:v>
                </c:pt>
                <c:pt idx="490">
                  <c:v>13.2023</c:v>
                </c:pt>
                <c:pt idx="491">
                  <c:v>12.3929</c:v>
                </c:pt>
                <c:pt idx="492">
                  <c:v>12.6049</c:v>
                </c:pt>
                <c:pt idx="493">
                  <c:v>11.2336</c:v>
                </c:pt>
                <c:pt idx="494">
                  <c:v>11.2961</c:v>
                </c:pt>
                <c:pt idx="495">
                  <c:v>11.9721</c:v>
                </c:pt>
                <c:pt idx="496">
                  <c:v>12.0342</c:v>
                </c:pt>
                <c:pt idx="497">
                  <c:v>11.2118</c:v>
                </c:pt>
                <c:pt idx="498">
                  <c:v>10.8616</c:v>
                </c:pt>
                <c:pt idx="499">
                  <c:v>11.1919</c:v>
                </c:pt>
                <c:pt idx="500">
                  <c:v>10.7659</c:v>
                </c:pt>
                <c:pt idx="501">
                  <c:v>10.0532</c:v>
                </c:pt>
                <c:pt idx="502">
                  <c:v>10.0059</c:v>
                </c:pt>
                <c:pt idx="503">
                  <c:v>8.6739</c:v>
                </c:pt>
                <c:pt idx="504">
                  <c:v>9.4285</c:v>
                </c:pt>
                <c:pt idx="505">
                  <c:v>9.6869</c:v>
                </c:pt>
                <c:pt idx="506">
                  <c:v>9.2525</c:v>
                </c:pt>
                <c:pt idx="507">
                  <c:v>9.1616</c:v>
                </c:pt>
                <c:pt idx="508">
                  <c:v>9.3375</c:v>
                </c:pt>
                <c:pt idx="509">
                  <c:v>9.9334</c:v>
                </c:pt>
                <c:pt idx="510">
                  <c:v>9.7445</c:v>
                </c:pt>
                <c:pt idx="511">
                  <c:v>9.894</c:v>
                </c:pt>
                <c:pt idx="512">
                  <c:v>10.0945</c:v>
                </c:pt>
                <c:pt idx="513">
                  <c:v>9.9636</c:v>
                </c:pt>
                <c:pt idx="514">
                  <c:v>10.1508</c:v>
                </c:pt>
                <c:pt idx="515">
                  <c:v>10.1707</c:v>
                </c:pt>
                <c:pt idx="516">
                  <c:v>10.1695</c:v>
                </c:pt>
                <c:pt idx="517">
                  <c:v>9.8676</c:v>
                </c:pt>
                <c:pt idx="518">
                  <c:v>9.7872</c:v>
                </c:pt>
                <c:pt idx="519">
                  <c:v>9.4227</c:v>
                </c:pt>
                <c:pt idx="520">
                  <c:v>9.1676</c:v>
                </c:pt>
                <c:pt idx="521">
                  <c:v>9.2078</c:v>
                </c:pt>
              </c:numCache>
            </c:numRef>
          </c:val>
          <c:smooth val="0"/>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15.52</c:v>
                </c:pt>
                <c:pt idx="1">
                  <c:v>15.52</c:v>
                </c:pt>
                <c:pt idx="2">
                  <c:v>15.52</c:v>
                </c:pt>
                <c:pt idx="3">
                  <c:v>15.52</c:v>
                </c:pt>
                <c:pt idx="4">
                  <c:v>15.52</c:v>
                </c:pt>
                <c:pt idx="5">
                  <c:v>15.52</c:v>
                </c:pt>
                <c:pt idx="6">
                  <c:v>15.52</c:v>
                </c:pt>
                <c:pt idx="7">
                  <c:v>15.52</c:v>
                </c:pt>
                <c:pt idx="8">
                  <c:v>15.52</c:v>
                </c:pt>
                <c:pt idx="9">
                  <c:v>15.52</c:v>
                </c:pt>
                <c:pt idx="10">
                  <c:v>15.52</c:v>
                </c:pt>
                <c:pt idx="11">
                  <c:v>15.52</c:v>
                </c:pt>
                <c:pt idx="12">
                  <c:v>15.52</c:v>
                </c:pt>
                <c:pt idx="13">
                  <c:v>15.52</c:v>
                </c:pt>
                <c:pt idx="14">
                  <c:v>15.52</c:v>
                </c:pt>
                <c:pt idx="15">
                  <c:v>15.52</c:v>
                </c:pt>
                <c:pt idx="16">
                  <c:v>15.52</c:v>
                </c:pt>
                <c:pt idx="17">
                  <c:v>15.52</c:v>
                </c:pt>
                <c:pt idx="18">
                  <c:v>15.52</c:v>
                </c:pt>
                <c:pt idx="19">
                  <c:v>15.52</c:v>
                </c:pt>
                <c:pt idx="20">
                  <c:v>15.52</c:v>
                </c:pt>
                <c:pt idx="21">
                  <c:v>15.52</c:v>
                </c:pt>
                <c:pt idx="22">
                  <c:v>15.52</c:v>
                </c:pt>
                <c:pt idx="23">
                  <c:v>15.52</c:v>
                </c:pt>
                <c:pt idx="24">
                  <c:v>15.52</c:v>
                </c:pt>
                <c:pt idx="25">
                  <c:v>15.52</c:v>
                </c:pt>
                <c:pt idx="26">
                  <c:v>15.52</c:v>
                </c:pt>
                <c:pt idx="27">
                  <c:v>15.52</c:v>
                </c:pt>
                <c:pt idx="28">
                  <c:v>15.52</c:v>
                </c:pt>
                <c:pt idx="29">
                  <c:v>15.52</c:v>
                </c:pt>
                <c:pt idx="30">
                  <c:v>15.52</c:v>
                </c:pt>
                <c:pt idx="31">
                  <c:v>15.52</c:v>
                </c:pt>
                <c:pt idx="32">
                  <c:v>15.52</c:v>
                </c:pt>
                <c:pt idx="33">
                  <c:v>15.52</c:v>
                </c:pt>
                <c:pt idx="34">
                  <c:v>15.52</c:v>
                </c:pt>
                <c:pt idx="35">
                  <c:v>15.52</c:v>
                </c:pt>
                <c:pt idx="36">
                  <c:v>15.52</c:v>
                </c:pt>
                <c:pt idx="37">
                  <c:v>15.52</c:v>
                </c:pt>
                <c:pt idx="38">
                  <c:v>15.52</c:v>
                </c:pt>
                <c:pt idx="39">
                  <c:v>15.52</c:v>
                </c:pt>
                <c:pt idx="40">
                  <c:v>15.52</c:v>
                </c:pt>
                <c:pt idx="41">
                  <c:v>15.52</c:v>
                </c:pt>
                <c:pt idx="42">
                  <c:v>15.52</c:v>
                </c:pt>
                <c:pt idx="43">
                  <c:v>15.52</c:v>
                </c:pt>
                <c:pt idx="44">
                  <c:v>15.52</c:v>
                </c:pt>
                <c:pt idx="45">
                  <c:v>15.52</c:v>
                </c:pt>
                <c:pt idx="46">
                  <c:v>15.52</c:v>
                </c:pt>
                <c:pt idx="47">
                  <c:v>15.52</c:v>
                </c:pt>
                <c:pt idx="48">
                  <c:v>15.52</c:v>
                </c:pt>
                <c:pt idx="49">
                  <c:v>15.52</c:v>
                </c:pt>
                <c:pt idx="50">
                  <c:v>15.52</c:v>
                </c:pt>
                <c:pt idx="51">
                  <c:v>15.52</c:v>
                </c:pt>
                <c:pt idx="52">
                  <c:v>15.52</c:v>
                </c:pt>
                <c:pt idx="53">
                  <c:v>15.52</c:v>
                </c:pt>
                <c:pt idx="54">
                  <c:v>15.52</c:v>
                </c:pt>
                <c:pt idx="55">
                  <c:v>15.52</c:v>
                </c:pt>
                <c:pt idx="56">
                  <c:v>15.52</c:v>
                </c:pt>
                <c:pt idx="57">
                  <c:v>15.52</c:v>
                </c:pt>
                <c:pt idx="58">
                  <c:v>15.52</c:v>
                </c:pt>
                <c:pt idx="59">
                  <c:v>15.52</c:v>
                </c:pt>
                <c:pt idx="60">
                  <c:v>15.52</c:v>
                </c:pt>
                <c:pt idx="61">
                  <c:v>15.52</c:v>
                </c:pt>
                <c:pt idx="62">
                  <c:v>15.52</c:v>
                </c:pt>
                <c:pt idx="63">
                  <c:v>15.52</c:v>
                </c:pt>
                <c:pt idx="64">
                  <c:v>15.52</c:v>
                </c:pt>
                <c:pt idx="65">
                  <c:v>15.52</c:v>
                </c:pt>
                <c:pt idx="66">
                  <c:v>15.52</c:v>
                </c:pt>
                <c:pt idx="67">
                  <c:v>15.52</c:v>
                </c:pt>
                <c:pt idx="68">
                  <c:v>15.52</c:v>
                </c:pt>
                <c:pt idx="69">
                  <c:v>15.52</c:v>
                </c:pt>
                <c:pt idx="70">
                  <c:v>15.52</c:v>
                </c:pt>
                <c:pt idx="71">
                  <c:v>15.52</c:v>
                </c:pt>
                <c:pt idx="72">
                  <c:v>15.52</c:v>
                </c:pt>
                <c:pt idx="73">
                  <c:v>15.52</c:v>
                </c:pt>
                <c:pt idx="74">
                  <c:v>15.52</c:v>
                </c:pt>
                <c:pt idx="75">
                  <c:v>15.52</c:v>
                </c:pt>
                <c:pt idx="76">
                  <c:v>15.52</c:v>
                </c:pt>
                <c:pt idx="77">
                  <c:v>15.52</c:v>
                </c:pt>
                <c:pt idx="78">
                  <c:v>15.52</c:v>
                </c:pt>
                <c:pt idx="79">
                  <c:v>15.52</c:v>
                </c:pt>
                <c:pt idx="80">
                  <c:v>15.52</c:v>
                </c:pt>
                <c:pt idx="81">
                  <c:v>15.52</c:v>
                </c:pt>
                <c:pt idx="82">
                  <c:v>15.52</c:v>
                </c:pt>
                <c:pt idx="83">
                  <c:v>15.52</c:v>
                </c:pt>
                <c:pt idx="84">
                  <c:v>15.52</c:v>
                </c:pt>
                <c:pt idx="85">
                  <c:v>15.52</c:v>
                </c:pt>
                <c:pt idx="86">
                  <c:v>15.52</c:v>
                </c:pt>
                <c:pt idx="87">
                  <c:v>15.52</c:v>
                </c:pt>
                <c:pt idx="88">
                  <c:v>15.52</c:v>
                </c:pt>
                <c:pt idx="89">
                  <c:v>15.52</c:v>
                </c:pt>
                <c:pt idx="90">
                  <c:v>15.52</c:v>
                </c:pt>
                <c:pt idx="91">
                  <c:v>15.52</c:v>
                </c:pt>
                <c:pt idx="92">
                  <c:v>15.52</c:v>
                </c:pt>
                <c:pt idx="93">
                  <c:v>15.52</c:v>
                </c:pt>
                <c:pt idx="94">
                  <c:v>15.52</c:v>
                </c:pt>
                <c:pt idx="95">
                  <c:v>15.52</c:v>
                </c:pt>
                <c:pt idx="96">
                  <c:v>15.52</c:v>
                </c:pt>
                <c:pt idx="97">
                  <c:v>15.52</c:v>
                </c:pt>
                <c:pt idx="98">
                  <c:v>15.52</c:v>
                </c:pt>
                <c:pt idx="99">
                  <c:v>15.52</c:v>
                </c:pt>
                <c:pt idx="100">
                  <c:v>15.52</c:v>
                </c:pt>
                <c:pt idx="101">
                  <c:v>15.52</c:v>
                </c:pt>
                <c:pt idx="102">
                  <c:v>15.52</c:v>
                </c:pt>
                <c:pt idx="103">
                  <c:v>15.52</c:v>
                </c:pt>
                <c:pt idx="104">
                  <c:v>15.52</c:v>
                </c:pt>
                <c:pt idx="105">
                  <c:v>15.52</c:v>
                </c:pt>
                <c:pt idx="106">
                  <c:v>15.52</c:v>
                </c:pt>
                <c:pt idx="107">
                  <c:v>15.52</c:v>
                </c:pt>
                <c:pt idx="108">
                  <c:v>15.52</c:v>
                </c:pt>
                <c:pt idx="109">
                  <c:v>15.52</c:v>
                </c:pt>
                <c:pt idx="110">
                  <c:v>15.52</c:v>
                </c:pt>
                <c:pt idx="111">
                  <c:v>15.52</c:v>
                </c:pt>
                <c:pt idx="112">
                  <c:v>15.52</c:v>
                </c:pt>
                <c:pt idx="113">
                  <c:v>15.52</c:v>
                </c:pt>
                <c:pt idx="114">
                  <c:v>15.52</c:v>
                </c:pt>
                <c:pt idx="115">
                  <c:v>15.52</c:v>
                </c:pt>
                <c:pt idx="116">
                  <c:v>15.52</c:v>
                </c:pt>
                <c:pt idx="117">
                  <c:v>15.52</c:v>
                </c:pt>
                <c:pt idx="118">
                  <c:v>15.52</c:v>
                </c:pt>
                <c:pt idx="119">
                  <c:v>15.52</c:v>
                </c:pt>
                <c:pt idx="120">
                  <c:v>15.52</c:v>
                </c:pt>
                <c:pt idx="121">
                  <c:v>15.52</c:v>
                </c:pt>
                <c:pt idx="122">
                  <c:v>15.52</c:v>
                </c:pt>
                <c:pt idx="123">
                  <c:v>15.52</c:v>
                </c:pt>
                <c:pt idx="124">
                  <c:v>15.52</c:v>
                </c:pt>
                <c:pt idx="125">
                  <c:v>15.52</c:v>
                </c:pt>
                <c:pt idx="126">
                  <c:v>15.52</c:v>
                </c:pt>
                <c:pt idx="127">
                  <c:v>15.52</c:v>
                </c:pt>
                <c:pt idx="128">
                  <c:v>15.52</c:v>
                </c:pt>
                <c:pt idx="129">
                  <c:v>15.52</c:v>
                </c:pt>
                <c:pt idx="130">
                  <c:v>15.52</c:v>
                </c:pt>
                <c:pt idx="131">
                  <c:v>15.52</c:v>
                </c:pt>
                <c:pt idx="132">
                  <c:v>15.52</c:v>
                </c:pt>
                <c:pt idx="133">
                  <c:v>15.52</c:v>
                </c:pt>
                <c:pt idx="134">
                  <c:v>15.52</c:v>
                </c:pt>
                <c:pt idx="135">
                  <c:v>15.52</c:v>
                </c:pt>
                <c:pt idx="136">
                  <c:v>15.52</c:v>
                </c:pt>
                <c:pt idx="137">
                  <c:v>15.52</c:v>
                </c:pt>
                <c:pt idx="138">
                  <c:v>15.52</c:v>
                </c:pt>
                <c:pt idx="139">
                  <c:v>15.52</c:v>
                </c:pt>
                <c:pt idx="140">
                  <c:v>15.52</c:v>
                </c:pt>
                <c:pt idx="141">
                  <c:v>15.52</c:v>
                </c:pt>
                <c:pt idx="142">
                  <c:v>15.52</c:v>
                </c:pt>
                <c:pt idx="143">
                  <c:v>15.52</c:v>
                </c:pt>
                <c:pt idx="144">
                  <c:v>15.52</c:v>
                </c:pt>
                <c:pt idx="145">
                  <c:v>15.52</c:v>
                </c:pt>
                <c:pt idx="146">
                  <c:v>15.52</c:v>
                </c:pt>
                <c:pt idx="147">
                  <c:v>15.52</c:v>
                </c:pt>
                <c:pt idx="148">
                  <c:v>15.52</c:v>
                </c:pt>
                <c:pt idx="149">
                  <c:v>15.52</c:v>
                </c:pt>
                <c:pt idx="150">
                  <c:v>15.52</c:v>
                </c:pt>
                <c:pt idx="151">
                  <c:v>15.52</c:v>
                </c:pt>
                <c:pt idx="152">
                  <c:v>15.52</c:v>
                </c:pt>
                <c:pt idx="153">
                  <c:v>15.52</c:v>
                </c:pt>
                <c:pt idx="154">
                  <c:v>15.52</c:v>
                </c:pt>
                <c:pt idx="155">
                  <c:v>15.52</c:v>
                </c:pt>
                <c:pt idx="156">
                  <c:v>15.52</c:v>
                </c:pt>
                <c:pt idx="157">
                  <c:v>15.52</c:v>
                </c:pt>
                <c:pt idx="158">
                  <c:v>15.52</c:v>
                </c:pt>
                <c:pt idx="159">
                  <c:v>15.52</c:v>
                </c:pt>
                <c:pt idx="160">
                  <c:v>15.52</c:v>
                </c:pt>
                <c:pt idx="161">
                  <c:v>15.52</c:v>
                </c:pt>
                <c:pt idx="162">
                  <c:v>15.52</c:v>
                </c:pt>
                <c:pt idx="163">
                  <c:v>15.52</c:v>
                </c:pt>
                <c:pt idx="164">
                  <c:v>15.52</c:v>
                </c:pt>
                <c:pt idx="165">
                  <c:v>15.52</c:v>
                </c:pt>
                <c:pt idx="166">
                  <c:v>15.52</c:v>
                </c:pt>
                <c:pt idx="167">
                  <c:v>15.52</c:v>
                </c:pt>
                <c:pt idx="168">
                  <c:v>15.52</c:v>
                </c:pt>
                <c:pt idx="169">
                  <c:v>15.52</c:v>
                </c:pt>
                <c:pt idx="170">
                  <c:v>15.52</c:v>
                </c:pt>
                <c:pt idx="171">
                  <c:v>15.52</c:v>
                </c:pt>
                <c:pt idx="172">
                  <c:v>15.52</c:v>
                </c:pt>
                <c:pt idx="173">
                  <c:v>15.52</c:v>
                </c:pt>
                <c:pt idx="174">
                  <c:v>15.52</c:v>
                </c:pt>
                <c:pt idx="175">
                  <c:v>15.52</c:v>
                </c:pt>
                <c:pt idx="176">
                  <c:v>15.52</c:v>
                </c:pt>
                <c:pt idx="177">
                  <c:v>15.52</c:v>
                </c:pt>
                <c:pt idx="178">
                  <c:v>15.52</c:v>
                </c:pt>
                <c:pt idx="179">
                  <c:v>15.52</c:v>
                </c:pt>
                <c:pt idx="180">
                  <c:v>15.52</c:v>
                </c:pt>
                <c:pt idx="181">
                  <c:v>15.52</c:v>
                </c:pt>
                <c:pt idx="182">
                  <c:v>15.52</c:v>
                </c:pt>
                <c:pt idx="183">
                  <c:v>15.52</c:v>
                </c:pt>
                <c:pt idx="184">
                  <c:v>15.52</c:v>
                </c:pt>
                <c:pt idx="185">
                  <c:v>15.52</c:v>
                </c:pt>
                <c:pt idx="186">
                  <c:v>15.52</c:v>
                </c:pt>
                <c:pt idx="187">
                  <c:v>15.52</c:v>
                </c:pt>
                <c:pt idx="188">
                  <c:v>15.52</c:v>
                </c:pt>
                <c:pt idx="189">
                  <c:v>15.52</c:v>
                </c:pt>
                <c:pt idx="190">
                  <c:v>15.52</c:v>
                </c:pt>
                <c:pt idx="191">
                  <c:v>15.52</c:v>
                </c:pt>
                <c:pt idx="192">
                  <c:v>15.52</c:v>
                </c:pt>
                <c:pt idx="193">
                  <c:v>15.52</c:v>
                </c:pt>
                <c:pt idx="194">
                  <c:v>15.52</c:v>
                </c:pt>
                <c:pt idx="195">
                  <c:v>15.52</c:v>
                </c:pt>
                <c:pt idx="196">
                  <c:v>15.52</c:v>
                </c:pt>
                <c:pt idx="197">
                  <c:v>15.52</c:v>
                </c:pt>
                <c:pt idx="198">
                  <c:v>15.52</c:v>
                </c:pt>
                <c:pt idx="199">
                  <c:v>15.52</c:v>
                </c:pt>
                <c:pt idx="200">
                  <c:v>15.52</c:v>
                </c:pt>
                <c:pt idx="201">
                  <c:v>15.52</c:v>
                </c:pt>
                <c:pt idx="202">
                  <c:v>15.52</c:v>
                </c:pt>
                <c:pt idx="203">
                  <c:v>15.52</c:v>
                </c:pt>
                <c:pt idx="204">
                  <c:v>15.52</c:v>
                </c:pt>
                <c:pt idx="205">
                  <c:v>15.52</c:v>
                </c:pt>
                <c:pt idx="206">
                  <c:v>15.52</c:v>
                </c:pt>
                <c:pt idx="207">
                  <c:v>15.52</c:v>
                </c:pt>
                <c:pt idx="208">
                  <c:v>15.52</c:v>
                </c:pt>
                <c:pt idx="209">
                  <c:v>15.52</c:v>
                </c:pt>
                <c:pt idx="210">
                  <c:v>15.52</c:v>
                </c:pt>
                <c:pt idx="211">
                  <c:v>15.52</c:v>
                </c:pt>
                <c:pt idx="212">
                  <c:v>15.52</c:v>
                </c:pt>
                <c:pt idx="213">
                  <c:v>15.52</c:v>
                </c:pt>
                <c:pt idx="214">
                  <c:v>15.52</c:v>
                </c:pt>
                <c:pt idx="215">
                  <c:v>15.52</c:v>
                </c:pt>
                <c:pt idx="216">
                  <c:v>15.52</c:v>
                </c:pt>
                <c:pt idx="217">
                  <c:v>15.52</c:v>
                </c:pt>
                <c:pt idx="218">
                  <c:v>15.52</c:v>
                </c:pt>
                <c:pt idx="219">
                  <c:v>15.52</c:v>
                </c:pt>
                <c:pt idx="220">
                  <c:v>15.52</c:v>
                </c:pt>
                <c:pt idx="221">
                  <c:v>15.52</c:v>
                </c:pt>
                <c:pt idx="222">
                  <c:v>15.52</c:v>
                </c:pt>
                <c:pt idx="223">
                  <c:v>15.52</c:v>
                </c:pt>
                <c:pt idx="224">
                  <c:v>15.52</c:v>
                </c:pt>
                <c:pt idx="225">
                  <c:v>15.52</c:v>
                </c:pt>
                <c:pt idx="226">
                  <c:v>15.52</c:v>
                </c:pt>
                <c:pt idx="227">
                  <c:v>15.52</c:v>
                </c:pt>
                <c:pt idx="228">
                  <c:v>15.52</c:v>
                </c:pt>
                <c:pt idx="229">
                  <c:v>15.52</c:v>
                </c:pt>
                <c:pt idx="230">
                  <c:v>15.52</c:v>
                </c:pt>
                <c:pt idx="231">
                  <c:v>15.52</c:v>
                </c:pt>
                <c:pt idx="232">
                  <c:v>15.52</c:v>
                </c:pt>
                <c:pt idx="233">
                  <c:v>15.52</c:v>
                </c:pt>
                <c:pt idx="234">
                  <c:v>15.52</c:v>
                </c:pt>
                <c:pt idx="235">
                  <c:v>15.52</c:v>
                </c:pt>
                <c:pt idx="236">
                  <c:v>15.52</c:v>
                </c:pt>
                <c:pt idx="237">
                  <c:v>15.52</c:v>
                </c:pt>
                <c:pt idx="238">
                  <c:v>15.52</c:v>
                </c:pt>
                <c:pt idx="239">
                  <c:v>15.52</c:v>
                </c:pt>
                <c:pt idx="240">
                  <c:v>15.52</c:v>
                </c:pt>
                <c:pt idx="241">
                  <c:v>15.52</c:v>
                </c:pt>
                <c:pt idx="242">
                  <c:v>15.52</c:v>
                </c:pt>
                <c:pt idx="243">
                  <c:v>15.52</c:v>
                </c:pt>
                <c:pt idx="244">
                  <c:v>15.52</c:v>
                </c:pt>
                <c:pt idx="245">
                  <c:v>15.52</c:v>
                </c:pt>
                <c:pt idx="246">
                  <c:v>15.52</c:v>
                </c:pt>
                <c:pt idx="247">
                  <c:v>15.52</c:v>
                </c:pt>
                <c:pt idx="248">
                  <c:v>15.52</c:v>
                </c:pt>
                <c:pt idx="249">
                  <c:v>15.52</c:v>
                </c:pt>
                <c:pt idx="250">
                  <c:v>15.52</c:v>
                </c:pt>
                <c:pt idx="251">
                  <c:v>15.52</c:v>
                </c:pt>
                <c:pt idx="252">
                  <c:v>15.52</c:v>
                </c:pt>
                <c:pt idx="253">
                  <c:v>15.52</c:v>
                </c:pt>
                <c:pt idx="254">
                  <c:v>15.52</c:v>
                </c:pt>
                <c:pt idx="255">
                  <c:v>15.52</c:v>
                </c:pt>
                <c:pt idx="256">
                  <c:v>15.52</c:v>
                </c:pt>
                <c:pt idx="257">
                  <c:v>15.52</c:v>
                </c:pt>
                <c:pt idx="258">
                  <c:v>15.52</c:v>
                </c:pt>
                <c:pt idx="259">
                  <c:v>15.52</c:v>
                </c:pt>
                <c:pt idx="260">
                  <c:v>15.52</c:v>
                </c:pt>
                <c:pt idx="261">
                  <c:v>15.52</c:v>
                </c:pt>
                <c:pt idx="262">
                  <c:v>15.52</c:v>
                </c:pt>
                <c:pt idx="263">
                  <c:v>15.52</c:v>
                </c:pt>
                <c:pt idx="264">
                  <c:v>15.52</c:v>
                </c:pt>
                <c:pt idx="265">
                  <c:v>15.52</c:v>
                </c:pt>
                <c:pt idx="266">
                  <c:v>15.52</c:v>
                </c:pt>
                <c:pt idx="267">
                  <c:v>15.52</c:v>
                </c:pt>
                <c:pt idx="268">
                  <c:v>15.52</c:v>
                </c:pt>
                <c:pt idx="269">
                  <c:v>15.52</c:v>
                </c:pt>
                <c:pt idx="270">
                  <c:v>15.52</c:v>
                </c:pt>
                <c:pt idx="271">
                  <c:v>15.52</c:v>
                </c:pt>
                <c:pt idx="272">
                  <c:v>15.52</c:v>
                </c:pt>
                <c:pt idx="273">
                  <c:v>15.52</c:v>
                </c:pt>
                <c:pt idx="274">
                  <c:v>15.52</c:v>
                </c:pt>
                <c:pt idx="275">
                  <c:v>15.52</c:v>
                </c:pt>
                <c:pt idx="276">
                  <c:v>15.52</c:v>
                </c:pt>
                <c:pt idx="277">
                  <c:v>15.52</c:v>
                </c:pt>
                <c:pt idx="278">
                  <c:v>15.52</c:v>
                </c:pt>
                <c:pt idx="279">
                  <c:v>15.52</c:v>
                </c:pt>
                <c:pt idx="280">
                  <c:v>15.52</c:v>
                </c:pt>
                <c:pt idx="281">
                  <c:v>15.52</c:v>
                </c:pt>
                <c:pt idx="282">
                  <c:v>15.52</c:v>
                </c:pt>
                <c:pt idx="283">
                  <c:v>15.52</c:v>
                </c:pt>
                <c:pt idx="284">
                  <c:v>15.52</c:v>
                </c:pt>
                <c:pt idx="285">
                  <c:v>15.52</c:v>
                </c:pt>
                <c:pt idx="286">
                  <c:v>15.52</c:v>
                </c:pt>
                <c:pt idx="287">
                  <c:v>15.52</c:v>
                </c:pt>
                <c:pt idx="288">
                  <c:v>15.52</c:v>
                </c:pt>
                <c:pt idx="289">
                  <c:v>15.52</c:v>
                </c:pt>
                <c:pt idx="290">
                  <c:v>15.52</c:v>
                </c:pt>
                <c:pt idx="291">
                  <c:v>15.52</c:v>
                </c:pt>
                <c:pt idx="292">
                  <c:v>15.52</c:v>
                </c:pt>
                <c:pt idx="293">
                  <c:v>15.52</c:v>
                </c:pt>
                <c:pt idx="294">
                  <c:v>15.52</c:v>
                </c:pt>
                <c:pt idx="295">
                  <c:v>15.52</c:v>
                </c:pt>
                <c:pt idx="296">
                  <c:v>15.52</c:v>
                </c:pt>
                <c:pt idx="297">
                  <c:v>15.52</c:v>
                </c:pt>
                <c:pt idx="298">
                  <c:v>15.52</c:v>
                </c:pt>
                <c:pt idx="299">
                  <c:v>15.52</c:v>
                </c:pt>
                <c:pt idx="300">
                  <c:v>15.52</c:v>
                </c:pt>
                <c:pt idx="301">
                  <c:v>15.52</c:v>
                </c:pt>
                <c:pt idx="302">
                  <c:v>15.52</c:v>
                </c:pt>
                <c:pt idx="303">
                  <c:v>15.52</c:v>
                </c:pt>
                <c:pt idx="304">
                  <c:v>15.52</c:v>
                </c:pt>
                <c:pt idx="305">
                  <c:v>15.52</c:v>
                </c:pt>
                <c:pt idx="306">
                  <c:v>15.52</c:v>
                </c:pt>
                <c:pt idx="307">
                  <c:v>15.52</c:v>
                </c:pt>
                <c:pt idx="308">
                  <c:v>15.52</c:v>
                </c:pt>
                <c:pt idx="309">
                  <c:v>15.52</c:v>
                </c:pt>
                <c:pt idx="310">
                  <c:v>15.52</c:v>
                </c:pt>
                <c:pt idx="311">
                  <c:v>15.52</c:v>
                </c:pt>
                <c:pt idx="312">
                  <c:v>15.52</c:v>
                </c:pt>
                <c:pt idx="313">
                  <c:v>15.52</c:v>
                </c:pt>
                <c:pt idx="314">
                  <c:v>15.52</c:v>
                </c:pt>
                <c:pt idx="315">
                  <c:v>15.52</c:v>
                </c:pt>
                <c:pt idx="316">
                  <c:v>15.52</c:v>
                </c:pt>
                <c:pt idx="317">
                  <c:v>15.52</c:v>
                </c:pt>
                <c:pt idx="318">
                  <c:v>15.52</c:v>
                </c:pt>
                <c:pt idx="319">
                  <c:v>15.52</c:v>
                </c:pt>
                <c:pt idx="320">
                  <c:v>15.52</c:v>
                </c:pt>
                <c:pt idx="321">
                  <c:v>15.52</c:v>
                </c:pt>
                <c:pt idx="322">
                  <c:v>15.52</c:v>
                </c:pt>
                <c:pt idx="323">
                  <c:v>15.52</c:v>
                </c:pt>
                <c:pt idx="324">
                  <c:v>15.52</c:v>
                </c:pt>
                <c:pt idx="325">
                  <c:v>15.52</c:v>
                </c:pt>
                <c:pt idx="326">
                  <c:v>15.52</c:v>
                </c:pt>
                <c:pt idx="327">
                  <c:v>15.52</c:v>
                </c:pt>
                <c:pt idx="328">
                  <c:v>15.52</c:v>
                </c:pt>
                <c:pt idx="329">
                  <c:v>15.52</c:v>
                </c:pt>
                <c:pt idx="330">
                  <c:v>15.52</c:v>
                </c:pt>
                <c:pt idx="331">
                  <c:v>15.52</c:v>
                </c:pt>
                <c:pt idx="332">
                  <c:v>15.52</c:v>
                </c:pt>
                <c:pt idx="333">
                  <c:v>15.52</c:v>
                </c:pt>
                <c:pt idx="334">
                  <c:v>15.52</c:v>
                </c:pt>
                <c:pt idx="335">
                  <c:v>15.52</c:v>
                </c:pt>
                <c:pt idx="336">
                  <c:v>15.52</c:v>
                </c:pt>
                <c:pt idx="337">
                  <c:v>15.52</c:v>
                </c:pt>
                <c:pt idx="338">
                  <c:v>15.52</c:v>
                </c:pt>
                <c:pt idx="339">
                  <c:v>15.52</c:v>
                </c:pt>
                <c:pt idx="340">
                  <c:v>15.52</c:v>
                </c:pt>
                <c:pt idx="341">
                  <c:v>15.52</c:v>
                </c:pt>
                <c:pt idx="342">
                  <c:v>15.52</c:v>
                </c:pt>
                <c:pt idx="343">
                  <c:v>15.52</c:v>
                </c:pt>
                <c:pt idx="344">
                  <c:v>15.52</c:v>
                </c:pt>
                <c:pt idx="345">
                  <c:v>15.52</c:v>
                </c:pt>
                <c:pt idx="346">
                  <c:v>15.52</c:v>
                </c:pt>
                <c:pt idx="347">
                  <c:v>15.52</c:v>
                </c:pt>
                <c:pt idx="348">
                  <c:v>15.52</c:v>
                </c:pt>
                <c:pt idx="349">
                  <c:v>15.52</c:v>
                </c:pt>
                <c:pt idx="350">
                  <c:v>15.52</c:v>
                </c:pt>
                <c:pt idx="351">
                  <c:v>15.52</c:v>
                </c:pt>
                <c:pt idx="352">
                  <c:v>15.52</c:v>
                </c:pt>
                <c:pt idx="353">
                  <c:v>15.52</c:v>
                </c:pt>
                <c:pt idx="354">
                  <c:v>15.52</c:v>
                </c:pt>
                <c:pt idx="355">
                  <c:v>15.52</c:v>
                </c:pt>
                <c:pt idx="356">
                  <c:v>15.52</c:v>
                </c:pt>
                <c:pt idx="357">
                  <c:v>15.52</c:v>
                </c:pt>
                <c:pt idx="358">
                  <c:v>15.52</c:v>
                </c:pt>
                <c:pt idx="359">
                  <c:v>15.52</c:v>
                </c:pt>
                <c:pt idx="360">
                  <c:v>15.52</c:v>
                </c:pt>
                <c:pt idx="361">
                  <c:v>15.52</c:v>
                </c:pt>
                <c:pt idx="362">
                  <c:v>15.52</c:v>
                </c:pt>
                <c:pt idx="363">
                  <c:v>15.52</c:v>
                </c:pt>
                <c:pt idx="364">
                  <c:v>15.52</c:v>
                </c:pt>
                <c:pt idx="365">
                  <c:v>15.52</c:v>
                </c:pt>
                <c:pt idx="366">
                  <c:v>15.52</c:v>
                </c:pt>
                <c:pt idx="367">
                  <c:v>15.52</c:v>
                </c:pt>
                <c:pt idx="368">
                  <c:v>15.52</c:v>
                </c:pt>
                <c:pt idx="369">
                  <c:v>15.52</c:v>
                </c:pt>
                <c:pt idx="370">
                  <c:v>15.52</c:v>
                </c:pt>
                <c:pt idx="371">
                  <c:v>15.52</c:v>
                </c:pt>
                <c:pt idx="372">
                  <c:v>15.52</c:v>
                </c:pt>
                <c:pt idx="373">
                  <c:v>15.52</c:v>
                </c:pt>
                <c:pt idx="374">
                  <c:v>15.52</c:v>
                </c:pt>
                <c:pt idx="375">
                  <c:v>15.52</c:v>
                </c:pt>
                <c:pt idx="376">
                  <c:v>15.52</c:v>
                </c:pt>
                <c:pt idx="377">
                  <c:v>15.52</c:v>
                </c:pt>
                <c:pt idx="378">
                  <c:v>15.52</c:v>
                </c:pt>
                <c:pt idx="379">
                  <c:v>15.52</c:v>
                </c:pt>
                <c:pt idx="380">
                  <c:v>15.52</c:v>
                </c:pt>
                <c:pt idx="381">
                  <c:v>15.52</c:v>
                </c:pt>
                <c:pt idx="382">
                  <c:v>15.52</c:v>
                </c:pt>
                <c:pt idx="383">
                  <c:v>15.52</c:v>
                </c:pt>
                <c:pt idx="384">
                  <c:v>15.52</c:v>
                </c:pt>
                <c:pt idx="385">
                  <c:v>15.52</c:v>
                </c:pt>
                <c:pt idx="386">
                  <c:v>15.52</c:v>
                </c:pt>
                <c:pt idx="387">
                  <c:v>15.52</c:v>
                </c:pt>
                <c:pt idx="388">
                  <c:v>15.52</c:v>
                </c:pt>
                <c:pt idx="389">
                  <c:v>15.52</c:v>
                </c:pt>
                <c:pt idx="390">
                  <c:v>15.52</c:v>
                </c:pt>
                <c:pt idx="391">
                  <c:v>15.52</c:v>
                </c:pt>
                <c:pt idx="392">
                  <c:v>15.52</c:v>
                </c:pt>
                <c:pt idx="393">
                  <c:v>15.52</c:v>
                </c:pt>
                <c:pt idx="394">
                  <c:v>15.52</c:v>
                </c:pt>
                <c:pt idx="395">
                  <c:v>15.52</c:v>
                </c:pt>
                <c:pt idx="396">
                  <c:v>15.52</c:v>
                </c:pt>
                <c:pt idx="397">
                  <c:v>15.52</c:v>
                </c:pt>
                <c:pt idx="398">
                  <c:v>15.52</c:v>
                </c:pt>
                <c:pt idx="399">
                  <c:v>15.52</c:v>
                </c:pt>
                <c:pt idx="400">
                  <c:v>15.52</c:v>
                </c:pt>
                <c:pt idx="401">
                  <c:v>15.52</c:v>
                </c:pt>
                <c:pt idx="402">
                  <c:v>15.52</c:v>
                </c:pt>
                <c:pt idx="403">
                  <c:v>15.52</c:v>
                </c:pt>
                <c:pt idx="404">
                  <c:v>15.52</c:v>
                </c:pt>
                <c:pt idx="405">
                  <c:v>15.52</c:v>
                </c:pt>
                <c:pt idx="406">
                  <c:v>15.52</c:v>
                </c:pt>
                <c:pt idx="407">
                  <c:v>15.52</c:v>
                </c:pt>
                <c:pt idx="408">
                  <c:v>15.52</c:v>
                </c:pt>
                <c:pt idx="409">
                  <c:v>15.52</c:v>
                </c:pt>
                <c:pt idx="410">
                  <c:v>15.52</c:v>
                </c:pt>
                <c:pt idx="411">
                  <c:v>15.52</c:v>
                </c:pt>
                <c:pt idx="412">
                  <c:v>15.52</c:v>
                </c:pt>
                <c:pt idx="413">
                  <c:v>15.52</c:v>
                </c:pt>
                <c:pt idx="414">
                  <c:v>15.52</c:v>
                </c:pt>
                <c:pt idx="415">
                  <c:v>15.52</c:v>
                </c:pt>
                <c:pt idx="416">
                  <c:v>15.52</c:v>
                </c:pt>
                <c:pt idx="417">
                  <c:v>15.52</c:v>
                </c:pt>
                <c:pt idx="418">
                  <c:v>15.52</c:v>
                </c:pt>
                <c:pt idx="419">
                  <c:v>15.52</c:v>
                </c:pt>
                <c:pt idx="420">
                  <c:v>15.52</c:v>
                </c:pt>
                <c:pt idx="421">
                  <c:v>15.52</c:v>
                </c:pt>
                <c:pt idx="422">
                  <c:v>15.52</c:v>
                </c:pt>
                <c:pt idx="423">
                  <c:v>15.52</c:v>
                </c:pt>
                <c:pt idx="424">
                  <c:v>15.52</c:v>
                </c:pt>
                <c:pt idx="425">
                  <c:v>15.52</c:v>
                </c:pt>
                <c:pt idx="426">
                  <c:v>15.52</c:v>
                </c:pt>
                <c:pt idx="427">
                  <c:v>15.52</c:v>
                </c:pt>
                <c:pt idx="428">
                  <c:v>15.52</c:v>
                </c:pt>
                <c:pt idx="429">
                  <c:v>15.52</c:v>
                </c:pt>
                <c:pt idx="430">
                  <c:v>15.52</c:v>
                </c:pt>
                <c:pt idx="431">
                  <c:v>15.52</c:v>
                </c:pt>
                <c:pt idx="432">
                  <c:v>15.52</c:v>
                </c:pt>
                <c:pt idx="433">
                  <c:v>15.52</c:v>
                </c:pt>
                <c:pt idx="434">
                  <c:v>15.52</c:v>
                </c:pt>
                <c:pt idx="435">
                  <c:v>15.52</c:v>
                </c:pt>
                <c:pt idx="436">
                  <c:v>15.52</c:v>
                </c:pt>
                <c:pt idx="437">
                  <c:v>15.52</c:v>
                </c:pt>
                <c:pt idx="438">
                  <c:v>15.52</c:v>
                </c:pt>
                <c:pt idx="439">
                  <c:v>15.52</c:v>
                </c:pt>
                <c:pt idx="440">
                  <c:v>15.52</c:v>
                </c:pt>
                <c:pt idx="441">
                  <c:v>15.52</c:v>
                </c:pt>
                <c:pt idx="442">
                  <c:v>15.52</c:v>
                </c:pt>
                <c:pt idx="443">
                  <c:v>15.52</c:v>
                </c:pt>
                <c:pt idx="444">
                  <c:v>15.52</c:v>
                </c:pt>
                <c:pt idx="445">
                  <c:v>15.52</c:v>
                </c:pt>
                <c:pt idx="446">
                  <c:v>15.52</c:v>
                </c:pt>
                <c:pt idx="447">
                  <c:v>15.52</c:v>
                </c:pt>
                <c:pt idx="448">
                  <c:v>15.52</c:v>
                </c:pt>
                <c:pt idx="449">
                  <c:v>15.52</c:v>
                </c:pt>
                <c:pt idx="450">
                  <c:v>15.52</c:v>
                </c:pt>
                <c:pt idx="451">
                  <c:v>15.52</c:v>
                </c:pt>
                <c:pt idx="452">
                  <c:v>15.52</c:v>
                </c:pt>
                <c:pt idx="453">
                  <c:v>15.52</c:v>
                </c:pt>
                <c:pt idx="454">
                  <c:v>15.52</c:v>
                </c:pt>
                <c:pt idx="455">
                  <c:v>15.52</c:v>
                </c:pt>
                <c:pt idx="456">
                  <c:v>15.52</c:v>
                </c:pt>
                <c:pt idx="457">
                  <c:v>15.52</c:v>
                </c:pt>
                <c:pt idx="458">
                  <c:v>15.52</c:v>
                </c:pt>
                <c:pt idx="459">
                  <c:v>15.52</c:v>
                </c:pt>
                <c:pt idx="460">
                  <c:v>15.52</c:v>
                </c:pt>
                <c:pt idx="461">
                  <c:v>15.52</c:v>
                </c:pt>
                <c:pt idx="462">
                  <c:v>15.52</c:v>
                </c:pt>
                <c:pt idx="463">
                  <c:v>15.52</c:v>
                </c:pt>
                <c:pt idx="464">
                  <c:v>15.52</c:v>
                </c:pt>
                <c:pt idx="465">
                  <c:v>15.52</c:v>
                </c:pt>
                <c:pt idx="466">
                  <c:v>15.52</c:v>
                </c:pt>
                <c:pt idx="467">
                  <c:v>15.52</c:v>
                </c:pt>
                <c:pt idx="468">
                  <c:v>15.52</c:v>
                </c:pt>
                <c:pt idx="469">
                  <c:v>15.52</c:v>
                </c:pt>
                <c:pt idx="470">
                  <c:v>15.52</c:v>
                </c:pt>
                <c:pt idx="471">
                  <c:v>15.52</c:v>
                </c:pt>
                <c:pt idx="472">
                  <c:v>15.52</c:v>
                </c:pt>
                <c:pt idx="473">
                  <c:v>15.52</c:v>
                </c:pt>
                <c:pt idx="474">
                  <c:v>15.52</c:v>
                </c:pt>
                <c:pt idx="475">
                  <c:v>15.52</c:v>
                </c:pt>
                <c:pt idx="476">
                  <c:v>15.52</c:v>
                </c:pt>
                <c:pt idx="477">
                  <c:v>15.52</c:v>
                </c:pt>
                <c:pt idx="478">
                  <c:v>15.52</c:v>
                </c:pt>
                <c:pt idx="479">
                  <c:v>15.52</c:v>
                </c:pt>
                <c:pt idx="480">
                  <c:v>15.52</c:v>
                </c:pt>
                <c:pt idx="481">
                  <c:v>15.52</c:v>
                </c:pt>
                <c:pt idx="482">
                  <c:v>15.52</c:v>
                </c:pt>
                <c:pt idx="483">
                  <c:v>15.52</c:v>
                </c:pt>
                <c:pt idx="484">
                  <c:v>15.52</c:v>
                </c:pt>
                <c:pt idx="485">
                  <c:v>15.52</c:v>
                </c:pt>
                <c:pt idx="486">
                  <c:v>15.52</c:v>
                </c:pt>
                <c:pt idx="487">
                  <c:v>15.52</c:v>
                </c:pt>
                <c:pt idx="488">
                  <c:v>15.52</c:v>
                </c:pt>
                <c:pt idx="489">
                  <c:v>15.52</c:v>
                </c:pt>
                <c:pt idx="490">
                  <c:v>15.52</c:v>
                </c:pt>
                <c:pt idx="491">
                  <c:v>15.52</c:v>
                </c:pt>
                <c:pt idx="492">
                  <c:v>15.52</c:v>
                </c:pt>
                <c:pt idx="493">
                  <c:v>15.52</c:v>
                </c:pt>
                <c:pt idx="494">
                  <c:v>15.52</c:v>
                </c:pt>
                <c:pt idx="495">
                  <c:v>15.52</c:v>
                </c:pt>
                <c:pt idx="496">
                  <c:v>15.52</c:v>
                </c:pt>
                <c:pt idx="497">
                  <c:v>15.52</c:v>
                </c:pt>
                <c:pt idx="498">
                  <c:v>15.52</c:v>
                </c:pt>
                <c:pt idx="499">
                  <c:v>15.52</c:v>
                </c:pt>
                <c:pt idx="500">
                  <c:v>15.52</c:v>
                </c:pt>
                <c:pt idx="501">
                  <c:v>15.52</c:v>
                </c:pt>
                <c:pt idx="502">
                  <c:v>15.52</c:v>
                </c:pt>
                <c:pt idx="503">
                  <c:v>15.52</c:v>
                </c:pt>
                <c:pt idx="504">
                  <c:v>15.52</c:v>
                </c:pt>
                <c:pt idx="505">
                  <c:v>15.52</c:v>
                </c:pt>
                <c:pt idx="506">
                  <c:v>15.52</c:v>
                </c:pt>
                <c:pt idx="507">
                  <c:v>15.52</c:v>
                </c:pt>
                <c:pt idx="508">
                  <c:v>15.52</c:v>
                </c:pt>
                <c:pt idx="509">
                  <c:v>15.52</c:v>
                </c:pt>
                <c:pt idx="510">
                  <c:v>15.52</c:v>
                </c:pt>
                <c:pt idx="511">
                  <c:v>15.52</c:v>
                </c:pt>
                <c:pt idx="512">
                  <c:v>15.52</c:v>
                </c:pt>
                <c:pt idx="513">
                  <c:v>15.52</c:v>
                </c:pt>
                <c:pt idx="514">
                  <c:v>15.52</c:v>
                </c:pt>
                <c:pt idx="515">
                  <c:v>15.52</c:v>
                </c:pt>
                <c:pt idx="516">
                  <c:v>15.52</c:v>
                </c:pt>
                <c:pt idx="517">
                  <c:v>15.52</c:v>
                </c:pt>
                <c:pt idx="518">
                  <c:v>15.52</c:v>
                </c:pt>
                <c:pt idx="519">
                  <c:v>15.52</c:v>
                </c:pt>
                <c:pt idx="520">
                  <c:v>15.52</c:v>
                </c:pt>
                <c:pt idx="521">
                  <c:v>15.52</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18.19</c:v>
                </c:pt>
                <c:pt idx="1">
                  <c:v>18.19</c:v>
                </c:pt>
                <c:pt idx="2">
                  <c:v>18.19</c:v>
                </c:pt>
                <c:pt idx="3">
                  <c:v>18.19</c:v>
                </c:pt>
                <c:pt idx="4">
                  <c:v>18.19</c:v>
                </c:pt>
                <c:pt idx="5">
                  <c:v>18.19</c:v>
                </c:pt>
                <c:pt idx="6">
                  <c:v>18.19</c:v>
                </c:pt>
                <c:pt idx="7">
                  <c:v>18.19</c:v>
                </c:pt>
                <c:pt idx="8">
                  <c:v>18.19</c:v>
                </c:pt>
                <c:pt idx="9">
                  <c:v>18.19</c:v>
                </c:pt>
                <c:pt idx="10">
                  <c:v>18.19</c:v>
                </c:pt>
                <c:pt idx="11">
                  <c:v>18.19</c:v>
                </c:pt>
                <c:pt idx="12">
                  <c:v>18.19</c:v>
                </c:pt>
                <c:pt idx="13">
                  <c:v>18.19</c:v>
                </c:pt>
                <c:pt idx="14">
                  <c:v>18.19</c:v>
                </c:pt>
                <c:pt idx="15">
                  <c:v>18.19</c:v>
                </c:pt>
                <c:pt idx="16">
                  <c:v>18.19</c:v>
                </c:pt>
                <c:pt idx="17">
                  <c:v>18.19</c:v>
                </c:pt>
                <c:pt idx="18">
                  <c:v>18.19</c:v>
                </c:pt>
                <c:pt idx="19">
                  <c:v>18.19</c:v>
                </c:pt>
                <c:pt idx="20">
                  <c:v>18.19</c:v>
                </c:pt>
                <c:pt idx="21">
                  <c:v>18.19</c:v>
                </c:pt>
                <c:pt idx="22">
                  <c:v>18.19</c:v>
                </c:pt>
                <c:pt idx="23">
                  <c:v>18.19</c:v>
                </c:pt>
                <c:pt idx="24">
                  <c:v>18.19</c:v>
                </c:pt>
                <c:pt idx="25">
                  <c:v>18.19</c:v>
                </c:pt>
                <c:pt idx="26">
                  <c:v>18.19</c:v>
                </c:pt>
                <c:pt idx="27">
                  <c:v>18.19</c:v>
                </c:pt>
                <c:pt idx="28">
                  <c:v>18.19</c:v>
                </c:pt>
                <c:pt idx="29">
                  <c:v>18.19</c:v>
                </c:pt>
                <c:pt idx="30">
                  <c:v>18.19</c:v>
                </c:pt>
                <c:pt idx="31">
                  <c:v>18.19</c:v>
                </c:pt>
                <c:pt idx="32">
                  <c:v>18.19</c:v>
                </c:pt>
                <c:pt idx="33">
                  <c:v>18.19</c:v>
                </c:pt>
                <c:pt idx="34">
                  <c:v>18.19</c:v>
                </c:pt>
                <c:pt idx="35">
                  <c:v>18.19</c:v>
                </c:pt>
                <c:pt idx="36">
                  <c:v>18.19</c:v>
                </c:pt>
                <c:pt idx="37">
                  <c:v>18.19</c:v>
                </c:pt>
                <c:pt idx="38">
                  <c:v>18.19</c:v>
                </c:pt>
                <c:pt idx="39">
                  <c:v>18.19</c:v>
                </c:pt>
                <c:pt idx="40">
                  <c:v>18.19</c:v>
                </c:pt>
                <c:pt idx="41">
                  <c:v>18.19</c:v>
                </c:pt>
                <c:pt idx="42">
                  <c:v>18.19</c:v>
                </c:pt>
                <c:pt idx="43">
                  <c:v>18.19</c:v>
                </c:pt>
                <c:pt idx="44">
                  <c:v>18.19</c:v>
                </c:pt>
                <c:pt idx="45">
                  <c:v>18.19</c:v>
                </c:pt>
                <c:pt idx="46">
                  <c:v>18.19</c:v>
                </c:pt>
                <c:pt idx="47">
                  <c:v>18.19</c:v>
                </c:pt>
                <c:pt idx="48">
                  <c:v>18.19</c:v>
                </c:pt>
                <c:pt idx="49">
                  <c:v>18.19</c:v>
                </c:pt>
                <c:pt idx="50">
                  <c:v>18.19</c:v>
                </c:pt>
                <c:pt idx="51">
                  <c:v>18.19</c:v>
                </c:pt>
                <c:pt idx="52">
                  <c:v>18.19</c:v>
                </c:pt>
                <c:pt idx="53">
                  <c:v>18.19</c:v>
                </c:pt>
                <c:pt idx="54">
                  <c:v>18.19</c:v>
                </c:pt>
                <c:pt idx="55">
                  <c:v>18.19</c:v>
                </c:pt>
                <c:pt idx="56">
                  <c:v>18.19</c:v>
                </c:pt>
                <c:pt idx="57">
                  <c:v>18.19</c:v>
                </c:pt>
                <c:pt idx="58">
                  <c:v>18.19</c:v>
                </c:pt>
                <c:pt idx="59">
                  <c:v>18.19</c:v>
                </c:pt>
                <c:pt idx="60">
                  <c:v>18.19</c:v>
                </c:pt>
                <c:pt idx="61">
                  <c:v>18.19</c:v>
                </c:pt>
                <c:pt idx="62">
                  <c:v>18.19</c:v>
                </c:pt>
                <c:pt idx="63">
                  <c:v>18.19</c:v>
                </c:pt>
                <c:pt idx="64">
                  <c:v>18.19</c:v>
                </c:pt>
                <c:pt idx="65">
                  <c:v>18.19</c:v>
                </c:pt>
                <c:pt idx="66">
                  <c:v>18.19</c:v>
                </c:pt>
                <c:pt idx="67">
                  <c:v>18.19</c:v>
                </c:pt>
                <c:pt idx="68">
                  <c:v>18.19</c:v>
                </c:pt>
                <c:pt idx="69">
                  <c:v>18.19</c:v>
                </c:pt>
                <c:pt idx="70">
                  <c:v>18.19</c:v>
                </c:pt>
                <c:pt idx="71">
                  <c:v>18.19</c:v>
                </c:pt>
                <c:pt idx="72">
                  <c:v>18.19</c:v>
                </c:pt>
                <c:pt idx="73">
                  <c:v>18.19</c:v>
                </c:pt>
                <c:pt idx="74">
                  <c:v>18.19</c:v>
                </c:pt>
                <c:pt idx="75">
                  <c:v>18.19</c:v>
                </c:pt>
                <c:pt idx="76">
                  <c:v>18.19</c:v>
                </c:pt>
                <c:pt idx="77">
                  <c:v>18.19</c:v>
                </c:pt>
                <c:pt idx="78">
                  <c:v>18.19</c:v>
                </c:pt>
                <c:pt idx="79">
                  <c:v>18.19</c:v>
                </c:pt>
                <c:pt idx="80">
                  <c:v>18.19</c:v>
                </c:pt>
                <c:pt idx="81">
                  <c:v>18.19</c:v>
                </c:pt>
                <c:pt idx="82">
                  <c:v>18.19</c:v>
                </c:pt>
                <c:pt idx="83">
                  <c:v>18.19</c:v>
                </c:pt>
                <c:pt idx="84">
                  <c:v>18.19</c:v>
                </c:pt>
                <c:pt idx="85">
                  <c:v>18.19</c:v>
                </c:pt>
                <c:pt idx="86">
                  <c:v>18.19</c:v>
                </c:pt>
                <c:pt idx="87">
                  <c:v>18.19</c:v>
                </c:pt>
                <c:pt idx="88">
                  <c:v>18.19</c:v>
                </c:pt>
                <c:pt idx="89">
                  <c:v>18.19</c:v>
                </c:pt>
                <c:pt idx="90">
                  <c:v>18.19</c:v>
                </c:pt>
                <c:pt idx="91">
                  <c:v>18.19</c:v>
                </c:pt>
                <c:pt idx="92">
                  <c:v>18.19</c:v>
                </c:pt>
                <c:pt idx="93">
                  <c:v>18.19</c:v>
                </c:pt>
                <c:pt idx="94">
                  <c:v>18.19</c:v>
                </c:pt>
                <c:pt idx="95">
                  <c:v>18.19</c:v>
                </c:pt>
                <c:pt idx="96">
                  <c:v>18.19</c:v>
                </c:pt>
                <c:pt idx="97">
                  <c:v>18.19</c:v>
                </c:pt>
                <c:pt idx="98">
                  <c:v>18.19</c:v>
                </c:pt>
                <c:pt idx="99">
                  <c:v>18.19</c:v>
                </c:pt>
                <c:pt idx="100">
                  <c:v>18.19</c:v>
                </c:pt>
                <c:pt idx="101">
                  <c:v>18.19</c:v>
                </c:pt>
                <c:pt idx="102">
                  <c:v>18.19</c:v>
                </c:pt>
                <c:pt idx="103">
                  <c:v>18.19</c:v>
                </c:pt>
                <c:pt idx="104">
                  <c:v>18.19</c:v>
                </c:pt>
                <c:pt idx="105">
                  <c:v>18.19</c:v>
                </c:pt>
                <c:pt idx="106">
                  <c:v>18.19</c:v>
                </c:pt>
                <c:pt idx="107">
                  <c:v>18.19</c:v>
                </c:pt>
                <c:pt idx="108">
                  <c:v>18.19</c:v>
                </c:pt>
                <c:pt idx="109">
                  <c:v>18.19</c:v>
                </c:pt>
                <c:pt idx="110">
                  <c:v>18.19</c:v>
                </c:pt>
                <c:pt idx="111">
                  <c:v>18.19</c:v>
                </c:pt>
                <c:pt idx="112">
                  <c:v>18.19</c:v>
                </c:pt>
                <c:pt idx="113">
                  <c:v>18.19</c:v>
                </c:pt>
                <c:pt idx="114">
                  <c:v>18.19</c:v>
                </c:pt>
                <c:pt idx="115">
                  <c:v>18.19</c:v>
                </c:pt>
                <c:pt idx="116">
                  <c:v>18.19</c:v>
                </c:pt>
                <c:pt idx="117">
                  <c:v>18.19</c:v>
                </c:pt>
                <c:pt idx="118">
                  <c:v>18.19</c:v>
                </c:pt>
                <c:pt idx="119">
                  <c:v>18.19</c:v>
                </c:pt>
                <c:pt idx="120">
                  <c:v>18.19</c:v>
                </c:pt>
                <c:pt idx="121">
                  <c:v>18.19</c:v>
                </c:pt>
                <c:pt idx="122">
                  <c:v>18.19</c:v>
                </c:pt>
                <c:pt idx="123">
                  <c:v>18.19</c:v>
                </c:pt>
                <c:pt idx="124">
                  <c:v>18.19</c:v>
                </c:pt>
                <c:pt idx="125">
                  <c:v>18.19</c:v>
                </c:pt>
                <c:pt idx="126">
                  <c:v>18.19</c:v>
                </c:pt>
                <c:pt idx="127">
                  <c:v>18.19</c:v>
                </c:pt>
                <c:pt idx="128">
                  <c:v>18.19</c:v>
                </c:pt>
                <c:pt idx="129">
                  <c:v>18.19</c:v>
                </c:pt>
                <c:pt idx="130">
                  <c:v>18.19</c:v>
                </c:pt>
                <c:pt idx="131">
                  <c:v>18.19</c:v>
                </c:pt>
                <c:pt idx="132">
                  <c:v>18.19</c:v>
                </c:pt>
                <c:pt idx="133">
                  <c:v>18.19</c:v>
                </c:pt>
                <c:pt idx="134">
                  <c:v>18.19</c:v>
                </c:pt>
                <c:pt idx="135">
                  <c:v>18.19</c:v>
                </c:pt>
                <c:pt idx="136">
                  <c:v>18.19</c:v>
                </c:pt>
                <c:pt idx="137">
                  <c:v>18.19</c:v>
                </c:pt>
                <c:pt idx="138">
                  <c:v>18.19</c:v>
                </c:pt>
                <c:pt idx="139">
                  <c:v>18.19</c:v>
                </c:pt>
                <c:pt idx="140">
                  <c:v>18.19</c:v>
                </c:pt>
                <c:pt idx="141">
                  <c:v>18.19</c:v>
                </c:pt>
                <c:pt idx="142">
                  <c:v>18.19</c:v>
                </c:pt>
                <c:pt idx="143">
                  <c:v>18.19</c:v>
                </c:pt>
                <c:pt idx="144">
                  <c:v>18.19</c:v>
                </c:pt>
                <c:pt idx="145">
                  <c:v>18.19</c:v>
                </c:pt>
                <c:pt idx="146">
                  <c:v>18.19</c:v>
                </c:pt>
                <c:pt idx="147">
                  <c:v>18.19</c:v>
                </c:pt>
                <c:pt idx="148">
                  <c:v>18.19</c:v>
                </c:pt>
                <c:pt idx="149">
                  <c:v>18.19</c:v>
                </c:pt>
                <c:pt idx="150">
                  <c:v>18.19</c:v>
                </c:pt>
                <c:pt idx="151">
                  <c:v>18.19</c:v>
                </c:pt>
                <c:pt idx="152">
                  <c:v>18.19</c:v>
                </c:pt>
                <c:pt idx="153">
                  <c:v>18.19</c:v>
                </c:pt>
                <c:pt idx="154">
                  <c:v>18.19</c:v>
                </c:pt>
                <c:pt idx="155">
                  <c:v>18.19</c:v>
                </c:pt>
                <c:pt idx="156">
                  <c:v>18.19</c:v>
                </c:pt>
                <c:pt idx="157">
                  <c:v>18.19</c:v>
                </c:pt>
                <c:pt idx="158">
                  <c:v>18.19</c:v>
                </c:pt>
                <c:pt idx="159">
                  <c:v>18.19</c:v>
                </c:pt>
                <c:pt idx="160">
                  <c:v>18.19</c:v>
                </c:pt>
                <c:pt idx="161">
                  <c:v>18.19</c:v>
                </c:pt>
                <c:pt idx="162">
                  <c:v>18.19</c:v>
                </c:pt>
                <c:pt idx="163">
                  <c:v>18.19</c:v>
                </c:pt>
                <c:pt idx="164">
                  <c:v>18.19</c:v>
                </c:pt>
                <c:pt idx="165">
                  <c:v>18.19</c:v>
                </c:pt>
                <c:pt idx="166">
                  <c:v>18.19</c:v>
                </c:pt>
                <c:pt idx="167">
                  <c:v>18.19</c:v>
                </c:pt>
                <c:pt idx="168">
                  <c:v>18.19</c:v>
                </c:pt>
                <c:pt idx="169">
                  <c:v>18.19</c:v>
                </c:pt>
                <c:pt idx="170">
                  <c:v>18.19</c:v>
                </c:pt>
                <c:pt idx="171">
                  <c:v>18.19</c:v>
                </c:pt>
                <c:pt idx="172">
                  <c:v>18.19</c:v>
                </c:pt>
                <c:pt idx="173">
                  <c:v>18.19</c:v>
                </c:pt>
                <c:pt idx="174">
                  <c:v>18.19</c:v>
                </c:pt>
                <c:pt idx="175">
                  <c:v>18.19</c:v>
                </c:pt>
                <c:pt idx="176">
                  <c:v>18.19</c:v>
                </c:pt>
                <c:pt idx="177">
                  <c:v>18.19</c:v>
                </c:pt>
                <c:pt idx="178">
                  <c:v>18.19</c:v>
                </c:pt>
                <c:pt idx="179">
                  <c:v>18.19</c:v>
                </c:pt>
                <c:pt idx="180">
                  <c:v>18.19</c:v>
                </c:pt>
                <c:pt idx="181">
                  <c:v>18.19</c:v>
                </c:pt>
                <c:pt idx="182">
                  <c:v>18.19</c:v>
                </c:pt>
                <c:pt idx="183">
                  <c:v>18.19</c:v>
                </c:pt>
                <c:pt idx="184">
                  <c:v>18.19</c:v>
                </c:pt>
                <c:pt idx="185">
                  <c:v>18.19</c:v>
                </c:pt>
                <c:pt idx="186">
                  <c:v>18.19</c:v>
                </c:pt>
                <c:pt idx="187">
                  <c:v>18.19</c:v>
                </c:pt>
                <c:pt idx="188">
                  <c:v>18.19</c:v>
                </c:pt>
                <c:pt idx="189">
                  <c:v>18.19</c:v>
                </c:pt>
                <c:pt idx="190">
                  <c:v>18.19</c:v>
                </c:pt>
                <c:pt idx="191">
                  <c:v>18.19</c:v>
                </c:pt>
                <c:pt idx="192">
                  <c:v>18.19</c:v>
                </c:pt>
                <c:pt idx="193">
                  <c:v>18.19</c:v>
                </c:pt>
                <c:pt idx="194">
                  <c:v>18.19</c:v>
                </c:pt>
                <c:pt idx="195">
                  <c:v>18.19</c:v>
                </c:pt>
                <c:pt idx="196">
                  <c:v>18.19</c:v>
                </c:pt>
                <c:pt idx="197">
                  <c:v>18.19</c:v>
                </c:pt>
                <c:pt idx="198">
                  <c:v>18.19</c:v>
                </c:pt>
                <c:pt idx="199">
                  <c:v>18.19</c:v>
                </c:pt>
                <c:pt idx="200">
                  <c:v>18.19</c:v>
                </c:pt>
                <c:pt idx="201">
                  <c:v>18.19</c:v>
                </c:pt>
                <c:pt idx="202">
                  <c:v>18.19</c:v>
                </c:pt>
                <c:pt idx="203">
                  <c:v>18.19</c:v>
                </c:pt>
                <c:pt idx="204">
                  <c:v>18.19</c:v>
                </c:pt>
                <c:pt idx="205">
                  <c:v>18.19</c:v>
                </c:pt>
                <c:pt idx="206">
                  <c:v>18.19</c:v>
                </c:pt>
                <c:pt idx="207">
                  <c:v>18.19</c:v>
                </c:pt>
                <c:pt idx="208">
                  <c:v>18.19</c:v>
                </c:pt>
                <c:pt idx="209">
                  <c:v>18.19</c:v>
                </c:pt>
                <c:pt idx="210">
                  <c:v>18.19</c:v>
                </c:pt>
                <c:pt idx="211">
                  <c:v>18.19</c:v>
                </c:pt>
                <c:pt idx="212">
                  <c:v>18.19</c:v>
                </c:pt>
                <c:pt idx="213">
                  <c:v>18.19</c:v>
                </c:pt>
                <c:pt idx="214">
                  <c:v>18.19</c:v>
                </c:pt>
                <c:pt idx="215">
                  <c:v>18.19</c:v>
                </c:pt>
                <c:pt idx="216">
                  <c:v>18.19</c:v>
                </c:pt>
                <c:pt idx="217">
                  <c:v>18.19</c:v>
                </c:pt>
                <c:pt idx="218">
                  <c:v>18.19</c:v>
                </c:pt>
                <c:pt idx="219">
                  <c:v>18.19</c:v>
                </c:pt>
                <c:pt idx="220">
                  <c:v>18.19</c:v>
                </c:pt>
                <c:pt idx="221">
                  <c:v>18.19</c:v>
                </c:pt>
                <c:pt idx="222">
                  <c:v>18.19</c:v>
                </c:pt>
                <c:pt idx="223">
                  <c:v>18.19</c:v>
                </c:pt>
                <c:pt idx="224">
                  <c:v>18.19</c:v>
                </c:pt>
                <c:pt idx="225">
                  <c:v>18.19</c:v>
                </c:pt>
                <c:pt idx="226">
                  <c:v>18.19</c:v>
                </c:pt>
                <c:pt idx="227">
                  <c:v>18.19</c:v>
                </c:pt>
                <c:pt idx="228">
                  <c:v>18.19</c:v>
                </c:pt>
                <c:pt idx="229">
                  <c:v>18.19</c:v>
                </c:pt>
                <c:pt idx="230">
                  <c:v>18.19</c:v>
                </c:pt>
                <c:pt idx="231">
                  <c:v>18.19</c:v>
                </c:pt>
                <c:pt idx="232">
                  <c:v>18.19</c:v>
                </c:pt>
                <c:pt idx="233">
                  <c:v>18.19</c:v>
                </c:pt>
                <c:pt idx="234">
                  <c:v>18.19</c:v>
                </c:pt>
                <c:pt idx="235">
                  <c:v>18.19</c:v>
                </c:pt>
                <c:pt idx="236">
                  <c:v>18.19</c:v>
                </c:pt>
                <c:pt idx="237">
                  <c:v>18.19</c:v>
                </c:pt>
                <c:pt idx="238">
                  <c:v>18.19</c:v>
                </c:pt>
                <c:pt idx="239">
                  <c:v>18.19</c:v>
                </c:pt>
                <c:pt idx="240">
                  <c:v>18.19</c:v>
                </c:pt>
                <c:pt idx="241">
                  <c:v>18.19</c:v>
                </c:pt>
                <c:pt idx="242">
                  <c:v>18.19</c:v>
                </c:pt>
                <c:pt idx="243">
                  <c:v>18.19</c:v>
                </c:pt>
                <c:pt idx="244">
                  <c:v>18.19</c:v>
                </c:pt>
                <c:pt idx="245">
                  <c:v>18.19</c:v>
                </c:pt>
                <c:pt idx="246">
                  <c:v>18.19</c:v>
                </c:pt>
                <c:pt idx="247">
                  <c:v>18.19</c:v>
                </c:pt>
                <c:pt idx="248">
                  <c:v>18.19</c:v>
                </c:pt>
                <c:pt idx="249">
                  <c:v>18.19</c:v>
                </c:pt>
                <c:pt idx="250">
                  <c:v>18.19</c:v>
                </c:pt>
                <c:pt idx="251">
                  <c:v>18.19</c:v>
                </c:pt>
                <c:pt idx="252">
                  <c:v>18.19</c:v>
                </c:pt>
                <c:pt idx="253">
                  <c:v>18.19</c:v>
                </c:pt>
                <c:pt idx="254">
                  <c:v>18.19</c:v>
                </c:pt>
                <c:pt idx="255">
                  <c:v>18.19</c:v>
                </c:pt>
                <c:pt idx="256">
                  <c:v>18.19</c:v>
                </c:pt>
                <c:pt idx="257">
                  <c:v>18.19</c:v>
                </c:pt>
                <c:pt idx="258">
                  <c:v>18.19</c:v>
                </c:pt>
                <c:pt idx="259">
                  <c:v>18.19</c:v>
                </c:pt>
                <c:pt idx="260">
                  <c:v>18.19</c:v>
                </c:pt>
                <c:pt idx="261">
                  <c:v>18.19</c:v>
                </c:pt>
                <c:pt idx="262">
                  <c:v>18.19</c:v>
                </c:pt>
                <c:pt idx="263">
                  <c:v>18.19</c:v>
                </c:pt>
                <c:pt idx="264">
                  <c:v>18.19</c:v>
                </c:pt>
                <c:pt idx="265">
                  <c:v>18.19</c:v>
                </c:pt>
                <c:pt idx="266">
                  <c:v>18.19</c:v>
                </c:pt>
                <c:pt idx="267">
                  <c:v>18.19</c:v>
                </c:pt>
                <c:pt idx="268">
                  <c:v>18.19</c:v>
                </c:pt>
                <c:pt idx="269">
                  <c:v>18.19</c:v>
                </c:pt>
                <c:pt idx="270">
                  <c:v>18.19</c:v>
                </c:pt>
                <c:pt idx="271">
                  <c:v>18.19</c:v>
                </c:pt>
                <c:pt idx="272">
                  <c:v>18.19</c:v>
                </c:pt>
                <c:pt idx="273">
                  <c:v>18.19</c:v>
                </c:pt>
                <c:pt idx="274">
                  <c:v>18.19</c:v>
                </c:pt>
                <c:pt idx="275">
                  <c:v>18.19</c:v>
                </c:pt>
                <c:pt idx="276">
                  <c:v>18.19</c:v>
                </c:pt>
                <c:pt idx="277">
                  <c:v>18.19</c:v>
                </c:pt>
                <c:pt idx="278">
                  <c:v>18.19</c:v>
                </c:pt>
                <c:pt idx="279">
                  <c:v>18.19</c:v>
                </c:pt>
                <c:pt idx="280">
                  <c:v>18.19</c:v>
                </c:pt>
                <c:pt idx="281">
                  <c:v>18.19</c:v>
                </c:pt>
                <c:pt idx="282">
                  <c:v>18.19</c:v>
                </c:pt>
                <c:pt idx="283">
                  <c:v>18.19</c:v>
                </c:pt>
                <c:pt idx="284">
                  <c:v>18.19</c:v>
                </c:pt>
                <c:pt idx="285">
                  <c:v>18.19</c:v>
                </c:pt>
                <c:pt idx="286">
                  <c:v>18.19</c:v>
                </c:pt>
                <c:pt idx="287">
                  <c:v>18.19</c:v>
                </c:pt>
                <c:pt idx="288">
                  <c:v>18.19</c:v>
                </c:pt>
                <c:pt idx="289">
                  <c:v>18.19</c:v>
                </c:pt>
                <c:pt idx="290">
                  <c:v>18.19</c:v>
                </c:pt>
                <c:pt idx="291">
                  <c:v>18.19</c:v>
                </c:pt>
                <c:pt idx="292">
                  <c:v>18.19</c:v>
                </c:pt>
                <c:pt idx="293">
                  <c:v>18.19</c:v>
                </c:pt>
                <c:pt idx="294">
                  <c:v>18.19</c:v>
                </c:pt>
                <c:pt idx="295">
                  <c:v>18.19</c:v>
                </c:pt>
                <c:pt idx="296">
                  <c:v>18.19</c:v>
                </c:pt>
                <c:pt idx="297">
                  <c:v>18.19</c:v>
                </c:pt>
                <c:pt idx="298">
                  <c:v>18.19</c:v>
                </c:pt>
                <c:pt idx="299">
                  <c:v>18.19</c:v>
                </c:pt>
                <c:pt idx="300">
                  <c:v>18.19</c:v>
                </c:pt>
                <c:pt idx="301">
                  <c:v>18.19</c:v>
                </c:pt>
                <c:pt idx="302">
                  <c:v>18.19</c:v>
                </c:pt>
                <c:pt idx="303">
                  <c:v>18.19</c:v>
                </c:pt>
                <c:pt idx="304">
                  <c:v>18.19</c:v>
                </c:pt>
                <c:pt idx="305">
                  <c:v>18.19</c:v>
                </c:pt>
                <c:pt idx="306">
                  <c:v>18.19</c:v>
                </c:pt>
                <c:pt idx="307">
                  <c:v>18.19</c:v>
                </c:pt>
                <c:pt idx="308">
                  <c:v>18.19</c:v>
                </c:pt>
                <c:pt idx="309">
                  <c:v>18.19</c:v>
                </c:pt>
                <c:pt idx="310">
                  <c:v>18.19</c:v>
                </c:pt>
                <c:pt idx="311">
                  <c:v>18.19</c:v>
                </c:pt>
                <c:pt idx="312">
                  <c:v>18.19</c:v>
                </c:pt>
                <c:pt idx="313">
                  <c:v>18.19</c:v>
                </c:pt>
                <c:pt idx="314">
                  <c:v>18.19</c:v>
                </c:pt>
                <c:pt idx="315">
                  <c:v>18.19</c:v>
                </c:pt>
                <c:pt idx="316">
                  <c:v>18.19</c:v>
                </c:pt>
                <c:pt idx="317">
                  <c:v>18.19</c:v>
                </c:pt>
                <c:pt idx="318">
                  <c:v>18.19</c:v>
                </c:pt>
                <c:pt idx="319">
                  <c:v>18.19</c:v>
                </c:pt>
                <c:pt idx="320">
                  <c:v>18.19</c:v>
                </c:pt>
                <c:pt idx="321">
                  <c:v>18.19</c:v>
                </c:pt>
                <c:pt idx="322">
                  <c:v>18.19</c:v>
                </c:pt>
                <c:pt idx="323">
                  <c:v>18.19</c:v>
                </c:pt>
                <c:pt idx="324">
                  <c:v>18.19</c:v>
                </c:pt>
                <c:pt idx="325">
                  <c:v>18.19</c:v>
                </c:pt>
                <c:pt idx="326">
                  <c:v>18.19</c:v>
                </c:pt>
                <c:pt idx="327">
                  <c:v>18.19</c:v>
                </c:pt>
                <c:pt idx="328">
                  <c:v>18.19</c:v>
                </c:pt>
                <c:pt idx="329">
                  <c:v>18.19</c:v>
                </c:pt>
                <c:pt idx="330">
                  <c:v>18.19</c:v>
                </c:pt>
                <c:pt idx="331">
                  <c:v>18.19</c:v>
                </c:pt>
                <c:pt idx="332">
                  <c:v>18.19</c:v>
                </c:pt>
                <c:pt idx="333">
                  <c:v>18.19</c:v>
                </c:pt>
                <c:pt idx="334">
                  <c:v>18.19</c:v>
                </c:pt>
                <c:pt idx="335">
                  <c:v>18.19</c:v>
                </c:pt>
                <c:pt idx="336">
                  <c:v>18.19</c:v>
                </c:pt>
                <c:pt idx="337">
                  <c:v>18.19</c:v>
                </c:pt>
                <c:pt idx="338">
                  <c:v>18.19</c:v>
                </c:pt>
                <c:pt idx="339">
                  <c:v>18.19</c:v>
                </c:pt>
                <c:pt idx="340">
                  <c:v>18.19</c:v>
                </c:pt>
                <c:pt idx="341">
                  <c:v>18.19</c:v>
                </c:pt>
                <c:pt idx="342">
                  <c:v>18.19</c:v>
                </c:pt>
                <c:pt idx="343">
                  <c:v>18.19</c:v>
                </c:pt>
                <c:pt idx="344">
                  <c:v>18.19</c:v>
                </c:pt>
                <c:pt idx="345">
                  <c:v>18.19</c:v>
                </c:pt>
                <c:pt idx="346">
                  <c:v>18.19</c:v>
                </c:pt>
                <c:pt idx="347">
                  <c:v>18.19</c:v>
                </c:pt>
                <c:pt idx="348">
                  <c:v>18.19</c:v>
                </c:pt>
                <c:pt idx="349">
                  <c:v>18.19</c:v>
                </c:pt>
                <c:pt idx="350">
                  <c:v>18.19</c:v>
                </c:pt>
                <c:pt idx="351">
                  <c:v>18.19</c:v>
                </c:pt>
                <c:pt idx="352">
                  <c:v>18.19</c:v>
                </c:pt>
                <c:pt idx="353">
                  <c:v>18.19</c:v>
                </c:pt>
                <c:pt idx="354">
                  <c:v>18.19</c:v>
                </c:pt>
                <c:pt idx="355">
                  <c:v>18.19</c:v>
                </c:pt>
                <c:pt idx="356">
                  <c:v>18.19</c:v>
                </c:pt>
                <c:pt idx="357">
                  <c:v>18.19</c:v>
                </c:pt>
                <c:pt idx="358">
                  <c:v>18.19</c:v>
                </c:pt>
                <c:pt idx="359">
                  <c:v>18.19</c:v>
                </c:pt>
                <c:pt idx="360">
                  <c:v>18.19</c:v>
                </c:pt>
                <c:pt idx="361">
                  <c:v>18.19</c:v>
                </c:pt>
                <c:pt idx="362">
                  <c:v>18.19</c:v>
                </c:pt>
                <c:pt idx="363">
                  <c:v>18.19</c:v>
                </c:pt>
                <c:pt idx="364">
                  <c:v>18.19</c:v>
                </c:pt>
                <c:pt idx="365">
                  <c:v>18.19</c:v>
                </c:pt>
                <c:pt idx="366">
                  <c:v>18.19</c:v>
                </c:pt>
                <c:pt idx="367">
                  <c:v>18.19</c:v>
                </c:pt>
                <c:pt idx="368">
                  <c:v>18.19</c:v>
                </c:pt>
                <c:pt idx="369">
                  <c:v>18.19</c:v>
                </c:pt>
                <c:pt idx="370">
                  <c:v>18.19</c:v>
                </c:pt>
                <c:pt idx="371">
                  <c:v>18.19</c:v>
                </c:pt>
                <c:pt idx="372">
                  <c:v>18.19</c:v>
                </c:pt>
                <c:pt idx="373">
                  <c:v>18.19</c:v>
                </c:pt>
                <c:pt idx="374">
                  <c:v>18.19</c:v>
                </c:pt>
                <c:pt idx="375">
                  <c:v>18.19</c:v>
                </c:pt>
                <c:pt idx="376">
                  <c:v>18.19</c:v>
                </c:pt>
                <c:pt idx="377">
                  <c:v>18.19</c:v>
                </c:pt>
                <c:pt idx="378">
                  <c:v>18.19</c:v>
                </c:pt>
                <c:pt idx="379">
                  <c:v>18.19</c:v>
                </c:pt>
                <c:pt idx="380">
                  <c:v>18.19</c:v>
                </c:pt>
                <c:pt idx="381">
                  <c:v>18.19</c:v>
                </c:pt>
                <c:pt idx="382">
                  <c:v>18.19</c:v>
                </c:pt>
                <c:pt idx="383">
                  <c:v>18.19</c:v>
                </c:pt>
                <c:pt idx="384">
                  <c:v>18.19</c:v>
                </c:pt>
                <c:pt idx="385">
                  <c:v>18.19</c:v>
                </c:pt>
                <c:pt idx="386">
                  <c:v>18.19</c:v>
                </c:pt>
                <c:pt idx="387">
                  <c:v>18.19</c:v>
                </c:pt>
                <c:pt idx="388">
                  <c:v>18.19</c:v>
                </c:pt>
                <c:pt idx="389">
                  <c:v>18.19</c:v>
                </c:pt>
                <c:pt idx="390">
                  <c:v>18.19</c:v>
                </c:pt>
                <c:pt idx="391">
                  <c:v>18.19</c:v>
                </c:pt>
                <c:pt idx="392">
                  <c:v>18.19</c:v>
                </c:pt>
                <c:pt idx="393">
                  <c:v>18.19</c:v>
                </c:pt>
                <c:pt idx="394">
                  <c:v>18.19</c:v>
                </c:pt>
                <c:pt idx="395">
                  <c:v>18.19</c:v>
                </c:pt>
                <c:pt idx="396">
                  <c:v>18.19</c:v>
                </c:pt>
                <c:pt idx="397">
                  <c:v>18.19</c:v>
                </c:pt>
                <c:pt idx="398">
                  <c:v>18.19</c:v>
                </c:pt>
                <c:pt idx="399">
                  <c:v>18.19</c:v>
                </c:pt>
                <c:pt idx="400">
                  <c:v>18.19</c:v>
                </c:pt>
                <c:pt idx="401">
                  <c:v>18.19</c:v>
                </c:pt>
                <c:pt idx="402">
                  <c:v>18.19</c:v>
                </c:pt>
                <c:pt idx="403">
                  <c:v>18.19</c:v>
                </c:pt>
                <c:pt idx="404">
                  <c:v>18.19</c:v>
                </c:pt>
                <c:pt idx="405">
                  <c:v>18.19</c:v>
                </c:pt>
                <c:pt idx="406">
                  <c:v>18.19</c:v>
                </c:pt>
                <c:pt idx="407">
                  <c:v>18.19</c:v>
                </c:pt>
                <c:pt idx="408">
                  <c:v>18.19</c:v>
                </c:pt>
                <c:pt idx="409">
                  <c:v>18.19</c:v>
                </c:pt>
                <c:pt idx="410">
                  <c:v>18.19</c:v>
                </c:pt>
                <c:pt idx="411">
                  <c:v>18.19</c:v>
                </c:pt>
                <c:pt idx="412">
                  <c:v>18.19</c:v>
                </c:pt>
                <c:pt idx="413">
                  <c:v>18.19</c:v>
                </c:pt>
                <c:pt idx="414">
                  <c:v>18.19</c:v>
                </c:pt>
                <c:pt idx="415">
                  <c:v>18.19</c:v>
                </c:pt>
                <c:pt idx="416">
                  <c:v>18.19</c:v>
                </c:pt>
                <c:pt idx="417">
                  <c:v>18.19</c:v>
                </c:pt>
                <c:pt idx="418">
                  <c:v>18.19</c:v>
                </c:pt>
                <c:pt idx="419">
                  <c:v>18.19</c:v>
                </c:pt>
                <c:pt idx="420">
                  <c:v>18.19</c:v>
                </c:pt>
                <c:pt idx="421">
                  <c:v>18.19</c:v>
                </c:pt>
                <c:pt idx="422">
                  <c:v>18.19</c:v>
                </c:pt>
                <c:pt idx="423">
                  <c:v>18.19</c:v>
                </c:pt>
                <c:pt idx="424">
                  <c:v>18.19</c:v>
                </c:pt>
                <c:pt idx="425">
                  <c:v>18.19</c:v>
                </c:pt>
                <c:pt idx="426">
                  <c:v>18.19</c:v>
                </c:pt>
                <c:pt idx="427">
                  <c:v>18.19</c:v>
                </c:pt>
                <c:pt idx="428">
                  <c:v>18.19</c:v>
                </c:pt>
                <c:pt idx="429">
                  <c:v>18.19</c:v>
                </c:pt>
                <c:pt idx="430">
                  <c:v>18.19</c:v>
                </c:pt>
                <c:pt idx="431">
                  <c:v>18.19</c:v>
                </c:pt>
                <c:pt idx="432">
                  <c:v>18.19</c:v>
                </c:pt>
                <c:pt idx="433">
                  <c:v>18.19</c:v>
                </c:pt>
                <c:pt idx="434">
                  <c:v>18.19</c:v>
                </c:pt>
                <c:pt idx="435">
                  <c:v>18.19</c:v>
                </c:pt>
                <c:pt idx="436">
                  <c:v>18.19</c:v>
                </c:pt>
                <c:pt idx="437">
                  <c:v>18.19</c:v>
                </c:pt>
                <c:pt idx="438">
                  <c:v>18.19</c:v>
                </c:pt>
                <c:pt idx="439">
                  <c:v>18.19</c:v>
                </c:pt>
                <c:pt idx="440">
                  <c:v>18.19</c:v>
                </c:pt>
                <c:pt idx="441">
                  <c:v>18.19</c:v>
                </c:pt>
                <c:pt idx="442">
                  <c:v>18.19</c:v>
                </c:pt>
                <c:pt idx="443">
                  <c:v>18.19</c:v>
                </c:pt>
                <c:pt idx="444">
                  <c:v>18.19</c:v>
                </c:pt>
                <c:pt idx="445">
                  <c:v>18.19</c:v>
                </c:pt>
                <c:pt idx="446">
                  <c:v>18.19</c:v>
                </c:pt>
                <c:pt idx="447">
                  <c:v>18.19</c:v>
                </c:pt>
                <c:pt idx="448">
                  <c:v>18.19</c:v>
                </c:pt>
                <c:pt idx="449">
                  <c:v>18.19</c:v>
                </c:pt>
                <c:pt idx="450">
                  <c:v>18.19</c:v>
                </c:pt>
                <c:pt idx="451">
                  <c:v>18.19</c:v>
                </c:pt>
                <c:pt idx="452">
                  <c:v>18.19</c:v>
                </c:pt>
                <c:pt idx="453">
                  <c:v>18.19</c:v>
                </c:pt>
                <c:pt idx="454">
                  <c:v>18.19</c:v>
                </c:pt>
                <c:pt idx="455">
                  <c:v>18.19</c:v>
                </c:pt>
                <c:pt idx="456">
                  <c:v>18.19</c:v>
                </c:pt>
                <c:pt idx="457">
                  <c:v>18.19</c:v>
                </c:pt>
                <c:pt idx="458">
                  <c:v>18.19</c:v>
                </c:pt>
                <c:pt idx="459">
                  <c:v>18.19</c:v>
                </c:pt>
                <c:pt idx="460">
                  <c:v>18.19</c:v>
                </c:pt>
                <c:pt idx="461">
                  <c:v>18.19</c:v>
                </c:pt>
                <c:pt idx="462">
                  <c:v>18.19</c:v>
                </c:pt>
                <c:pt idx="463">
                  <c:v>18.19</c:v>
                </c:pt>
                <c:pt idx="464">
                  <c:v>18.19</c:v>
                </c:pt>
                <c:pt idx="465">
                  <c:v>18.19</c:v>
                </c:pt>
                <c:pt idx="466">
                  <c:v>18.19</c:v>
                </c:pt>
                <c:pt idx="467">
                  <c:v>18.19</c:v>
                </c:pt>
                <c:pt idx="468">
                  <c:v>18.19</c:v>
                </c:pt>
                <c:pt idx="469">
                  <c:v>18.19</c:v>
                </c:pt>
                <c:pt idx="470">
                  <c:v>18.19</c:v>
                </c:pt>
                <c:pt idx="471">
                  <c:v>18.19</c:v>
                </c:pt>
                <c:pt idx="472">
                  <c:v>18.19</c:v>
                </c:pt>
                <c:pt idx="473">
                  <c:v>18.19</c:v>
                </c:pt>
                <c:pt idx="474">
                  <c:v>18.19</c:v>
                </c:pt>
                <c:pt idx="475">
                  <c:v>18.19</c:v>
                </c:pt>
                <c:pt idx="476">
                  <c:v>18.19</c:v>
                </c:pt>
                <c:pt idx="477">
                  <c:v>18.19</c:v>
                </c:pt>
                <c:pt idx="478">
                  <c:v>18.19</c:v>
                </c:pt>
                <c:pt idx="479">
                  <c:v>18.19</c:v>
                </c:pt>
                <c:pt idx="480">
                  <c:v>18.19</c:v>
                </c:pt>
                <c:pt idx="481">
                  <c:v>18.19</c:v>
                </c:pt>
                <c:pt idx="482">
                  <c:v>18.19</c:v>
                </c:pt>
                <c:pt idx="483">
                  <c:v>18.19</c:v>
                </c:pt>
                <c:pt idx="484">
                  <c:v>18.19</c:v>
                </c:pt>
                <c:pt idx="485">
                  <c:v>18.19</c:v>
                </c:pt>
                <c:pt idx="486">
                  <c:v>18.19</c:v>
                </c:pt>
                <c:pt idx="487">
                  <c:v>18.19</c:v>
                </c:pt>
                <c:pt idx="488">
                  <c:v>18.19</c:v>
                </c:pt>
                <c:pt idx="489">
                  <c:v>18.19</c:v>
                </c:pt>
                <c:pt idx="490">
                  <c:v>18.19</c:v>
                </c:pt>
                <c:pt idx="491">
                  <c:v>18.19</c:v>
                </c:pt>
                <c:pt idx="492">
                  <c:v>18.19</c:v>
                </c:pt>
                <c:pt idx="493">
                  <c:v>18.19</c:v>
                </c:pt>
                <c:pt idx="494">
                  <c:v>18.19</c:v>
                </c:pt>
                <c:pt idx="495">
                  <c:v>18.19</c:v>
                </c:pt>
                <c:pt idx="496">
                  <c:v>18.19</c:v>
                </c:pt>
                <c:pt idx="497">
                  <c:v>18.19</c:v>
                </c:pt>
                <c:pt idx="498">
                  <c:v>18.19</c:v>
                </c:pt>
                <c:pt idx="499">
                  <c:v>18.19</c:v>
                </c:pt>
                <c:pt idx="500">
                  <c:v>18.19</c:v>
                </c:pt>
                <c:pt idx="501">
                  <c:v>18.19</c:v>
                </c:pt>
                <c:pt idx="502">
                  <c:v>18.19</c:v>
                </c:pt>
                <c:pt idx="503">
                  <c:v>18.19</c:v>
                </c:pt>
                <c:pt idx="504">
                  <c:v>18.19</c:v>
                </c:pt>
                <c:pt idx="505">
                  <c:v>18.19</c:v>
                </c:pt>
                <c:pt idx="506">
                  <c:v>18.19</c:v>
                </c:pt>
                <c:pt idx="507">
                  <c:v>18.19</c:v>
                </c:pt>
                <c:pt idx="508">
                  <c:v>18.19</c:v>
                </c:pt>
                <c:pt idx="509">
                  <c:v>18.19</c:v>
                </c:pt>
                <c:pt idx="510">
                  <c:v>18.19</c:v>
                </c:pt>
                <c:pt idx="511">
                  <c:v>18.19</c:v>
                </c:pt>
                <c:pt idx="512">
                  <c:v>18.19</c:v>
                </c:pt>
                <c:pt idx="513">
                  <c:v>18.19</c:v>
                </c:pt>
                <c:pt idx="514">
                  <c:v>18.19</c:v>
                </c:pt>
                <c:pt idx="515">
                  <c:v>18.19</c:v>
                </c:pt>
                <c:pt idx="516">
                  <c:v>18.19</c:v>
                </c:pt>
                <c:pt idx="517">
                  <c:v>18.19</c:v>
                </c:pt>
                <c:pt idx="518">
                  <c:v>18.19</c:v>
                </c:pt>
                <c:pt idx="519">
                  <c:v>18.19</c:v>
                </c:pt>
                <c:pt idx="520">
                  <c:v>18.19</c:v>
                </c:pt>
                <c:pt idx="521">
                  <c:v>18.19</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pt idx="521">
                  <c:v>12.85</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20.86</c:v>
                </c:pt>
                <c:pt idx="1">
                  <c:v>20.86</c:v>
                </c:pt>
                <c:pt idx="2">
                  <c:v>20.86</c:v>
                </c:pt>
                <c:pt idx="3">
                  <c:v>20.86</c:v>
                </c:pt>
                <c:pt idx="4">
                  <c:v>20.86</c:v>
                </c:pt>
                <c:pt idx="5">
                  <c:v>20.86</c:v>
                </c:pt>
                <c:pt idx="6">
                  <c:v>20.86</c:v>
                </c:pt>
                <c:pt idx="7">
                  <c:v>20.86</c:v>
                </c:pt>
                <c:pt idx="8">
                  <c:v>20.86</c:v>
                </c:pt>
                <c:pt idx="9">
                  <c:v>20.86</c:v>
                </c:pt>
                <c:pt idx="10">
                  <c:v>20.86</c:v>
                </c:pt>
                <c:pt idx="11">
                  <c:v>20.86</c:v>
                </c:pt>
                <c:pt idx="12">
                  <c:v>20.86</c:v>
                </c:pt>
                <c:pt idx="13">
                  <c:v>20.86</c:v>
                </c:pt>
                <c:pt idx="14">
                  <c:v>20.86</c:v>
                </c:pt>
                <c:pt idx="15">
                  <c:v>20.86</c:v>
                </c:pt>
                <c:pt idx="16">
                  <c:v>20.86</c:v>
                </c:pt>
                <c:pt idx="17">
                  <c:v>20.86</c:v>
                </c:pt>
                <c:pt idx="18">
                  <c:v>20.86</c:v>
                </c:pt>
                <c:pt idx="19">
                  <c:v>20.86</c:v>
                </c:pt>
                <c:pt idx="20">
                  <c:v>20.86</c:v>
                </c:pt>
                <c:pt idx="21">
                  <c:v>20.86</c:v>
                </c:pt>
                <c:pt idx="22">
                  <c:v>20.86</c:v>
                </c:pt>
                <c:pt idx="23">
                  <c:v>20.86</c:v>
                </c:pt>
                <c:pt idx="24">
                  <c:v>20.86</c:v>
                </c:pt>
                <c:pt idx="25">
                  <c:v>20.86</c:v>
                </c:pt>
                <c:pt idx="26">
                  <c:v>20.86</c:v>
                </c:pt>
                <c:pt idx="27">
                  <c:v>20.86</c:v>
                </c:pt>
                <c:pt idx="28">
                  <c:v>20.86</c:v>
                </c:pt>
                <c:pt idx="29">
                  <c:v>20.86</c:v>
                </c:pt>
                <c:pt idx="30">
                  <c:v>20.86</c:v>
                </c:pt>
                <c:pt idx="31">
                  <c:v>20.86</c:v>
                </c:pt>
                <c:pt idx="32">
                  <c:v>20.86</c:v>
                </c:pt>
                <c:pt idx="33">
                  <c:v>20.86</c:v>
                </c:pt>
                <c:pt idx="34">
                  <c:v>20.86</c:v>
                </c:pt>
                <c:pt idx="35">
                  <c:v>20.86</c:v>
                </c:pt>
                <c:pt idx="36">
                  <c:v>20.86</c:v>
                </c:pt>
                <c:pt idx="37">
                  <c:v>20.86</c:v>
                </c:pt>
                <c:pt idx="38">
                  <c:v>20.86</c:v>
                </c:pt>
                <c:pt idx="39">
                  <c:v>20.86</c:v>
                </c:pt>
                <c:pt idx="40">
                  <c:v>20.86</c:v>
                </c:pt>
                <c:pt idx="41">
                  <c:v>20.86</c:v>
                </c:pt>
                <c:pt idx="42">
                  <c:v>20.86</c:v>
                </c:pt>
                <c:pt idx="43">
                  <c:v>20.86</c:v>
                </c:pt>
                <c:pt idx="44">
                  <c:v>20.86</c:v>
                </c:pt>
                <c:pt idx="45">
                  <c:v>20.86</c:v>
                </c:pt>
                <c:pt idx="46">
                  <c:v>20.86</c:v>
                </c:pt>
                <c:pt idx="47">
                  <c:v>20.86</c:v>
                </c:pt>
                <c:pt idx="48">
                  <c:v>20.86</c:v>
                </c:pt>
                <c:pt idx="49">
                  <c:v>20.86</c:v>
                </c:pt>
                <c:pt idx="50">
                  <c:v>20.86</c:v>
                </c:pt>
                <c:pt idx="51">
                  <c:v>20.86</c:v>
                </c:pt>
                <c:pt idx="52">
                  <c:v>20.86</c:v>
                </c:pt>
                <c:pt idx="53">
                  <c:v>20.86</c:v>
                </c:pt>
                <c:pt idx="54">
                  <c:v>20.86</c:v>
                </c:pt>
                <c:pt idx="55">
                  <c:v>20.86</c:v>
                </c:pt>
                <c:pt idx="56">
                  <c:v>20.86</c:v>
                </c:pt>
                <c:pt idx="57">
                  <c:v>20.86</c:v>
                </c:pt>
                <c:pt idx="58">
                  <c:v>20.86</c:v>
                </c:pt>
                <c:pt idx="59">
                  <c:v>20.86</c:v>
                </c:pt>
                <c:pt idx="60">
                  <c:v>20.86</c:v>
                </c:pt>
                <c:pt idx="61">
                  <c:v>20.86</c:v>
                </c:pt>
                <c:pt idx="62">
                  <c:v>20.86</c:v>
                </c:pt>
                <c:pt idx="63">
                  <c:v>20.86</c:v>
                </c:pt>
                <c:pt idx="64">
                  <c:v>20.86</c:v>
                </c:pt>
                <c:pt idx="65">
                  <c:v>20.86</c:v>
                </c:pt>
                <c:pt idx="66">
                  <c:v>20.86</c:v>
                </c:pt>
                <c:pt idx="67">
                  <c:v>20.86</c:v>
                </c:pt>
                <c:pt idx="68">
                  <c:v>20.86</c:v>
                </c:pt>
                <c:pt idx="69">
                  <c:v>20.86</c:v>
                </c:pt>
                <c:pt idx="70">
                  <c:v>20.86</c:v>
                </c:pt>
                <c:pt idx="71">
                  <c:v>20.86</c:v>
                </c:pt>
                <c:pt idx="72">
                  <c:v>20.86</c:v>
                </c:pt>
                <c:pt idx="73">
                  <c:v>20.86</c:v>
                </c:pt>
                <c:pt idx="74">
                  <c:v>20.86</c:v>
                </c:pt>
                <c:pt idx="75">
                  <c:v>20.86</c:v>
                </c:pt>
                <c:pt idx="76">
                  <c:v>20.86</c:v>
                </c:pt>
                <c:pt idx="77">
                  <c:v>20.86</c:v>
                </c:pt>
                <c:pt idx="78">
                  <c:v>20.86</c:v>
                </c:pt>
                <c:pt idx="79">
                  <c:v>20.86</c:v>
                </c:pt>
                <c:pt idx="80">
                  <c:v>20.86</c:v>
                </c:pt>
                <c:pt idx="81">
                  <c:v>20.86</c:v>
                </c:pt>
                <c:pt idx="82">
                  <c:v>20.86</c:v>
                </c:pt>
                <c:pt idx="83">
                  <c:v>20.86</c:v>
                </c:pt>
                <c:pt idx="84">
                  <c:v>20.86</c:v>
                </c:pt>
                <c:pt idx="85">
                  <c:v>20.86</c:v>
                </c:pt>
                <c:pt idx="86">
                  <c:v>20.86</c:v>
                </c:pt>
                <c:pt idx="87">
                  <c:v>20.86</c:v>
                </c:pt>
                <c:pt idx="88">
                  <c:v>20.86</c:v>
                </c:pt>
                <c:pt idx="89">
                  <c:v>20.86</c:v>
                </c:pt>
                <c:pt idx="90">
                  <c:v>20.86</c:v>
                </c:pt>
                <c:pt idx="91">
                  <c:v>20.86</c:v>
                </c:pt>
                <c:pt idx="92">
                  <c:v>20.86</c:v>
                </c:pt>
                <c:pt idx="93">
                  <c:v>20.86</c:v>
                </c:pt>
                <c:pt idx="94">
                  <c:v>20.86</c:v>
                </c:pt>
                <c:pt idx="95">
                  <c:v>20.86</c:v>
                </c:pt>
                <c:pt idx="96">
                  <c:v>20.86</c:v>
                </c:pt>
                <c:pt idx="97">
                  <c:v>20.86</c:v>
                </c:pt>
                <c:pt idx="98">
                  <c:v>20.86</c:v>
                </c:pt>
                <c:pt idx="99">
                  <c:v>20.86</c:v>
                </c:pt>
                <c:pt idx="100">
                  <c:v>20.86</c:v>
                </c:pt>
                <c:pt idx="101">
                  <c:v>20.86</c:v>
                </c:pt>
                <c:pt idx="102">
                  <c:v>20.86</c:v>
                </c:pt>
                <c:pt idx="103">
                  <c:v>20.86</c:v>
                </c:pt>
                <c:pt idx="104">
                  <c:v>20.86</c:v>
                </c:pt>
                <c:pt idx="105">
                  <c:v>20.86</c:v>
                </c:pt>
                <c:pt idx="106">
                  <c:v>20.86</c:v>
                </c:pt>
                <c:pt idx="107">
                  <c:v>20.86</c:v>
                </c:pt>
                <c:pt idx="108">
                  <c:v>20.86</c:v>
                </c:pt>
                <c:pt idx="109">
                  <c:v>20.86</c:v>
                </c:pt>
                <c:pt idx="110">
                  <c:v>20.86</c:v>
                </c:pt>
                <c:pt idx="111">
                  <c:v>20.86</c:v>
                </c:pt>
                <c:pt idx="112">
                  <c:v>20.86</c:v>
                </c:pt>
                <c:pt idx="113">
                  <c:v>20.86</c:v>
                </c:pt>
                <c:pt idx="114">
                  <c:v>20.86</c:v>
                </c:pt>
                <c:pt idx="115">
                  <c:v>20.86</c:v>
                </c:pt>
                <c:pt idx="116">
                  <c:v>20.86</c:v>
                </c:pt>
                <c:pt idx="117">
                  <c:v>20.86</c:v>
                </c:pt>
                <c:pt idx="118">
                  <c:v>20.86</c:v>
                </c:pt>
                <c:pt idx="119">
                  <c:v>20.86</c:v>
                </c:pt>
                <c:pt idx="120">
                  <c:v>20.86</c:v>
                </c:pt>
                <c:pt idx="121">
                  <c:v>20.86</c:v>
                </c:pt>
                <c:pt idx="122">
                  <c:v>20.86</c:v>
                </c:pt>
                <c:pt idx="123">
                  <c:v>20.86</c:v>
                </c:pt>
                <c:pt idx="124">
                  <c:v>20.86</c:v>
                </c:pt>
                <c:pt idx="125">
                  <c:v>20.86</c:v>
                </c:pt>
                <c:pt idx="126">
                  <c:v>20.86</c:v>
                </c:pt>
                <c:pt idx="127">
                  <c:v>20.86</c:v>
                </c:pt>
                <c:pt idx="128">
                  <c:v>20.86</c:v>
                </c:pt>
                <c:pt idx="129">
                  <c:v>20.86</c:v>
                </c:pt>
                <c:pt idx="130">
                  <c:v>20.86</c:v>
                </c:pt>
                <c:pt idx="131">
                  <c:v>20.86</c:v>
                </c:pt>
                <c:pt idx="132">
                  <c:v>20.86</c:v>
                </c:pt>
                <c:pt idx="133">
                  <c:v>20.86</c:v>
                </c:pt>
                <c:pt idx="134">
                  <c:v>20.86</c:v>
                </c:pt>
                <c:pt idx="135">
                  <c:v>20.86</c:v>
                </c:pt>
                <c:pt idx="136">
                  <c:v>20.86</c:v>
                </c:pt>
                <c:pt idx="137">
                  <c:v>20.86</c:v>
                </c:pt>
                <c:pt idx="138">
                  <c:v>20.86</c:v>
                </c:pt>
                <c:pt idx="139">
                  <c:v>20.86</c:v>
                </c:pt>
                <c:pt idx="140">
                  <c:v>20.86</c:v>
                </c:pt>
                <c:pt idx="141">
                  <c:v>20.86</c:v>
                </c:pt>
                <c:pt idx="142">
                  <c:v>20.86</c:v>
                </c:pt>
                <c:pt idx="143">
                  <c:v>20.86</c:v>
                </c:pt>
                <c:pt idx="144">
                  <c:v>20.86</c:v>
                </c:pt>
                <c:pt idx="145">
                  <c:v>20.86</c:v>
                </c:pt>
                <c:pt idx="146">
                  <c:v>20.86</c:v>
                </c:pt>
                <c:pt idx="147">
                  <c:v>20.86</c:v>
                </c:pt>
                <c:pt idx="148">
                  <c:v>20.86</c:v>
                </c:pt>
                <c:pt idx="149">
                  <c:v>20.86</c:v>
                </c:pt>
                <c:pt idx="150">
                  <c:v>20.86</c:v>
                </c:pt>
                <c:pt idx="151">
                  <c:v>20.86</c:v>
                </c:pt>
                <c:pt idx="152">
                  <c:v>20.86</c:v>
                </c:pt>
                <c:pt idx="153">
                  <c:v>20.86</c:v>
                </c:pt>
                <c:pt idx="154">
                  <c:v>20.86</c:v>
                </c:pt>
                <c:pt idx="155">
                  <c:v>20.86</c:v>
                </c:pt>
                <c:pt idx="156">
                  <c:v>20.86</c:v>
                </c:pt>
                <c:pt idx="157">
                  <c:v>20.86</c:v>
                </c:pt>
                <c:pt idx="158">
                  <c:v>20.86</c:v>
                </c:pt>
                <c:pt idx="159">
                  <c:v>20.86</c:v>
                </c:pt>
                <c:pt idx="160">
                  <c:v>20.86</c:v>
                </c:pt>
                <c:pt idx="161">
                  <c:v>20.86</c:v>
                </c:pt>
                <c:pt idx="162">
                  <c:v>20.86</c:v>
                </c:pt>
                <c:pt idx="163">
                  <c:v>20.86</c:v>
                </c:pt>
                <c:pt idx="164">
                  <c:v>20.86</c:v>
                </c:pt>
                <c:pt idx="165">
                  <c:v>20.86</c:v>
                </c:pt>
                <c:pt idx="166">
                  <c:v>20.86</c:v>
                </c:pt>
                <c:pt idx="167">
                  <c:v>20.86</c:v>
                </c:pt>
                <c:pt idx="168">
                  <c:v>20.86</c:v>
                </c:pt>
                <c:pt idx="169">
                  <c:v>20.86</c:v>
                </c:pt>
                <c:pt idx="170">
                  <c:v>20.86</c:v>
                </c:pt>
                <c:pt idx="171">
                  <c:v>20.86</c:v>
                </c:pt>
                <c:pt idx="172">
                  <c:v>20.86</c:v>
                </c:pt>
                <c:pt idx="173">
                  <c:v>20.86</c:v>
                </c:pt>
                <c:pt idx="174">
                  <c:v>20.86</c:v>
                </c:pt>
                <c:pt idx="175">
                  <c:v>20.86</c:v>
                </c:pt>
                <c:pt idx="176">
                  <c:v>20.86</c:v>
                </c:pt>
                <c:pt idx="177">
                  <c:v>20.86</c:v>
                </c:pt>
                <c:pt idx="178">
                  <c:v>20.86</c:v>
                </c:pt>
                <c:pt idx="179">
                  <c:v>20.86</c:v>
                </c:pt>
                <c:pt idx="180">
                  <c:v>20.86</c:v>
                </c:pt>
                <c:pt idx="181">
                  <c:v>20.86</c:v>
                </c:pt>
                <c:pt idx="182">
                  <c:v>20.86</c:v>
                </c:pt>
                <c:pt idx="183">
                  <c:v>20.86</c:v>
                </c:pt>
                <c:pt idx="184">
                  <c:v>20.86</c:v>
                </c:pt>
                <c:pt idx="185">
                  <c:v>20.86</c:v>
                </c:pt>
                <c:pt idx="186">
                  <c:v>20.86</c:v>
                </c:pt>
                <c:pt idx="187">
                  <c:v>20.86</c:v>
                </c:pt>
                <c:pt idx="188">
                  <c:v>20.86</c:v>
                </c:pt>
                <c:pt idx="189">
                  <c:v>20.86</c:v>
                </c:pt>
                <c:pt idx="190">
                  <c:v>20.86</c:v>
                </c:pt>
                <c:pt idx="191">
                  <c:v>20.86</c:v>
                </c:pt>
                <c:pt idx="192">
                  <c:v>20.86</c:v>
                </c:pt>
                <c:pt idx="193">
                  <c:v>20.86</c:v>
                </c:pt>
                <c:pt idx="194">
                  <c:v>20.86</c:v>
                </c:pt>
                <c:pt idx="195">
                  <c:v>20.86</c:v>
                </c:pt>
                <c:pt idx="196">
                  <c:v>20.86</c:v>
                </c:pt>
                <c:pt idx="197">
                  <c:v>20.86</c:v>
                </c:pt>
                <c:pt idx="198">
                  <c:v>20.86</c:v>
                </c:pt>
                <c:pt idx="199">
                  <c:v>20.86</c:v>
                </c:pt>
                <c:pt idx="200">
                  <c:v>20.86</c:v>
                </c:pt>
                <c:pt idx="201">
                  <c:v>20.86</c:v>
                </c:pt>
                <c:pt idx="202">
                  <c:v>20.86</c:v>
                </c:pt>
                <c:pt idx="203">
                  <c:v>20.86</c:v>
                </c:pt>
                <c:pt idx="204">
                  <c:v>20.86</c:v>
                </c:pt>
                <c:pt idx="205">
                  <c:v>20.86</c:v>
                </c:pt>
                <c:pt idx="206">
                  <c:v>20.86</c:v>
                </c:pt>
                <c:pt idx="207">
                  <c:v>20.86</c:v>
                </c:pt>
                <c:pt idx="208">
                  <c:v>20.86</c:v>
                </c:pt>
                <c:pt idx="209">
                  <c:v>20.86</c:v>
                </c:pt>
                <c:pt idx="210">
                  <c:v>20.86</c:v>
                </c:pt>
                <c:pt idx="211">
                  <c:v>20.86</c:v>
                </c:pt>
                <c:pt idx="212">
                  <c:v>20.86</c:v>
                </c:pt>
                <c:pt idx="213">
                  <c:v>20.86</c:v>
                </c:pt>
                <c:pt idx="214">
                  <c:v>20.86</c:v>
                </c:pt>
                <c:pt idx="215">
                  <c:v>20.86</c:v>
                </c:pt>
                <c:pt idx="216">
                  <c:v>20.86</c:v>
                </c:pt>
                <c:pt idx="217">
                  <c:v>20.86</c:v>
                </c:pt>
                <c:pt idx="218">
                  <c:v>20.86</c:v>
                </c:pt>
                <c:pt idx="219">
                  <c:v>20.86</c:v>
                </c:pt>
                <c:pt idx="220">
                  <c:v>20.86</c:v>
                </c:pt>
                <c:pt idx="221">
                  <c:v>20.86</c:v>
                </c:pt>
                <c:pt idx="222">
                  <c:v>20.86</c:v>
                </c:pt>
                <c:pt idx="223">
                  <c:v>20.86</c:v>
                </c:pt>
                <c:pt idx="224">
                  <c:v>20.86</c:v>
                </c:pt>
                <c:pt idx="225">
                  <c:v>20.86</c:v>
                </c:pt>
                <c:pt idx="226">
                  <c:v>20.86</c:v>
                </c:pt>
                <c:pt idx="227">
                  <c:v>20.86</c:v>
                </c:pt>
                <c:pt idx="228">
                  <c:v>20.86</c:v>
                </c:pt>
                <c:pt idx="229">
                  <c:v>20.86</c:v>
                </c:pt>
                <c:pt idx="230">
                  <c:v>20.86</c:v>
                </c:pt>
                <c:pt idx="231">
                  <c:v>20.86</c:v>
                </c:pt>
                <c:pt idx="232">
                  <c:v>20.86</c:v>
                </c:pt>
                <c:pt idx="233">
                  <c:v>20.86</c:v>
                </c:pt>
                <c:pt idx="234">
                  <c:v>20.86</c:v>
                </c:pt>
                <c:pt idx="235">
                  <c:v>20.86</c:v>
                </c:pt>
                <c:pt idx="236">
                  <c:v>20.86</c:v>
                </c:pt>
                <c:pt idx="237">
                  <c:v>20.86</c:v>
                </c:pt>
                <c:pt idx="238">
                  <c:v>20.86</c:v>
                </c:pt>
                <c:pt idx="239">
                  <c:v>20.86</c:v>
                </c:pt>
                <c:pt idx="240">
                  <c:v>20.86</c:v>
                </c:pt>
                <c:pt idx="241">
                  <c:v>20.86</c:v>
                </c:pt>
                <c:pt idx="242">
                  <c:v>20.86</c:v>
                </c:pt>
                <c:pt idx="243">
                  <c:v>20.86</c:v>
                </c:pt>
                <c:pt idx="244">
                  <c:v>20.86</c:v>
                </c:pt>
                <c:pt idx="245">
                  <c:v>20.86</c:v>
                </c:pt>
                <c:pt idx="246">
                  <c:v>20.86</c:v>
                </c:pt>
                <c:pt idx="247">
                  <c:v>20.86</c:v>
                </c:pt>
                <c:pt idx="248">
                  <c:v>20.86</c:v>
                </c:pt>
                <c:pt idx="249">
                  <c:v>20.86</c:v>
                </c:pt>
                <c:pt idx="250">
                  <c:v>20.86</c:v>
                </c:pt>
                <c:pt idx="251">
                  <c:v>20.86</c:v>
                </c:pt>
                <c:pt idx="252">
                  <c:v>20.86</c:v>
                </c:pt>
                <c:pt idx="253">
                  <c:v>20.86</c:v>
                </c:pt>
                <c:pt idx="254">
                  <c:v>20.86</c:v>
                </c:pt>
                <c:pt idx="255">
                  <c:v>20.86</c:v>
                </c:pt>
                <c:pt idx="256">
                  <c:v>20.86</c:v>
                </c:pt>
                <c:pt idx="257">
                  <c:v>20.86</c:v>
                </c:pt>
                <c:pt idx="258">
                  <c:v>20.86</c:v>
                </c:pt>
                <c:pt idx="259">
                  <c:v>20.86</c:v>
                </c:pt>
                <c:pt idx="260">
                  <c:v>20.86</c:v>
                </c:pt>
                <c:pt idx="261">
                  <c:v>20.86</c:v>
                </c:pt>
                <c:pt idx="262">
                  <c:v>20.86</c:v>
                </c:pt>
                <c:pt idx="263">
                  <c:v>20.86</c:v>
                </c:pt>
                <c:pt idx="264">
                  <c:v>20.86</c:v>
                </c:pt>
                <c:pt idx="265">
                  <c:v>20.86</c:v>
                </c:pt>
                <c:pt idx="266">
                  <c:v>20.86</c:v>
                </c:pt>
                <c:pt idx="267">
                  <c:v>20.86</c:v>
                </c:pt>
                <c:pt idx="268">
                  <c:v>20.86</c:v>
                </c:pt>
                <c:pt idx="269">
                  <c:v>20.86</c:v>
                </c:pt>
                <c:pt idx="270">
                  <c:v>20.86</c:v>
                </c:pt>
                <c:pt idx="271">
                  <c:v>20.86</c:v>
                </c:pt>
                <c:pt idx="272">
                  <c:v>20.86</c:v>
                </c:pt>
                <c:pt idx="273">
                  <c:v>20.86</c:v>
                </c:pt>
                <c:pt idx="274">
                  <c:v>20.86</c:v>
                </c:pt>
                <c:pt idx="275">
                  <c:v>20.86</c:v>
                </c:pt>
                <c:pt idx="276">
                  <c:v>20.86</c:v>
                </c:pt>
                <c:pt idx="277">
                  <c:v>20.86</c:v>
                </c:pt>
                <c:pt idx="278">
                  <c:v>20.86</c:v>
                </c:pt>
                <c:pt idx="279">
                  <c:v>20.86</c:v>
                </c:pt>
                <c:pt idx="280">
                  <c:v>20.86</c:v>
                </c:pt>
                <c:pt idx="281">
                  <c:v>20.86</c:v>
                </c:pt>
                <c:pt idx="282">
                  <c:v>20.86</c:v>
                </c:pt>
                <c:pt idx="283">
                  <c:v>20.86</c:v>
                </c:pt>
                <c:pt idx="284">
                  <c:v>20.86</c:v>
                </c:pt>
                <c:pt idx="285">
                  <c:v>20.86</c:v>
                </c:pt>
                <c:pt idx="286">
                  <c:v>20.86</c:v>
                </c:pt>
                <c:pt idx="287">
                  <c:v>20.86</c:v>
                </c:pt>
                <c:pt idx="288">
                  <c:v>20.86</c:v>
                </c:pt>
                <c:pt idx="289">
                  <c:v>20.86</c:v>
                </c:pt>
                <c:pt idx="290">
                  <c:v>20.86</c:v>
                </c:pt>
                <c:pt idx="291">
                  <c:v>20.86</c:v>
                </c:pt>
                <c:pt idx="292">
                  <c:v>20.86</c:v>
                </c:pt>
                <c:pt idx="293">
                  <c:v>20.86</c:v>
                </c:pt>
                <c:pt idx="294">
                  <c:v>20.86</c:v>
                </c:pt>
                <c:pt idx="295">
                  <c:v>20.86</c:v>
                </c:pt>
                <c:pt idx="296">
                  <c:v>20.86</c:v>
                </c:pt>
                <c:pt idx="297">
                  <c:v>20.86</c:v>
                </c:pt>
                <c:pt idx="298">
                  <c:v>20.86</c:v>
                </c:pt>
                <c:pt idx="299">
                  <c:v>20.86</c:v>
                </c:pt>
                <c:pt idx="300">
                  <c:v>20.86</c:v>
                </c:pt>
                <c:pt idx="301">
                  <c:v>20.86</c:v>
                </c:pt>
                <c:pt idx="302">
                  <c:v>20.86</c:v>
                </c:pt>
                <c:pt idx="303">
                  <c:v>20.86</c:v>
                </c:pt>
                <c:pt idx="304">
                  <c:v>20.86</c:v>
                </c:pt>
                <c:pt idx="305">
                  <c:v>20.86</c:v>
                </c:pt>
                <c:pt idx="306">
                  <c:v>20.86</c:v>
                </c:pt>
                <c:pt idx="307">
                  <c:v>20.86</c:v>
                </c:pt>
                <c:pt idx="308">
                  <c:v>20.86</c:v>
                </c:pt>
                <c:pt idx="309">
                  <c:v>20.86</c:v>
                </c:pt>
                <c:pt idx="310">
                  <c:v>20.86</c:v>
                </c:pt>
                <c:pt idx="311">
                  <c:v>20.86</c:v>
                </c:pt>
                <c:pt idx="312">
                  <c:v>20.86</c:v>
                </c:pt>
                <c:pt idx="313">
                  <c:v>20.86</c:v>
                </c:pt>
                <c:pt idx="314">
                  <c:v>20.86</c:v>
                </c:pt>
                <c:pt idx="315">
                  <c:v>20.86</c:v>
                </c:pt>
                <c:pt idx="316">
                  <c:v>20.86</c:v>
                </c:pt>
                <c:pt idx="317">
                  <c:v>20.86</c:v>
                </c:pt>
                <c:pt idx="318">
                  <c:v>20.86</c:v>
                </c:pt>
                <c:pt idx="319">
                  <c:v>20.86</c:v>
                </c:pt>
                <c:pt idx="320">
                  <c:v>20.86</c:v>
                </c:pt>
                <c:pt idx="321">
                  <c:v>20.86</c:v>
                </c:pt>
                <c:pt idx="322">
                  <c:v>20.86</c:v>
                </c:pt>
                <c:pt idx="323">
                  <c:v>20.86</c:v>
                </c:pt>
                <c:pt idx="324">
                  <c:v>20.86</c:v>
                </c:pt>
                <c:pt idx="325">
                  <c:v>20.86</c:v>
                </c:pt>
                <c:pt idx="326">
                  <c:v>20.86</c:v>
                </c:pt>
                <c:pt idx="327">
                  <c:v>20.86</c:v>
                </c:pt>
                <c:pt idx="328">
                  <c:v>20.86</c:v>
                </c:pt>
                <c:pt idx="329">
                  <c:v>20.86</c:v>
                </c:pt>
                <c:pt idx="330">
                  <c:v>20.86</c:v>
                </c:pt>
                <c:pt idx="331">
                  <c:v>20.86</c:v>
                </c:pt>
                <c:pt idx="332">
                  <c:v>20.86</c:v>
                </c:pt>
                <c:pt idx="333">
                  <c:v>20.86</c:v>
                </c:pt>
                <c:pt idx="334">
                  <c:v>20.86</c:v>
                </c:pt>
                <c:pt idx="335">
                  <c:v>20.86</c:v>
                </c:pt>
                <c:pt idx="336">
                  <c:v>20.86</c:v>
                </c:pt>
                <c:pt idx="337">
                  <c:v>20.86</c:v>
                </c:pt>
                <c:pt idx="338">
                  <c:v>20.86</c:v>
                </c:pt>
                <c:pt idx="339">
                  <c:v>20.86</c:v>
                </c:pt>
                <c:pt idx="340">
                  <c:v>20.86</c:v>
                </c:pt>
                <c:pt idx="341">
                  <c:v>20.86</c:v>
                </c:pt>
                <c:pt idx="342">
                  <c:v>20.86</c:v>
                </c:pt>
                <c:pt idx="343">
                  <c:v>20.86</c:v>
                </c:pt>
                <c:pt idx="344">
                  <c:v>20.86</c:v>
                </c:pt>
                <c:pt idx="345">
                  <c:v>20.86</c:v>
                </c:pt>
                <c:pt idx="346">
                  <c:v>20.86</c:v>
                </c:pt>
                <c:pt idx="347">
                  <c:v>20.86</c:v>
                </c:pt>
                <c:pt idx="348">
                  <c:v>20.86</c:v>
                </c:pt>
                <c:pt idx="349">
                  <c:v>20.86</c:v>
                </c:pt>
                <c:pt idx="350">
                  <c:v>20.86</c:v>
                </c:pt>
                <c:pt idx="351">
                  <c:v>20.86</c:v>
                </c:pt>
                <c:pt idx="352">
                  <c:v>20.86</c:v>
                </c:pt>
                <c:pt idx="353">
                  <c:v>20.86</c:v>
                </c:pt>
                <c:pt idx="354">
                  <c:v>20.86</c:v>
                </c:pt>
                <c:pt idx="355">
                  <c:v>20.86</c:v>
                </c:pt>
                <c:pt idx="356">
                  <c:v>20.86</c:v>
                </c:pt>
                <c:pt idx="357">
                  <c:v>20.86</c:v>
                </c:pt>
                <c:pt idx="358">
                  <c:v>20.86</c:v>
                </c:pt>
                <c:pt idx="359">
                  <c:v>20.86</c:v>
                </c:pt>
                <c:pt idx="360">
                  <c:v>20.86</c:v>
                </c:pt>
                <c:pt idx="361">
                  <c:v>20.86</c:v>
                </c:pt>
                <c:pt idx="362">
                  <c:v>20.86</c:v>
                </c:pt>
                <c:pt idx="363">
                  <c:v>20.86</c:v>
                </c:pt>
                <c:pt idx="364">
                  <c:v>20.86</c:v>
                </c:pt>
                <c:pt idx="365">
                  <c:v>20.86</c:v>
                </c:pt>
                <c:pt idx="366">
                  <c:v>20.86</c:v>
                </c:pt>
                <c:pt idx="367">
                  <c:v>20.86</c:v>
                </c:pt>
                <c:pt idx="368">
                  <c:v>20.86</c:v>
                </c:pt>
                <c:pt idx="369">
                  <c:v>20.86</c:v>
                </c:pt>
                <c:pt idx="370">
                  <c:v>20.86</c:v>
                </c:pt>
                <c:pt idx="371">
                  <c:v>20.86</c:v>
                </c:pt>
                <c:pt idx="372">
                  <c:v>20.86</c:v>
                </c:pt>
                <c:pt idx="373">
                  <c:v>20.86</c:v>
                </c:pt>
                <c:pt idx="374">
                  <c:v>20.86</c:v>
                </c:pt>
                <c:pt idx="375">
                  <c:v>20.86</c:v>
                </c:pt>
                <c:pt idx="376">
                  <c:v>20.86</c:v>
                </c:pt>
                <c:pt idx="377">
                  <c:v>20.86</c:v>
                </c:pt>
                <c:pt idx="378">
                  <c:v>20.86</c:v>
                </c:pt>
                <c:pt idx="379">
                  <c:v>20.86</c:v>
                </c:pt>
                <c:pt idx="380">
                  <c:v>20.86</c:v>
                </c:pt>
                <c:pt idx="381">
                  <c:v>20.86</c:v>
                </c:pt>
                <c:pt idx="382">
                  <c:v>20.86</c:v>
                </c:pt>
                <c:pt idx="383">
                  <c:v>20.86</c:v>
                </c:pt>
                <c:pt idx="384">
                  <c:v>20.86</c:v>
                </c:pt>
                <c:pt idx="385">
                  <c:v>20.86</c:v>
                </c:pt>
                <c:pt idx="386">
                  <c:v>20.86</c:v>
                </c:pt>
                <c:pt idx="387">
                  <c:v>20.86</c:v>
                </c:pt>
                <c:pt idx="388">
                  <c:v>20.86</c:v>
                </c:pt>
                <c:pt idx="389">
                  <c:v>20.86</c:v>
                </c:pt>
                <c:pt idx="390">
                  <c:v>20.86</c:v>
                </c:pt>
                <c:pt idx="391">
                  <c:v>20.86</c:v>
                </c:pt>
                <c:pt idx="392">
                  <c:v>20.86</c:v>
                </c:pt>
                <c:pt idx="393">
                  <c:v>20.86</c:v>
                </c:pt>
                <c:pt idx="394">
                  <c:v>20.86</c:v>
                </c:pt>
                <c:pt idx="395">
                  <c:v>20.86</c:v>
                </c:pt>
                <c:pt idx="396">
                  <c:v>20.86</c:v>
                </c:pt>
                <c:pt idx="397">
                  <c:v>20.86</c:v>
                </c:pt>
                <c:pt idx="398">
                  <c:v>20.86</c:v>
                </c:pt>
                <c:pt idx="399">
                  <c:v>20.86</c:v>
                </c:pt>
                <c:pt idx="400">
                  <c:v>20.86</c:v>
                </c:pt>
                <c:pt idx="401">
                  <c:v>20.86</c:v>
                </c:pt>
                <c:pt idx="402">
                  <c:v>20.86</c:v>
                </c:pt>
                <c:pt idx="403">
                  <c:v>20.86</c:v>
                </c:pt>
                <c:pt idx="404">
                  <c:v>20.86</c:v>
                </c:pt>
                <c:pt idx="405">
                  <c:v>20.86</c:v>
                </c:pt>
                <c:pt idx="406">
                  <c:v>20.86</c:v>
                </c:pt>
                <c:pt idx="407">
                  <c:v>20.86</c:v>
                </c:pt>
                <c:pt idx="408">
                  <c:v>20.86</c:v>
                </c:pt>
                <c:pt idx="409">
                  <c:v>20.86</c:v>
                </c:pt>
                <c:pt idx="410">
                  <c:v>20.86</c:v>
                </c:pt>
                <c:pt idx="411">
                  <c:v>20.86</c:v>
                </c:pt>
                <c:pt idx="412">
                  <c:v>20.86</c:v>
                </c:pt>
                <c:pt idx="413">
                  <c:v>20.86</c:v>
                </c:pt>
                <c:pt idx="414">
                  <c:v>20.86</c:v>
                </c:pt>
                <c:pt idx="415">
                  <c:v>20.86</c:v>
                </c:pt>
                <c:pt idx="416">
                  <c:v>20.86</c:v>
                </c:pt>
                <c:pt idx="417">
                  <c:v>20.86</c:v>
                </c:pt>
                <c:pt idx="418">
                  <c:v>20.86</c:v>
                </c:pt>
                <c:pt idx="419">
                  <c:v>20.86</c:v>
                </c:pt>
                <c:pt idx="420">
                  <c:v>20.86</c:v>
                </c:pt>
                <c:pt idx="421">
                  <c:v>20.86</c:v>
                </c:pt>
                <c:pt idx="422">
                  <c:v>20.86</c:v>
                </c:pt>
                <c:pt idx="423">
                  <c:v>20.86</c:v>
                </c:pt>
                <c:pt idx="424">
                  <c:v>20.86</c:v>
                </c:pt>
                <c:pt idx="425">
                  <c:v>20.86</c:v>
                </c:pt>
                <c:pt idx="426">
                  <c:v>20.86</c:v>
                </c:pt>
                <c:pt idx="427">
                  <c:v>20.86</c:v>
                </c:pt>
                <c:pt idx="428">
                  <c:v>20.86</c:v>
                </c:pt>
                <c:pt idx="429">
                  <c:v>20.86</c:v>
                </c:pt>
                <c:pt idx="430">
                  <c:v>20.86</c:v>
                </c:pt>
                <c:pt idx="431">
                  <c:v>20.86</c:v>
                </c:pt>
                <c:pt idx="432">
                  <c:v>20.86</c:v>
                </c:pt>
                <c:pt idx="433">
                  <c:v>20.86</c:v>
                </c:pt>
                <c:pt idx="434">
                  <c:v>20.86</c:v>
                </c:pt>
                <c:pt idx="435">
                  <c:v>20.86</c:v>
                </c:pt>
                <c:pt idx="436">
                  <c:v>20.86</c:v>
                </c:pt>
                <c:pt idx="437">
                  <c:v>20.86</c:v>
                </c:pt>
                <c:pt idx="438">
                  <c:v>20.86</c:v>
                </c:pt>
                <c:pt idx="439">
                  <c:v>20.86</c:v>
                </c:pt>
                <c:pt idx="440">
                  <c:v>20.86</c:v>
                </c:pt>
                <c:pt idx="441">
                  <c:v>20.86</c:v>
                </c:pt>
                <c:pt idx="442">
                  <c:v>20.86</c:v>
                </c:pt>
                <c:pt idx="443">
                  <c:v>20.86</c:v>
                </c:pt>
                <c:pt idx="444">
                  <c:v>20.86</c:v>
                </c:pt>
                <c:pt idx="445">
                  <c:v>20.86</c:v>
                </c:pt>
                <c:pt idx="446">
                  <c:v>20.86</c:v>
                </c:pt>
                <c:pt idx="447">
                  <c:v>20.86</c:v>
                </c:pt>
                <c:pt idx="448">
                  <c:v>20.86</c:v>
                </c:pt>
                <c:pt idx="449">
                  <c:v>20.86</c:v>
                </c:pt>
                <c:pt idx="450">
                  <c:v>20.86</c:v>
                </c:pt>
                <c:pt idx="451">
                  <c:v>20.86</c:v>
                </c:pt>
                <c:pt idx="452">
                  <c:v>20.86</c:v>
                </c:pt>
                <c:pt idx="453">
                  <c:v>20.86</c:v>
                </c:pt>
                <c:pt idx="454">
                  <c:v>20.86</c:v>
                </c:pt>
                <c:pt idx="455">
                  <c:v>20.86</c:v>
                </c:pt>
                <c:pt idx="456">
                  <c:v>20.86</c:v>
                </c:pt>
                <c:pt idx="457">
                  <c:v>20.86</c:v>
                </c:pt>
                <c:pt idx="458">
                  <c:v>20.86</c:v>
                </c:pt>
                <c:pt idx="459">
                  <c:v>20.86</c:v>
                </c:pt>
                <c:pt idx="460">
                  <c:v>20.86</c:v>
                </c:pt>
                <c:pt idx="461">
                  <c:v>20.86</c:v>
                </c:pt>
                <c:pt idx="462">
                  <c:v>20.86</c:v>
                </c:pt>
                <c:pt idx="463">
                  <c:v>20.86</c:v>
                </c:pt>
                <c:pt idx="464">
                  <c:v>20.86</c:v>
                </c:pt>
                <c:pt idx="465">
                  <c:v>20.86</c:v>
                </c:pt>
                <c:pt idx="466">
                  <c:v>20.86</c:v>
                </c:pt>
                <c:pt idx="467">
                  <c:v>20.86</c:v>
                </c:pt>
                <c:pt idx="468">
                  <c:v>20.86</c:v>
                </c:pt>
                <c:pt idx="469">
                  <c:v>20.86</c:v>
                </c:pt>
                <c:pt idx="470">
                  <c:v>20.86</c:v>
                </c:pt>
                <c:pt idx="471">
                  <c:v>20.86</c:v>
                </c:pt>
                <c:pt idx="472">
                  <c:v>20.86</c:v>
                </c:pt>
                <c:pt idx="473">
                  <c:v>20.86</c:v>
                </c:pt>
                <c:pt idx="474">
                  <c:v>20.86</c:v>
                </c:pt>
                <c:pt idx="475">
                  <c:v>20.86</c:v>
                </c:pt>
                <c:pt idx="476">
                  <c:v>20.86</c:v>
                </c:pt>
                <c:pt idx="477">
                  <c:v>20.86</c:v>
                </c:pt>
                <c:pt idx="478">
                  <c:v>20.86</c:v>
                </c:pt>
                <c:pt idx="479">
                  <c:v>20.86</c:v>
                </c:pt>
                <c:pt idx="480">
                  <c:v>20.86</c:v>
                </c:pt>
                <c:pt idx="481">
                  <c:v>20.86</c:v>
                </c:pt>
                <c:pt idx="482">
                  <c:v>20.86</c:v>
                </c:pt>
                <c:pt idx="483">
                  <c:v>20.86</c:v>
                </c:pt>
                <c:pt idx="484">
                  <c:v>20.86</c:v>
                </c:pt>
                <c:pt idx="485">
                  <c:v>20.86</c:v>
                </c:pt>
                <c:pt idx="486">
                  <c:v>20.86</c:v>
                </c:pt>
                <c:pt idx="487">
                  <c:v>20.86</c:v>
                </c:pt>
                <c:pt idx="488">
                  <c:v>20.86</c:v>
                </c:pt>
                <c:pt idx="489">
                  <c:v>20.86</c:v>
                </c:pt>
                <c:pt idx="490">
                  <c:v>20.86</c:v>
                </c:pt>
                <c:pt idx="491">
                  <c:v>20.86</c:v>
                </c:pt>
                <c:pt idx="492">
                  <c:v>20.86</c:v>
                </c:pt>
                <c:pt idx="493">
                  <c:v>20.86</c:v>
                </c:pt>
                <c:pt idx="494">
                  <c:v>20.86</c:v>
                </c:pt>
                <c:pt idx="495">
                  <c:v>20.86</c:v>
                </c:pt>
                <c:pt idx="496">
                  <c:v>20.86</c:v>
                </c:pt>
                <c:pt idx="497">
                  <c:v>20.86</c:v>
                </c:pt>
                <c:pt idx="498">
                  <c:v>20.86</c:v>
                </c:pt>
                <c:pt idx="499">
                  <c:v>20.86</c:v>
                </c:pt>
                <c:pt idx="500">
                  <c:v>20.86</c:v>
                </c:pt>
                <c:pt idx="501">
                  <c:v>20.86</c:v>
                </c:pt>
                <c:pt idx="502">
                  <c:v>20.86</c:v>
                </c:pt>
                <c:pt idx="503">
                  <c:v>20.86</c:v>
                </c:pt>
                <c:pt idx="504">
                  <c:v>20.86</c:v>
                </c:pt>
                <c:pt idx="505">
                  <c:v>20.86</c:v>
                </c:pt>
                <c:pt idx="506">
                  <c:v>20.86</c:v>
                </c:pt>
                <c:pt idx="507">
                  <c:v>20.86</c:v>
                </c:pt>
                <c:pt idx="508">
                  <c:v>20.86</c:v>
                </c:pt>
                <c:pt idx="509">
                  <c:v>20.86</c:v>
                </c:pt>
                <c:pt idx="510">
                  <c:v>20.86</c:v>
                </c:pt>
                <c:pt idx="511">
                  <c:v>20.86</c:v>
                </c:pt>
                <c:pt idx="512">
                  <c:v>20.86</c:v>
                </c:pt>
                <c:pt idx="513">
                  <c:v>20.86</c:v>
                </c:pt>
                <c:pt idx="514">
                  <c:v>20.86</c:v>
                </c:pt>
                <c:pt idx="515">
                  <c:v>20.86</c:v>
                </c:pt>
                <c:pt idx="516">
                  <c:v>20.86</c:v>
                </c:pt>
                <c:pt idx="517">
                  <c:v>20.86</c:v>
                </c:pt>
                <c:pt idx="518">
                  <c:v>20.86</c:v>
                </c:pt>
                <c:pt idx="519">
                  <c:v>20.86</c:v>
                </c:pt>
                <c:pt idx="520">
                  <c:v>20.86</c:v>
                </c:pt>
                <c:pt idx="521">
                  <c:v>20.86</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10.18</c:v>
                </c:pt>
                <c:pt idx="1">
                  <c:v>10.18</c:v>
                </c:pt>
                <c:pt idx="2">
                  <c:v>10.18</c:v>
                </c:pt>
                <c:pt idx="3">
                  <c:v>10.18</c:v>
                </c:pt>
                <c:pt idx="4">
                  <c:v>10.18</c:v>
                </c:pt>
                <c:pt idx="5">
                  <c:v>10.18</c:v>
                </c:pt>
                <c:pt idx="6">
                  <c:v>10.18</c:v>
                </c:pt>
                <c:pt idx="7">
                  <c:v>10.18</c:v>
                </c:pt>
                <c:pt idx="8">
                  <c:v>10.18</c:v>
                </c:pt>
                <c:pt idx="9">
                  <c:v>10.18</c:v>
                </c:pt>
                <c:pt idx="10">
                  <c:v>10.18</c:v>
                </c:pt>
                <c:pt idx="11">
                  <c:v>10.18</c:v>
                </c:pt>
                <c:pt idx="12">
                  <c:v>10.18</c:v>
                </c:pt>
                <c:pt idx="13">
                  <c:v>10.18</c:v>
                </c:pt>
                <c:pt idx="14">
                  <c:v>10.18</c:v>
                </c:pt>
                <c:pt idx="15">
                  <c:v>10.18</c:v>
                </c:pt>
                <c:pt idx="16">
                  <c:v>10.18</c:v>
                </c:pt>
                <c:pt idx="17">
                  <c:v>10.18</c:v>
                </c:pt>
                <c:pt idx="18">
                  <c:v>10.18</c:v>
                </c:pt>
                <c:pt idx="19">
                  <c:v>10.18</c:v>
                </c:pt>
                <c:pt idx="20">
                  <c:v>10.18</c:v>
                </c:pt>
                <c:pt idx="21">
                  <c:v>10.18</c:v>
                </c:pt>
                <c:pt idx="22">
                  <c:v>10.18</c:v>
                </c:pt>
                <c:pt idx="23">
                  <c:v>10.18</c:v>
                </c:pt>
                <c:pt idx="24">
                  <c:v>10.18</c:v>
                </c:pt>
                <c:pt idx="25">
                  <c:v>10.18</c:v>
                </c:pt>
                <c:pt idx="26">
                  <c:v>10.18</c:v>
                </c:pt>
                <c:pt idx="27">
                  <c:v>10.18</c:v>
                </c:pt>
                <c:pt idx="28">
                  <c:v>10.18</c:v>
                </c:pt>
                <c:pt idx="29">
                  <c:v>10.18</c:v>
                </c:pt>
                <c:pt idx="30">
                  <c:v>10.18</c:v>
                </c:pt>
                <c:pt idx="31">
                  <c:v>10.18</c:v>
                </c:pt>
                <c:pt idx="32">
                  <c:v>10.18</c:v>
                </c:pt>
                <c:pt idx="33">
                  <c:v>10.18</c:v>
                </c:pt>
                <c:pt idx="34">
                  <c:v>10.18</c:v>
                </c:pt>
                <c:pt idx="35">
                  <c:v>10.18</c:v>
                </c:pt>
                <c:pt idx="36">
                  <c:v>10.18</c:v>
                </c:pt>
                <c:pt idx="37">
                  <c:v>10.18</c:v>
                </c:pt>
                <c:pt idx="38">
                  <c:v>10.18</c:v>
                </c:pt>
                <c:pt idx="39">
                  <c:v>10.18</c:v>
                </c:pt>
                <c:pt idx="40">
                  <c:v>10.18</c:v>
                </c:pt>
                <c:pt idx="41">
                  <c:v>10.18</c:v>
                </c:pt>
                <c:pt idx="42">
                  <c:v>10.18</c:v>
                </c:pt>
                <c:pt idx="43">
                  <c:v>10.18</c:v>
                </c:pt>
                <c:pt idx="44">
                  <c:v>10.18</c:v>
                </c:pt>
                <c:pt idx="45">
                  <c:v>10.18</c:v>
                </c:pt>
                <c:pt idx="46">
                  <c:v>10.18</c:v>
                </c:pt>
                <c:pt idx="47">
                  <c:v>10.18</c:v>
                </c:pt>
                <c:pt idx="48">
                  <c:v>10.18</c:v>
                </c:pt>
                <c:pt idx="49">
                  <c:v>10.18</c:v>
                </c:pt>
                <c:pt idx="50">
                  <c:v>10.18</c:v>
                </c:pt>
                <c:pt idx="51">
                  <c:v>10.18</c:v>
                </c:pt>
                <c:pt idx="52">
                  <c:v>10.18</c:v>
                </c:pt>
                <c:pt idx="53">
                  <c:v>10.18</c:v>
                </c:pt>
                <c:pt idx="54">
                  <c:v>10.18</c:v>
                </c:pt>
                <c:pt idx="55">
                  <c:v>10.18</c:v>
                </c:pt>
                <c:pt idx="56">
                  <c:v>10.18</c:v>
                </c:pt>
                <c:pt idx="57">
                  <c:v>10.18</c:v>
                </c:pt>
                <c:pt idx="58">
                  <c:v>10.18</c:v>
                </c:pt>
                <c:pt idx="59">
                  <c:v>10.18</c:v>
                </c:pt>
                <c:pt idx="60">
                  <c:v>10.18</c:v>
                </c:pt>
                <c:pt idx="61">
                  <c:v>10.18</c:v>
                </c:pt>
                <c:pt idx="62">
                  <c:v>10.18</c:v>
                </c:pt>
                <c:pt idx="63">
                  <c:v>10.18</c:v>
                </c:pt>
                <c:pt idx="64">
                  <c:v>10.18</c:v>
                </c:pt>
                <c:pt idx="65">
                  <c:v>10.18</c:v>
                </c:pt>
                <c:pt idx="66">
                  <c:v>10.18</c:v>
                </c:pt>
                <c:pt idx="67">
                  <c:v>10.18</c:v>
                </c:pt>
                <c:pt idx="68">
                  <c:v>10.18</c:v>
                </c:pt>
                <c:pt idx="69">
                  <c:v>10.18</c:v>
                </c:pt>
                <c:pt idx="70">
                  <c:v>10.18</c:v>
                </c:pt>
                <c:pt idx="71">
                  <c:v>10.18</c:v>
                </c:pt>
                <c:pt idx="72">
                  <c:v>10.18</c:v>
                </c:pt>
                <c:pt idx="73">
                  <c:v>10.18</c:v>
                </c:pt>
                <c:pt idx="74">
                  <c:v>10.18</c:v>
                </c:pt>
                <c:pt idx="75">
                  <c:v>10.18</c:v>
                </c:pt>
                <c:pt idx="76">
                  <c:v>10.18</c:v>
                </c:pt>
                <c:pt idx="77">
                  <c:v>10.18</c:v>
                </c:pt>
                <c:pt idx="78">
                  <c:v>10.18</c:v>
                </c:pt>
                <c:pt idx="79">
                  <c:v>10.18</c:v>
                </c:pt>
                <c:pt idx="80">
                  <c:v>10.18</c:v>
                </c:pt>
                <c:pt idx="81">
                  <c:v>10.18</c:v>
                </c:pt>
                <c:pt idx="82">
                  <c:v>10.18</c:v>
                </c:pt>
                <c:pt idx="83">
                  <c:v>10.18</c:v>
                </c:pt>
                <c:pt idx="84">
                  <c:v>10.18</c:v>
                </c:pt>
                <c:pt idx="85">
                  <c:v>10.18</c:v>
                </c:pt>
                <c:pt idx="86">
                  <c:v>10.18</c:v>
                </c:pt>
                <c:pt idx="87">
                  <c:v>10.18</c:v>
                </c:pt>
                <c:pt idx="88">
                  <c:v>10.18</c:v>
                </c:pt>
                <c:pt idx="89">
                  <c:v>10.18</c:v>
                </c:pt>
                <c:pt idx="90">
                  <c:v>10.18</c:v>
                </c:pt>
                <c:pt idx="91">
                  <c:v>10.18</c:v>
                </c:pt>
                <c:pt idx="92">
                  <c:v>10.18</c:v>
                </c:pt>
                <c:pt idx="93">
                  <c:v>10.18</c:v>
                </c:pt>
                <c:pt idx="94">
                  <c:v>10.18</c:v>
                </c:pt>
                <c:pt idx="95">
                  <c:v>10.18</c:v>
                </c:pt>
                <c:pt idx="96">
                  <c:v>10.18</c:v>
                </c:pt>
                <c:pt idx="97">
                  <c:v>10.18</c:v>
                </c:pt>
                <c:pt idx="98">
                  <c:v>10.18</c:v>
                </c:pt>
                <c:pt idx="99">
                  <c:v>10.18</c:v>
                </c:pt>
                <c:pt idx="100">
                  <c:v>10.18</c:v>
                </c:pt>
                <c:pt idx="101">
                  <c:v>10.18</c:v>
                </c:pt>
                <c:pt idx="102">
                  <c:v>10.18</c:v>
                </c:pt>
                <c:pt idx="103">
                  <c:v>10.18</c:v>
                </c:pt>
                <c:pt idx="104">
                  <c:v>10.18</c:v>
                </c:pt>
                <c:pt idx="105">
                  <c:v>10.18</c:v>
                </c:pt>
                <c:pt idx="106">
                  <c:v>10.18</c:v>
                </c:pt>
                <c:pt idx="107">
                  <c:v>10.18</c:v>
                </c:pt>
                <c:pt idx="108">
                  <c:v>10.18</c:v>
                </c:pt>
                <c:pt idx="109">
                  <c:v>10.18</c:v>
                </c:pt>
                <c:pt idx="110">
                  <c:v>10.18</c:v>
                </c:pt>
                <c:pt idx="111">
                  <c:v>10.18</c:v>
                </c:pt>
                <c:pt idx="112">
                  <c:v>10.18</c:v>
                </c:pt>
                <c:pt idx="113">
                  <c:v>10.18</c:v>
                </c:pt>
                <c:pt idx="114">
                  <c:v>10.18</c:v>
                </c:pt>
                <c:pt idx="115">
                  <c:v>10.18</c:v>
                </c:pt>
                <c:pt idx="116">
                  <c:v>10.18</c:v>
                </c:pt>
                <c:pt idx="117">
                  <c:v>10.18</c:v>
                </c:pt>
                <c:pt idx="118">
                  <c:v>10.18</c:v>
                </c:pt>
                <c:pt idx="119">
                  <c:v>10.18</c:v>
                </c:pt>
                <c:pt idx="120">
                  <c:v>10.18</c:v>
                </c:pt>
                <c:pt idx="121">
                  <c:v>10.18</c:v>
                </c:pt>
                <c:pt idx="122">
                  <c:v>10.18</c:v>
                </c:pt>
                <c:pt idx="123">
                  <c:v>10.18</c:v>
                </c:pt>
                <c:pt idx="124">
                  <c:v>10.18</c:v>
                </c:pt>
                <c:pt idx="125">
                  <c:v>10.18</c:v>
                </c:pt>
                <c:pt idx="126">
                  <c:v>10.18</c:v>
                </c:pt>
                <c:pt idx="127">
                  <c:v>10.18</c:v>
                </c:pt>
                <c:pt idx="128">
                  <c:v>10.18</c:v>
                </c:pt>
                <c:pt idx="129">
                  <c:v>10.18</c:v>
                </c:pt>
                <c:pt idx="130">
                  <c:v>10.18</c:v>
                </c:pt>
                <c:pt idx="131">
                  <c:v>10.18</c:v>
                </c:pt>
                <c:pt idx="132">
                  <c:v>10.18</c:v>
                </c:pt>
                <c:pt idx="133">
                  <c:v>10.18</c:v>
                </c:pt>
                <c:pt idx="134">
                  <c:v>10.18</c:v>
                </c:pt>
                <c:pt idx="135">
                  <c:v>10.18</c:v>
                </c:pt>
                <c:pt idx="136">
                  <c:v>10.18</c:v>
                </c:pt>
                <c:pt idx="137">
                  <c:v>10.18</c:v>
                </c:pt>
                <c:pt idx="138">
                  <c:v>10.18</c:v>
                </c:pt>
                <c:pt idx="139">
                  <c:v>10.18</c:v>
                </c:pt>
                <c:pt idx="140">
                  <c:v>10.18</c:v>
                </c:pt>
                <c:pt idx="141">
                  <c:v>10.18</c:v>
                </c:pt>
                <c:pt idx="142">
                  <c:v>10.18</c:v>
                </c:pt>
                <c:pt idx="143">
                  <c:v>10.18</c:v>
                </c:pt>
                <c:pt idx="144">
                  <c:v>10.18</c:v>
                </c:pt>
                <c:pt idx="145">
                  <c:v>10.18</c:v>
                </c:pt>
                <c:pt idx="146">
                  <c:v>10.18</c:v>
                </c:pt>
                <c:pt idx="147">
                  <c:v>10.18</c:v>
                </c:pt>
                <c:pt idx="148">
                  <c:v>10.18</c:v>
                </c:pt>
                <c:pt idx="149">
                  <c:v>10.18</c:v>
                </c:pt>
                <c:pt idx="150">
                  <c:v>10.18</c:v>
                </c:pt>
                <c:pt idx="151">
                  <c:v>10.18</c:v>
                </c:pt>
                <c:pt idx="152">
                  <c:v>10.18</c:v>
                </c:pt>
                <c:pt idx="153">
                  <c:v>10.18</c:v>
                </c:pt>
                <c:pt idx="154">
                  <c:v>10.18</c:v>
                </c:pt>
                <c:pt idx="155">
                  <c:v>10.18</c:v>
                </c:pt>
                <c:pt idx="156">
                  <c:v>10.18</c:v>
                </c:pt>
                <c:pt idx="157">
                  <c:v>10.18</c:v>
                </c:pt>
                <c:pt idx="158">
                  <c:v>10.18</c:v>
                </c:pt>
                <c:pt idx="159">
                  <c:v>10.18</c:v>
                </c:pt>
                <c:pt idx="160">
                  <c:v>10.18</c:v>
                </c:pt>
                <c:pt idx="161">
                  <c:v>10.18</c:v>
                </c:pt>
                <c:pt idx="162">
                  <c:v>10.18</c:v>
                </c:pt>
                <c:pt idx="163">
                  <c:v>10.18</c:v>
                </c:pt>
                <c:pt idx="164">
                  <c:v>10.18</c:v>
                </c:pt>
                <c:pt idx="165">
                  <c:v>10.18</c:v>
                </c:pt>
                <c:pt idx="166">
                  <c:v>10.18</c:v>
                </c:pt>
                <c:pt idx="167">
                  <c:v>10.18</c:v>
                </c:pt>
                <c:pt idx="168">
                  <c:v>10.18</c:v>
                </c:pt>
                <c:pt idx="169">
                  <c:v>10.18</c:v>
                </c:pt>
                <c:pt idx="170">
                  <c:v>10.18</c:v>
                </c:pt>
                <c:pt idx="171">
                  <c:v>10.18</c:v>
                </c:pt>
                <c:pt idx="172">
                  <c:v>10.18</c:v>
                </c:pt>
                <c:pt idx="173">
                  <c:v>10.18</c:v>
                </c:pt>
                <c:pt idx="174">
                  <c:v>10.18</c:v>
                </c:pt>
                <c:pt idx="175">
                  <c:v>10.18</c:v>
                </c:pt>
                <c:pt idx="176">
                  <c:v>10.18</c:v>
                </c:pt>
                <c:pt idx="177">
                  <c:v>10.18</c:v>
                </c:pt>
                <c:pt idx="178">
                  <c:v>10.18</c:v>
                </c:pt>
                <c:pt idx="179">
                  <c:v>10.18</c:v>
                </c:pt>
                <c:pt idx="180">
                  <c:v>10.18</c:v>
                </c:pt>
                <c:pt idx="181">
                  <c:v>10.18</c:v>
                </c:pt>
                <c:pt idx="182">
                  <c:v>10.18</c:v>
                </c:pt>
                <c:pt idx="183">
                  <c:v>10.18</c:v>
                </c:pt>
                <c:pt idx="184">
                  <c:v>10.18</c:v>
                </c:pt>
                <c:pt idx="185">
                  <c:v>10.18</c:v>
                </c:pt>
                <c:pt idx="186">
                  <c:v>10.18</c:v>
                </c:pt>
                <c:pt idx="187">
                  <c:v>10.18</c:v>
                </c:pt>
                <c:pt idx="188">
                  <c:v>10.18</c:v>
                </c:pt>
                <c:pt idx="189">
                  <c:v>10.18</c:v>
                </c:pt>
                <c:pt idx="190">
                  <c:v>10.18</c:v>
                </c:pt>
                <c:pt idx="191">
                  <c:v>10.18</c:v>
                </c:pt>
                <c:pt idx="192">
                  <c:v>10.18</c:v>
                </c:pt>
                <c:pt idx="193">
                  <c:v>10.18</c:v>
                </c:pt>
                <c:pt idx="194">
                  <c:v>10.18</c:v>
                </c:pt>
                <c:pt idx="195">
                  <c:v>10.18</c:v>
                </c:pt>
                <c:pt idx="196">
                  <c:v>10.18</c:v>
                </c:pt>
                <c:pt idx="197">
                  <c:v>10.18</c:v>
                </c:pt>
                <c:pt idx="198">
                  <c:v>10.18</c:v>
                </c:pt>
                <c:pt idx="199">
                  <c:v>10.18</c:v>
                </c:pt>
                <c:pt idx="200">
                  <c:v>10.18</c:v>
                </c:pt>
                <c:pt idx="201">
                  <c:v>10.18</c:v>
                </c:pt>
                <c:pt idx="202">
                  <c:v>10.18</c:v>
                </c:pt>
                <c:pt idx="203">
                  <c:v>10.18</c:v>
                </c:pt>
                <c:pt idx="204">
                  <c:v>10.18</c:v>
                </c:pt>
                <c:pt idx="205">
                  <c:v>10.18</c:v>
                </c:pt>
                <c:pt idx="206">
                  <c:v>10.18</c:v>
                </c:pt>
                <c:pt idx="207">
                  <c:v>10.18</c:v>
                </c:pt>
                <c:pt idx="208">
                  <c:v>10.18</c:v>
                </c:pt>
                <c:pt idx="209">
                  <c:v>10.18</c:v>
                </c:pt>
                <c:pt idx="210">
                  <c:v>10.18</c:v>
                </c:pt>
                <c:pt idx="211">
                  <c:v>10.18</c:v>
                </c:pt>
                <c:pt idx="212">
                  <c:v>10.18</c:v>
                </c:pt>
                <c:pt idx="213">
                  <c:v>10.18</c:v>
                </c:pt>
                <c:pt idx="214">
                  <c:v>10.18</c:v>
                </c:pt>
                <c:pt idx="215">
                  <c:v>10.18</c:v>
                </c:pt>
                <c:pt idx="216">
                  <c:v>10.18</c:v>
                </c:pt>
                <c:pt idx="217">
                  <c:v>10.18</c:v>
                </c:pt>
                <c:pt idx="218">
                  <c:v>10.18</c:v>
                </c:pt>
                <c:pt idx="219">
                  <c:v>10.18</c:v>
                </c:pt>
                <c:pt idx="220">
                  <c:v>10.18</c:v>
                </c:pt>
                <c:pt idx="221">
                  <c:v>10.18</c:v>
                </c:pt>
                <c:pt idx="222">
                  <c:v>10.18</c:v>
                </c:pt>
                <c:pt idx="223">
                  <c:v>10.18</c:v>
                </c:pt>
                <c:pt idx="224">
                  <c:v>10.18</c:v>
                </c:pt>
                <c:pt idx="225">
                  <c:v>10.18</c:v>
                </c:pt>
                <c:pt idx="226">
                  <c:v>10.18</c:v>
                </c:pt>
                <c:pt idx="227">
                  <c:v>10.18</c:v>
                </c:pt>
                <c:pt idx="228">
                  <c:v>10.18</c:v>
                </c:pt>
                <c:pt idx="229">
                  <c:v>10.18</c:v>
                </c:pt>
                <c:pt idx="230">
                  <c:v>10.18</c:v>
                </c:pt>
                <c:pt idx="231">
                  <c:v>10.18</c:v>
                </c:pt>
                <c:pt idx="232">
                  <c:v>10.18</c:v>
                </c:pt>
                <c:pt idx="233">
                  <c:v>10.18</c:v>
                </c:pt>
                <c:pt idx="234">
                  <c:v>10.18</c:v>
                </c:pt>
                <c:pt idx="235">
                  <c:v>10.18</c:v>
                </c:pt>
                <c:pt idx="236">
                  <c:v>10.18</c:v>
                </c:pt>
                <c:pt idx="237">
                  <c:v>10.18</c:v>
                </c:pt>
                <c:pt idx="238">
                  <c:v>10.18</c:v>
                </c:pt>
                <c:pt idx="239">
                  <c:v>10.18</c:v>
                </c:pt>
                <c:pt idx="240">
                  <c:v>10.18</c:v>
                </c:pt>
                <c:pt idx="241">
                  <c:v>10.18</c:v>
                </c:pt>
                <c:pt idx="242">
                  <c:v>10.18</c:v>
                </c:pt>
                <c:pt idx="243">
                  <c:v>10.18</c:v>
                </c:pt>
                <c:pt idx="244">
                  <c:v>10.18</c:v>
                </c:pt>
                <c:pt idx="245">
                  <c:v>10.18</c:v>
                </c:pt>
                <c:pt idx="246">
                  <c:v>10.18</c:v>
                </c:pt>
                <c:pt idx="247">
                  <c:v>10.18</c:v>
                </c:pt>
                <c:pt idx="248">
                  <c:v>10.18</c:v>
                </c:pt>
                <c:pt idx="249">
                  <c:v>10.18</c:v>
                </c:pt>
                <c:pt idx="250">
                  <c:v>10.18</c:v>
                </c:pt>
                <c:pt idx="251">
                  <c:v>10.18</c:v>
                </c:pt>
                <c:pt idx="252">
                  <c:v>10.18</c:v>
                </c:pt>
                <c:pt idx="253">
                  <c:v>10.18</c:v>
                </c:pt>
                <c:pt idx="254">
                  <c:v>10.18</c:v>
                </c:pt>
                <c:pt idx="255">
                  <c:v>10.18</c:v>
                </c:pt>
                <c:pt idx="256">
                  <c:v>10.18</c:v>
                </c:pt>
                <c:pt idx="257">
                  <c:v>10.18</c:v>
                </c:pt>
                <c:pt idx="258">
                  <c:v>10.18</c:v>
                </c:pt>
                <c:pt idx="259">
                  <c:v>10.18</c:v>
                </c:pt>
                <c:pt idx="260">
                  <c:v>10.18</c:v>
                </c:pt>
                <c:pt idx="261">
                  <c:v>10.18</c:v>
                </c:pt>
                <c:pt idx="262">
                  <c:v>10.18</c:v>
                </c:pt>
                <c:pt idx="263">
                  <c:v>10.18</c:v>
                </c:pt>
                <c:pt idx="264">
                  <c:v>10.18</c:v>
                </c:pt>
                <c:pt idx="265">
                  <c:v>10.18</c:v>
                </c:pt>
                <c:pt idx="266">
                  <c:v>10.18</c:v>
                </c:pt>
                <c:pt idx="267">
                  <c:v>10.18</c:v>
                </c:pt>
                <c:pt idx="268">
                  <c:v>10.18</c:v>
                </c:pt>
                <c:pt idx="269">
                  <c:v>10.18</c:v>
                </c:pt>
                <c:pt idx="270">
                  <c:v>10.18</c:v>
                </c:pt>
                <c:pt idx="271">
                  <c:v>10.18</c:v>
                </c:pt>
                <c:pt idx="272">
                  <c:v>10.18</c:v>
                </c:pt>
                <c:pt idx="273">
                  <c:v>10.18</c:v>
                </c:pt>
                <c:pt idx="274">
                  <c:v>10.18</c:v>
                </c:pt>
                <c:pt idx="275">
                  <c:v>10.18</c:v>
                </c:pt>
                <c:pt idx="276">
                  <c:v>10.18</c:v>
                </c:pt>
                <c:pt idx="277">
                  <c:v>10.18</c:v>
                </c:pt>
                <c:pt idx="278">
                  <c:v>10.18</c:v>
                </c:pt>
                <c:pt idx="279">
                  <c:v>10.18</c:v>
                </c:pt>
                <c:pt idx="280">
                  <c:v>10.18</c:v>
                </c:pt>
                <c:pt idx="281">
                  <c:v>10.18</c:v>
                </c:pt>
                <c:pt idx="282">
                  <c:v>10.18</c:v>
                </c:pt>
                <c:pt idx="283">
                  <c:v>10.18</c:v>
                </c:pt>
                <c:pt idx="284">
                  <c:v>10.18</c:v>
                </c:pt>
                <c:pt idx="285">
                  <c:v>10.18</c:v>
                </c:pt>
                <c:pt idx="286">
                  <c:v>10.18</c:v>
                </c:pt>
                <c:pt idx="287">
                  <c:v>10.18</c:v>
                </c:pt>
                <c:pt idx="288">
                  <c:v>10.18</c:v>
                </c:pt>
                <c:pt idx="289">
                  <c:v>10.18</c:v>
                </c:pt>
                <c:pt idx="290">
                  <c:v>10.18</c:v>
                </c:pt>
                <c:pt idx="291">
                  <c:v>10.18</c:v>
                </c:pt>
                <c:pt idx="292">
                  <c:v>10.18</c:v>
                </c:pt>
                <c:pt idx="293">
                  <c:v>10.18</c:v>
                </c:pt>
                <c:pt idx="294">
                  <c:v>10.18</c:v>
                </c:pt>
                <c:pt idx="295">
                  <c:v>10.18</c:v>
                </c:pt>
                <c:pt idx="296">
                  <c:v>10.18</c:v>
                </c:pt>
                <c:pt idx="297">
                  <c:v>10.18</c:v>
                </c:pt>
                <c:pt idx="298">
                  <c:v>10.18</c:v>
                </c:pt>
                <c:pt idx="299">
                  <c:v>10.18</c:v>
                </c:pt>
                <c:pt idx="300">
                  <c:v>10.18</c:v>
                </c:pt>
                <c:pt idx="301">
                  <c:v>10.18</c:v>
                </c:pt>
                <c:pt idx="302">
                  <c:v>10.18</c:v>
                </c:pt>
                <c:pt idx="303">
                  <c:v>10.18</c:v>
                </c:pt>
                <c:pt idx="304">
                  <c:v>10.18</c:v>
                </c:pt>
                <c:pt idx="305">
                  <c:v>10.18</c:v>
                </c:pt>
                <c:pt idx="306">
                  <c:v>10.18</c:v>
                </c:pt>
                <c:pt idx="307">
                  <c:v>10.18</c:v>
                </c:pt>
                <c:pt idx="308">
                  <c:v>10.18</c:v>
                </c:pt>
                <c:pt idx="309">
                  <c:v>10.18</c:v>
                </c:pt>
                <c:pt idx="310">
                  <c:v>10.18</c:v>
                </c:pt>
                <c:pt idx="311">
                  <c:v>10.18</c:v>
                </c:pt>
                <c:pt idx="312">
                  <c:v>10.18</c:v>
                </c:pt>
                <c:pt idx="313">
                  <c:v>10.18</c:v>
                </c:pt>
                <c:pt idx="314">
                  <c:v>10.18</c:v>
                </c:pt>
                <c:pt idx="315">
                  <c:v>10.18</c:v>
                </c:pt>
                <c:pt idx="316">
                  <c:v>10.18</c:v>
                </c:pt>
                <c:pt idx="317">
                  <c:v>10.18</c:v>
                </c:pt>
                <c:pt idx="318">
                  <c:v>10.18</c:v>
                </c:pt>
                <c:pt idx="319">
                  <c:v>10.18</c:v>
                </c:pt>
                <c:pt idx="320">
                  <c:v>10.18</c:v>
                </c:pt>
                <c:pt idx="321">
                  <c:v>10.18</c:v>
                </c:pt>
                <c:pt idx="322">
                  <c:v>10.18</c:v>
                </c:pt>
                <c:pt idx="323">
                  <c:v>10.18</c:v>
                </c:pt>
                <c:pt idx="324">
                  <c:v>10.18</c:v>
                </c:pt>
                <c:pt idx="325">
                  <c:v>10.18</c:v>
                </c:pt>
                <c:pt idx="326">
                  <c:v>10.18</c:v>
                </c:pt>
                <c:pt idx="327">
                  <c:v>10.18</c:v>
                </c:pt>
                <c:pt idx="328">
                  <c:v>10.18</c:v>
                </c:pt>
                <c:pt idx="329">
                  <c:v>10.18</c:v>
                </c:pt>
                <c:pt idx="330">
                  <c:v>10.18</c:v>
                </c:pt>
                <c:pt idx="331">
                  <c:v>10.18</c:v>
                </c:pt>
                <c:pt idx="332">
                  <c:v>10.18</c:v>
                </c:pt>
                <c:pt idx="333">
                  <c:v>10.18</c:v>
                </c:pt>
                <c:pt idx="334">
                  <c:v>10.18</c:v>
                </c:pt>
                <c:pt idx="335">
                  <c:v>10.18</c:v>
                </c:pt>
                <c:pt idx="336">
                  <c:v>10.18</c:v>
                </c:pt>
                <c:pt idx="337">
                  <c:v>10.18</c:v>
                </c:pt>
                <c:pt idx="338">
                  <c:v>10.18</c:v>
                </c:pt>
                <c:pt idx="339">
                  <c:v>10.18</c:v>
                </c:pt>
                <c:pt idx="340">
                  <c:v>10.18</c:v>
                </c:pt>
                <c:pt idx="341">
                  <c:v>10.18</c:v>
                </c:pt>
                <c:pt idx="342">
                  <c:v>10.18</c:v>
                </c:pt>
                <c:pt idx="343">
                  <c:v>10.18</c:v>
                </c:pt>
                <c:pt idx="344">
                  <c:v>10.18</c:v>
                </c:pt>
                <c:pt idx="345">
                  <c:v>10.18</c:v>
                </c:pt>
                <c:pt idx="346">
                  <c:v>10.18</c:v>
                </c:pt>
                <c:pt idx="347">
                  <c:v>10.18</c:v>
                </c:pt>
                <c:pt idx="348">
                  <c:v>10.18</c:v>
                </c:pt>
                <c:pt idx="349">
                  <c:v>10.18</c:v>
                </c:pt>
                <c:pt idx="350">
                  <c:v>10.18</c:v>
                </c:pt>
                <c:pt idx="351">
                  <c:v>10.18</c:v>
                </c:pt>
                <c:pt idx="352">
                  <c:v>10.18</c:v>
                </c:pt>
                <c:pt idx="353">
                  <c:v>10.18</c:v>
                </c:pt>
                <c:pt idx="354">
                  <c:v>10.18</c:v>
                </c:pt>
                <c:pt idx="355">
                  <c:v>10.18</c:v>
                </c:pt>
                <c:pt idx="356">
                  <c:v>10.18</c:v>
                </c:pt>
                <c:pt idx="357">
                  <c:v>10.18</c:v>
                </c:pt>
                <c:pt idx="358">
                  <c:v>10.18</c:v>
                </c:pt>
                <c:pt idx="359">
                  <c:v>10.18</c:v>
                </c:pt>
                <c:pt idx="360">
                  <c:v>10.18</c:v>
                </c:pt>
                <c:pt idx="361">
                  <c:v>10.18</c:v>
                </c:pt>
                <c:pt idx="362">
                  <c:v>10.18</c:v>
                </c:pt>
                <c:pt idx="363">
                  <c:v>10.18</c:v>
                </c:pt>
                <c:pt idx="364">
                  <c:v>10.18</c:v>
                </c:pt>
                <c:pt idx="365">
                  <c:v>10.18</c:v>
                </c:pt>
                <c:pt idx="366">
                  <c:v>10.18</c:v>
                </c:pt>
                <c:pt idx="367">
                  <c:v>10.18</c:v>
                </c:pt>
                <c:pt idx="368">
                  <c:v>10.18</c:v>
                </c:pt>
                <c:pt idx="369">
                  <c:v>10.18</c:v>
                </c:pt>
                <c:pt idx="370">
                  <c:v>10.18</c:v>
                </c:pt>
                <c:pt idx="371">
                  <c:v>10.18</c:v>
                </c:pt>
                <c:pt idx="372">
                  <c:v>10.18</c:v>
                </c:pt>
                <c:pt idx="373">
                  <c:v>10.18</c:v>
                </c:pt>
                <c:pt idx="374">
                  <c:v>10.18</c:v>
                </c:pt>
                <c:pt idx="375">
                  <c:v>10.18</c:v>
                </c:pt>
                <c:pt idx="376">
                  <c:v>10.18</c:v>
                </c:pt>
                <c:pt idx="377">
                  <c:v>10.18</c:v>
                </c:pt>
                <c:pt idx="378">
                  <c:v>10.18</c:v>
                </c:pt>
                <c:pt idx="379">
                  <c:v>10.18</c:v>
                </c:pt>
                <c:pt idx="380">
                  <c:v>10.18</c:v>
                </c:pt>
                <c:pt idx="381">
                  <c:v>10.18</c:v>
                </c:pt>
                <c:pt idx="382">
                  <c:v>10.18</c:v>
                </c:pt>
                <c:pt idx="383">
                  <c:v>10.18</c:v>
                </c:pt>
                <c:pt idx="384">
                  <c:v>10.18</c:v>
                </c:pt>
                <c:pt idx="385">
                  <c:v>10.18</c:v>
                </c:pt>
                <c:pt idx="386">
                  <c:v>10.18</c:v>
                </c:pt>
                <c:pt idx="387">
                  <c:v>10.18</c:v>
                </c:pt>
                <c:pt idx="388">
                  <c:v>10.18</c:v>
                </c:pt>
                <c:pt idx="389">
                  <c:v>10.18</c:v>
                </c:pt>
                <c:pt idx="390">
                  <c:v>10.18</c:v>
                </c:pt>
                <c:pt idx="391">
                  <c:v>10.18</c:v>
                </c:pt>
                <c:pt idx="392">
                  <c:v>10.18</c:v>
                </c:pt>
                <c:pt idx="393">
                  <c:v>10.18</c:v>
                </c:pt>
                <c:pt idx="394">
                  <c:v>10.18</c:v>
                </c:pt>
                <c:pt idx="395">
                  <c:v>10.18</c:v>
                </c:pt>
                <c:pt idx="396">
                  <c:v>10.18</c:v>
                </c:pt>
                <c:pt idx="397">
                  <c:v>10.18</c:v>
                </c:pt>
                <c:pt idx="398">
                  <c:v>10.18</c:v>
                </c:pt>
                <c:pt idx="399">
                  <c:v>10.18</c:v>
                </c:pt>
                <c:pt idx="400">
                  <c:v>10.18</c:v>
                </c:pt>
                <c:pt idx="401">
                  <c:v>10.18</c:v>
                </c:pt>
                <c:pt idx="402">
                  <c:v>10.18</c:v>
                </c:pt>
                <c:pt idx="403">
                  <c:v>10.18</c:v>
                </c:pt>
                <c:pt idx="404">
                  <c:v>10.18</c:v>
                </c:pt>
                <c:pt idx="405">
                  <c:v>10.18</c:v>
                </c:pt>
                <c:pt idx="406">
                  <c:v>10.18</c:v>
                </c:pt>
                <c:pt idx="407">
                  <c:v>10.18</c:v>
                </c:pt>
                <c:pt idx="408">
                  <c:v>10.18</c:v>
                </c:pt>
                <c:pt idx="409">
                  <c:v>10.18</c:v>
                </c:pt>
                <c:pt idx="410">
                  <c:v>10.18</c:v>
                </c:pt>
                <c:pt idx="411">
                  <c:v>10.18</c:v>
                </c:pt>
                <c:pt idx="412">
                  <c:v>10.18</c:v>
                </c:pt>
                <c:pt idx="413">
                  <c:v>10.18</c:v>
                </c:pt>
                <c:pt idx="414">
                  <c:v>10.18</c:v>
                </c:pt>
                <c:pt idx="415">
                  <c:v>10.18</c:v>
                </c:pt>
                <c:pt idx="416">
                  <c:v>10.18</c:v>
                </c:pt>
                <c:pt idx="417">
                  <c:v>10.18</c:v>
                </c:pt>
                <c:pt idx="418">
                  <c:v>10.18</c:v>
                </c:pt>
                <c:pt idx="419">
                  <c:v>10.18</c:v>
                </c:pt>
                <c:pt idx="420">
                  <c:v>10.18</c:v>
                </c:pt>
                <c:pt idx="421">
                  <c:v>10.18</c:v>
                </c:pt>
                <c:pt idx="422">
                  <c:v>10.18</c:v>
                </c:pt>
                <c:pt idx="423">
                  <c:v>10.18</c:v>
                </c:pt>
                <c:pt idx="424">
                  <c:v>10.18</c:v>
                </c:pt>
                <c:pt idx="425">
                  <c:v>10.18</c:v>
                </c:pt>
                <c:pt idx="426">
                  <c:v>10.18</c:v>
                </c:pt>
                <c:pt idx="427">
                  <c:v>10.18</c:v>
                </c:pt>
                <c:pt idx="428">
                  <c:v>10.18</c:v>
                </c:pt>
                <c:pt idx="429">
                  <c:v>10.18</c:v>
                </c:pt>
                <c:pt idx="430">
                  <c:v>10.18</c:v>
                </c:pt>
                <c:pt idx="431">
                  <c:v>10.18</c:v>
                </c:pt>
                <c:pt idx="432">
                  <c:v>10.18</c:v>
                </c:pt>
                <c:pt idx="433">
                  <c:v>10.18</c:v>
                </c:pt>
                <c:pt idx="434">
                  <c:v>10.18</c:v>
                </c:pt>
                <c:pt idx="435">
                  <c:v>10.18</c:v>
                </c:pt>
                <c:pt idx="436">
                  <c:v>10.18</c:v>
                </c:pt>
                <c:pt idx="437">
                  <c:v>10.18</c:v>
                </c:pt>
                <c:pt idx="438">
                  <c:v>10.18</c:v>
                </c:pt>
                <c:pt idx="439">
                  <c:v>10.18</c:v>
                </c:pt>
                <c:pt idx="440">
                  <c:v>10.18</c:v>
                </c:pt>
                <c:pt idx="441">
                  <c:v>10.18</c:v>
                </c:pt>
                <c:pt idx="442">
                  <c:v>10.18</c:v>
                </c:pt>
                <c:pt idx="443">
                  <c:v>10.18</c:v>
                </c:pt>
                <c:pt idx="444">
                  <c:v>10.18</c:v>
                </c:pt>
                <c:pt idx="445">
                  <c:v>10.18</c:v>
                </c:pt>
                <c:pt idx="446">
                  <c:v>10.18</c:v>
                </c:pt>
                <c:pt idx="447">
                  <c:v>10.18</c:v>
                </c:pt>
                <c:pt idx="448">
                  <c:v>10.18</c:v>
                </c:pt>
                <c:pt idx="449">
                  <c:v>10.18</c:v>
                </c:pt>
                <c:pt idx="450">
                  <c:v>10.18</c:v>
                </c:pt>
                <c:pt idx="451">
                  <c:v>10.18</c:v>
                </c:pt>
                <c:pt idx="452">
                  <c:v>10.18</c:v>
                </c:pt>
                <c:pt idx="453">
                  <c:v>10.18</c:v>
                </c:pt>
                <c:pt idx="454">
                  <c:v>10.18</c:v>
                </c:pt>
                <c:pt idx="455">
                  <c:v>10.18</c:v>
                </c:pt>
                <c:pt idx="456">
                  <c:v>10.18</c:v>
                </c:pt>
                <c:pt idx="457">
                  <c:v>10.18</c:v>
                </c:pt>
                <c:pt idx="458">
                  <c:v>10.18</c:v>
                </c:pt>
                <c:pt idx="459">
                  <c:v>10.18</c:v>
                </c:pt>
                <c:pt idx="460">
                  <c:v>10.18</c:v>
                </c:pt>
                <c:pt idx="461">
                  <c:v>10.18</c:v>
                </c:pt>
                <c:pt idx="462">
                  <c:v>10.18</c:v>
                </c:pt>
                <c:pt idx="463">
                  <c:v>10.18</c:v>
                </c:pt>
                <c:pt idx="464">
                  <c:v>10.18</c:v>
                </c:pt>
                <c:pt idx="465">
                  <c:v>10.18</c:v>
                </c:pt>
                <c:pt idx="466">
                  <c:v>10.18</c:v>
                </c:pt>
                <c:pt idx="467">
                  <c:v>10.18</c:v>
                </c:pt>
                <c:pt idx="468">
                  <c:v>10.18</c:v>
                </c:pt>
                <c:pt idx="469">
                  <c:v>10.18</c:v>
                </c:pt>
                <c:pt idx="470">
                  <c:v>10.18</c:v>
                </c:pt>
                <c:pt idx="471">
                  <c:v>10.18</c:v>
                </c:pt>
                <c:pt idx="472">
                  <c:v>10.18</c:v>
                </c:pt>
                <c:pt idx="473">
                  <c:v>10.18</c:v>
                </c:pt>
                <c:pt idx="474">
                  <c:v>10.18</c:v>
                </c:pt>
                <c:pt idx="475">
                  <c:v>10.18</c:v>
                </c:pt>
                <c:pt idx="476">
                  <c:v>10.18</c:v>
                </c:pt>
                <c:pt idx="477">
                  <c:v>10.18</c:v>
                </c:pt>
                <c:pt idx="478">
                  <c:v>10.18</c:v>
                </c:pt>
                <c:pt idx="479">
                  <c:v>10.18</c:v>
                </c:pt>
                <c:pt idx="480">
                  <c:v>10.18</c:v>
                </c:pt>
                <c:pt idx="481">
                  <c:v>10.18</c:v>
                </c:pt>
                <c:pt idx="482">
                  <c:v>10.18</c:v>
                </c:pt>
                <c:pt idx="483">
                  <c:v>10.18</c:v>
                </c:pt>
                <c:pt idx="484">
                  <c:v>10.18</c:v>
                </c:pt>
                <c:pt idx="485">
                  <c:v>10.18</c:v>
                </c:pt>
                <c:pt idx="486">
                  <c:v>10.18</c:v>
                </c:pt>
                <c:pt idx="487">
                  <c:v>10.18</c:v>
                </c:pt>
                <c:pt idx="488">
                  <c:v>10.18</c:v>
                </c:pt>
                <c:pt idx="489">
                  <c:v>10.18</c:v>
                </c:pt>
                <c:pt idx="490">
                  <c:v>10.18</c:v>
                </c:pt>
                <c:pt idx="491">
                  <c:v>10.18</c:v>
                </c:pt>
                <c:pt idx="492">
                  <c:v>10.18</c:v>
                </c:pt>
                <c:pt idx="493">
                  <c:v>10.18</c:v>
                </c:pt>
                <c:pt idx="494">
                  <c:v>10.18</c:v>
                </c:pt>
                <c:pt idx="495">
                  <c:v>10.18</c:v>
                </c:pt>
                <c:pt idx="496">
                  <c:v>10.18</c:v>
                </c:pt>
                <c:pt idx="497">
                  <c:v>10.18</c:v>
                </c:pt>
                <c:pt idx="498">
                  <c:v>10.18</c:v>
                </c:pt>
                <c:pt idx="499">
                  <c:v>10.18</c:v>
                </c:pt>
                <c:pt idx="500">
                  <c:v>10.18</c:v>
                </c:pt>
                <c:pt idx="501">
                  <c:v>10.18</c:v>
                </c:pt>
                <c:pt idx="502">
                  <c:v>10.18</c:v>
                </c:pt>
                <c:pt idx="503">
                  <c:v>10.18</c:v>
                </c:pt>
                <c:pt idx="504">
                  <c:v>10.18</c:v>
                </c:pt>
                <c:pt idx="505">
                  <c:v>10.18</c:v>
                </c:pt>
                <c:pt idx="506">
                  <c:v>10.18</c:v>
                </c:pt>
                <c:pt idx="507">
                  <c:v>10.18</c:v>
                </c:pt>
                <c:pt idx="508">
                  <c:v>10.18</c:v>
                </c:pt>
                <c:pt idx="509">
                  <c:v>10.18</c:v>
                </c:pt>
                <c:pt idx="510">
                  <c:v>10.18</c:v>
                </c:pt>
                <c:pt idx="511">
                  <c:v>10.18</c:v>
                </c:pt>
                <c:pt idx="512">
                  <c:v>10.18</c:v>
                </c:pt>
                <c:pt idx="513">
                  <c:v>10.18</c:v>
                </c:pt>
                <c:pt idx="514">
                  <c:v>10.18</c:v>
                </c:pt>
                <c:pt idx="515">
                  <c:v>10.18</c:v>
                </c:pt>
                <c:pt idx="516">
                  <c:v>10.18</c:v>
                </c:pt>
                <c:pt idx="517">
                  <c:v>10.18</c:v>
                </c:pt>
                <c:pt idx="518">
                  <c:v>10.18</c:v>
                </c:pt>
                <c:pt idx="519">
                  <c:v>10.18</c:v>
                </c:pt>
                <c:pt idx="520">
                  <c:v>10.18</c:v>
                </c:pt>
                <c:pt idx="521">
                  <c:v>10.18</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26"/>
          <c:min val="6"/>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10/8/2026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10/8/2026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xmlns=""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xmlns=""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xmlns=""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8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8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8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8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8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8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8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8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8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8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8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8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8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8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8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8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8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8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8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8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8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8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8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8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8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8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8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8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8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8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8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8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08/10/2026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Tarif tanker minyak (BIDY) naik 20,92% WoW ke 7.964, atau 4,0 kali level sebelum perang pada 27 Februari 2026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sementara Brent hanya naik 2,42% ke USD 104,72. Pasalnya, penutupan Selat Hormuz mendorong importir Asia beralih ke minyak Atlantik dengan rute lebih jauh, sementara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ship-to-ship transfer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menurunkan efisiensi armada (Reuters). Hal ini mengindikasikan ongkos angkut menjadi premi di atas harga minyak, sehingga biaya energi importir Asia, termasuk Indonesia, lebih tinggi daripada harga Brent selama Selat Hormuz tertutup.</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Lonjakan biaya energi belum mengubah arah The Fed: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fed funds futures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masih memperkirakan suku bunga naik ke 4,25% pada akhir 2026, tidak berubah WoW, meski peluang kenaikan pada Oktober 2026 turun dari 22,1% ke 19,4%. Pasalnya, FOMC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minutes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(7 Oktober 2026) menilai satu kenaikan lagi kemungkinan tepat sebelum akhir tahun, sehingga ekspektasi bergeser ke Desember 2026. Secara teori, lonjakan biaya energi seharusnya mendorong ekspektasi inflasi. Kontras dengan hal tersebut,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 tahun justru turun 3 bps ke 2,33%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 tahun turun 4 bps ke 5,24%, sementara DXY naik 0,27% ke 102,21. Hal ini mengindikasikan pasar menilai sikap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hawkish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The Fed cukup meredam inflasi,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tertahan di 2,91%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Secara teori,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tinggi seharusnya menekan emas. Kontras dengan hal tersebut, emas justru naik 1,28% WoW ke USD 4.194,24, berbalik dari pelemahan 3,35% pada minggu sebelumnya. Hal ini mengindikasikan kenaikan emas bukan didorong kebijakan moneter, namun oleh aksi beli di harga rendah (Reuters), didukung penambahan cadangan emas China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inflow</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ETF emas global sekitar USD 10 miliar pada September 2026. Namun, sejak puncak 28 Januari 2026, emas masih turun 22,58% seiring kenaikan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101 bps. Dengan demikian, emas lebih tepat diposisikan sebagai lindung nilai geopolitik, bukan untuk mengejar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rebound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turun.</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Dalam sepekan terakhir, beban energi lebih banyak datang dari ongkos angkut: tarif tanker minyak naik 20,92% WoW, jauh di atas Brent (+2,42%). Namun, ekspektasi inflasi justru turun seiring sikap The Fed yang masih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hawkish</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sehingga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bertahan tinggi dan membatasi ruang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rebound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emas.</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endParaRPr lang="en-US" sz="700" i="1" dirty="0">
              <a:solidFill>
                <a:schemeClr val="bg1">
                  <a:lumMod val="75000"/>
                </a:schemeClr>
              </a:solidFill>
            </a:endParaRP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xmlns=""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343508795"/>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SOX turun 4,30% WoW, berbalik dari kenaikan 3,69% pada minggu sebelumnya, sementara S&amp;P 500 naik 1,15%. Secara teori, data pemasok yang mencetak rekor seharusnya menopang SOX: pada 8 Oktober 2026, TSMC melaporkan penjualan September 2026 naik 54,6% YoY dan Samsung memperkirakan rekor laba operasi Q3‑26. Kontras dengan hal tersebut, SOX justru turun 3,39% pada hari yang sama. Pasalnya, Financial Times melaporkan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annualized revenue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OpenAI hampir USD 50 miliar, di bawah sinyal sebelumnya sekitar USD 70 miliar. Hal ini mengindikasikan pasar lebih menimbang kemampuan pengguna akhir memonetisasi AI dibandingkan pesanan pemasok.</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Same Earnings, Lower Multiple.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Dampaknya paling terasa pada saham yang paling bergantung pada belanja AI: GPU/</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logic</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memori/</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storage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turun rata‑rata 5,99% dan 6,10% WoW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Estimasi laba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forward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SOX tidak berubah, sehingga seluruh penurunan berasal dari valuasi: P/E turun dari 30,1x ke 28,8x, kini sedikit di bawah rata‑rata 5 tahun (29,2x) namun masih di atas rata‑rata 10 tahun (24,7x)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Reaksi ini terjadi meski, menurut Reuters, selisih tersebut terutama berasal dari perbedaan metode perhitungan. Hal ini mengindikasikan premi valuasi semikonduktor kini bergantung pada bukti monetisasi AI, bukan lagi pertumbuhan pesanan.</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saat yang sama, pergerakan WoW mengindikasikan dana investor beralih ke listrik, mata rantai AI yang paling langka dan sudah terkontrak: saham Constellation dan Vistra naik 15,76% dan 15,33% WoW. Salah satu katalisnya datang dari kontrak 20 tahun antara Google dan Constellation untuk 890 MW kapasitas nuklir tambahan (6 Oktober 2026), serta komitmen pinjaman bersyarat Departemen Energi AS hingga USD 4,2 miliar untuk reaktor Vistra. Dengan rotasi tersebut, eksposur AI dengan kontrak dan arus kas yang terlihat menjadi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trade idea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lebih menarik. Namun, dengan estimasi laba SOX yang belum turun dan panduan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 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masih naik, koreksi semikonduktor yang murni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derating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juga membuka ruang akumulasi bertahap.</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SOX turun 4,30% WoW meski data pemasok </a:t>
            </a:r>
            <a:r>
              <a:rPr lang="en-US" sz="1100" b="1" i="1" dirty="0">
                <a:latin typeface="Calibri" panose="020F0502020204030204" pitchFamily="34" charset="0"/>
                <a:ea typeface="MS Mincho" panose="02020609040205080304" pitchFamily="49" charset="-128"/>
                <a:cs typeface="Times New Roman" panose="02020603050405020304" pitchFamily="18" charset="0"/>
              </a:rPr>
              <a:t>chip</a:t>
            </a: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 mencetak rekor, seiring keraguan pasar terhadap monetisasi AI di sisi pengguna akhir. Pergerakan WoW mengindikasikan dana investor beralih ke listrik, mata rantai AI yang paling langka dan sudah terkontrak.</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IHSG naik 0,94% WoW seiring jual bersih asing yang mengecil. Namun, kondisi konsumen melemah dan ruang kebijakan fiskal maupun moneter terbatas, sehingga diskon valuasi saham Indonesia belum memiliki pemicu.</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Kemenkeu, Bank Indonesia (9 October 2026); *forecast</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MBG Monthly Spending (IDR Tn) vs. Retail Sales Growth (% YoY)</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MSCI Indonesia 12M Forward P/E vs. 10Y Average (x)</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01519"/>
            <a:ext cx="6321467" cy="4303742"/>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Today Feels Worse Than Tomorrow.</a:t>
            </a:r>
            <a:r>
              <a:rPr lang="en-US" sz="1100" b="0" i="0" dirty="0">
                <a:ea typeface="MS Mincho" panose="02020609040205080304" pitchFamily="49" charset="-128"/>
                <a:cs typeface="Times New Roman" panose="02020603050405020304" pitchFamily="18" charset="0"/>
              </a:rPr>
              <a:t xml:space="preserve"> Survei BI (8 Oktober 2026) mencatat Indeks Kondisi Ekonomi Saat Ini turun ke 107,5 pada September 2026 dari 109,4, terendah sepanjang 2026. Pasalnya, indeks penghasilan saat ini turun 3,4 poin ke 114,6 dan indeks ketersediaan lapangan kerja turun 3,0 poin ke 101,1. Pelemahan ini sejalan dengan belanja rumah tangga: penjualan eceran September 2026 diperkirakan hanya tumbuh 1,4% YoY, di bawah rata‑rata 2025 sebesar 3,1%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Dengan demikian, optimisme konsumen terhadap enam bulan ke depan (indeks ekspektasi 128,7) belum diterjemahkan menjadi belanja, sehingga proyeksi laba sektor konsumsi belum layak dinaikkan.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Kenaikan biaya energi tercermin pada APBN: per September 2026, subsidi dan kompensasi energi mencapai Rp376,8 triliun, naik 54,1% YoY, sementara pagu efektif BGN dipangkas ke Rp229,0 triliun dari Rp268,0 triliun, dan penerima MBG turun dari 63,3 juta ke 57,0 juta setelah 1.276 SPPG ditutup, meski belanja MBG September 2026 naik ke Rp19,0 triliun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Dari sisi moneter, BI menahan BI‑Rate di 5,75% pada 23 September 2026 demi stabilitas rupiah; selama The Fed masih diekspektasi naik, ruang pemangkasan BI‑Rate terbatas. Dengan demikian, kebijakan fiskal dan moneter lebih berfungsi menjaga stabilitas, bukan mendorong konsumsi.</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IHSG naik 0,94% WoW ke 6.093,76 setelah turun 3,28% pada minggu sebelumnya, seiring jual bersih asing yang mengecil ke sekitar Rp2,5 triliun dari Rp5,0 triliun. Dengan asing yang masih </a:t>
            </a:r>
            <a:r>
              <a:rPr lang="en-US" sz="1100" b="0" i="1" dirty="0">
                <a:ea typeface="MS Mincho" panose="02020609040205080304" pitchFamily="49" charset="-128"/>
                <a:cs typeface="Times New Roman" panose="02020603050405020304" pitchFamily="18" charset="0"/>
              </a:rPr>
              <a:t>net sell</a:t>
            </a:r>
            <a:r>
              <a:rPr lang="en-US" sz="1100" b="0" i="0" dirty="0">
                <a:ea typeface="MS Mincho" panose="02020609040205080304" pitchFamily="49" charset="-128"/>
                <a:cs typeface="Times New Roman" panose="02020603050405020304" pitchFamily="18" charset="0"/>
              </a:rPr>
              <a:t xml:space="preserve">, hal ini mengindikasikan penguatan IHSG lebih ditopang investor domestik. Valuasi pun hampir tidak berubah: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MSCI Indonesia 9,2x, atau −2,36σ dari rata‑rata 10 tahun dan 38,89% di bawah MSCI ASEAN, padahal rata‑rata 10 tahun keduanya hampir setara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Dengan diskon tersebut, saham Indonesia seharusnya menarik untuk diakumulasi. Namun, dengan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pada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MSCI November 2026, konsumsi yang melemah, dan ruang kebijakan yang terbatas, akumulasi lebih tepat dilakukan bertahap hingga asing kembali </a:t>
            </a:r>
            <a:r>
              <a:rPr lang="en-US" sz="1100" b="0" i="1" dirty="0">
                <a:ea typeface="MS Mincho" panose="02020609040205080304" pitchFamily="49" charset="-128"/>
                <a:cs typeface="Times New Roman" panose="02020603050405020304" pitchFamily="18" charset="0"/>
              </a:rPr>
              <a:t>net buy</a:t>
            </a:r>
            <a:r>
              <a:rPr lang="en-US" sz="1100" b="0" i="0" dirty="0">
                <a:ea typeface="MS Mincho" panose="02020609040205080304" pitchFamily="49" charset="-128"/>
                <a:cs typeface="Times New Roman" panose="02020603050405020304" pitchFamily="18" charset="0"/>
              </a:rPr>
              <a:t>.</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xmlns=""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xmlns=""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xmlns=""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xmlns=""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xmlns=""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 October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xmlns="" val="20000"/>
                    </a:ext>
                  </a:extLst>
                </a:gridCol>
                <a:gridCol w="6350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101.93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1.13</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4.24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1,348.00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(0.57)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(0.42)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7.10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9">
                  <a:extLst>
                    <a:ext uri="{9D8B030D-6E8A-4147-A177-3AD203B41FA5}">
                      <a16:colId xmlns:a16="http://schemas.microsoft.com/office/drawing/2014/main" xmlns="" val="20001"/>
                    </a:ext>
                  </a:extLst>
                </a:gridCol>
                <a:gridCol w="427011">
                  <a:extLst>
                    <a:ext uri="{9D8B030D-6E8A-4147-A177-3AD203B41FA5}">
                      <a16:colId xmlns:a16="http://schemas.microsoft.com/office/drawing/2014/main" xmlns="" val="20002"/>
                    </a:ext>
                  </a:extLst>
                </a:gridCol>
                <a:gridCol w="427011">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1,310.78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(15.44)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672.96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0.67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(15.86)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1,680.09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1,642.53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3,135.72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901.58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(4.82)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5,724.88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1.51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(39.92)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1,418.14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(31.30)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736.29</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1,575.14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1,675.82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(1.38)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(14.76)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7">
                  <a:extLst>
                    <a:ext uri="{9D8B030D-6E8A-4147-A177-3AD203B41FA5}">
                      <a16:colId xmlns:a16="http://schemas.microsoft.com/office/drawing/2014/main" xmlns="" val="20001"/>
                    </a:ext>
                  </a:extLst>
                </a:gridCol>
                <a:gridCol w="427012">
                  <a:extLst>
                    <a:ext uri="{9D8B030D-6E8A-4147-A177-3AD203B41FA5}">
                      <a16:colId xmlns:a16="http://schemas.microsoft.com/office/drawing/2014/main" xmlns="" val="20002"/>
                    </a:ext>
                  </a:extLst>
                </a:gridCol>
                <a:gridCol w="427012">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51,176.96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7,722.72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27,190.86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16.99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10,461.95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631.35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3,842.20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68,309.46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23,972.29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7,003.74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6,036.89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595.46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0.52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(29.66)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382.72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(23.96)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149.80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109.60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141.20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(0.30)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24.10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117.50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132.84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5.62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0.69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77.59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94.40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6.12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25.54</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91.11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4.94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4,141.19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(23.97)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148.95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38.56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15,470.39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654.90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0.17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4,354.00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8.90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xmlns="" val="20000"/>
                    </a:ext>
                  </a:extLst>
                </a:gridCol>
                <a:gridCol w="457994">
                  <a:extLst>
                    <a:ext uri="{9D8B030D-6E8A-4147-A177-3AD203B41FA5}">
                      <a16:colId xmlns:a16="http://schemas.microsoft.com/office/drawing/2014/main" xmlns="" val="20001"/>
                    </a:ext>
                  </a:extLst>
                </a:gridCol>
                <a:gridCol w="457994">
                  <a:extLst>
                    <a:ext uri="{9D8B030D-6E8A-4147-A177-3AD203B41FA5}">
                      <a16:colId xmlns:a16="http://schemas.microsoft.com/office/drawing/2014/main" xmlns="" val="20002"/>
                    </a:ext>
                  </a:extLst>
                </a:gridCol>
                <a:gridCol w="457994">
                  <a:extLst>
                    <a:ext uri="{9D8B030D-6E8A-4147-A177-3AD203B41FA5}">
                      <a16:colId xmlns:a16="http://schemas.microsoft.com/office/drawing/2014/main" xmlns="" val="20003"/>
                    </a:ext>
                  </a:extLst>
                </a:gridCol>
                <a:gridCol w="457994">
                  <a:extLst>
                    <a:ext uri="{9D8B030D-6E8A-4147-A177-3AD203B41FA5}">
                      <a16:colId xmlns:a16="http://schemas.microsoft.com/office/drawing/2014/main" xmlns=""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2-October-26)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(1.27)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(5.03)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(1.51)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(85.08)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1-October-26)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29.41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2"/>
                  </a:ext>
                </a:extLst>
              </a:tr>
            </a:tbl>
          </a:graphicData>
        </a:graphic>
      </p:graphicFrame>
      <p:grpSp>
        <p:nvGrpSpPr>
          <p:cNvPr id="20" name="Group 19">
            <a:extLst>
              <a:ext uri="{FF2B5EF4-FFF2-40B4-BE49-F238E27FC236}">
                <a16:creationId xmlns:a16="http://schemas.microsoft.com/office/drawing/2014/main" xmlns=""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xmlns=""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xmlns=""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xmlns="" id="{92C92BE2-1A26-DCA2-1425-0AA1741325AB}"/>
              </a:ext>
            </a:extLst>
          </p:cNvPr>
          <p:cNvGraphicFramePr>
            <a:graphicFrameLocks noGrp="1"/>
          </p:cNvGraphicFramePr>
          <p:nvPr/>
        </p:nvGraphicFramePr>
        <p:xfrm>
          <a:off x="327025" y="1905000"/>
          <a:ext cx="6305549" cy="2529977"/>
        </p:xfrm>
        <a:graphic>
          <a:graphicData uri="http://schemas.openxmlformats.org/drawingml/2006/table">
            <a:tbl>
              <a:tblPr/>
              <a:tblGrid>
                <a:gridCol w="2378781">
                  <a:extLst>
                    <a:ext uri="{9D8B030D-6E8A-4147-A177-3AD203B41FA5}">
                      <a16:colId xmlns:a16="http://schemas.microsoft.com/office/drawing/2014/main" xmlns="" val="3984479303"/>
                    </a:ext>
                  </a:extLst>
                </a:gridCol>
                <a:gridCol w="490011">
                  <a:extLst>
                    <a:ext uri="{9D8B030D-6E8A-4147-A177-3AD203B41FA5}">
                      <a16:colId xmlns:a16="http://schemas.microsoft.com/office/drawing/2014/main" xmlns="" val="1443360456"/>
                    </a:ext>
                  </a:extLst>
                </a:gridCol>
                <a:gridCol w="543467">
                  <a:extLst>
                    <a:ext uri="{9D8B030D-6E8A-4147-A177-3AD203B41FA5}">
                      <a16:colId xmlns:a16="http://schemas.microsoft.com/office/drawing/2014/main" xmlns="" val="3887741517"/>
                    </a:ext>
                  </a:extLst>
                </a:gridCol>
                <a:gridCol w="490011">
                  <a:extLst>
                    <a:ext uri="{9D8B030D-6E8A-4147-A177-3AD203B41FA5}">
                      <a16:colId xmlns:a16="http://schemas.microsoft.com/office/drawing/2014/main" xmlns="" val="474306127"/>
                    </a:ext>
                  </a:extLst>
                </a:gridCol>
                <a:gridCol w="490011">
                  <a:extLst>
                    <a:ext uri="{9D8B030D-6E8A-4147-A177-3AD203B41FA5}">
                      <a16:colId xmlns:a16="http://schemas.microsoft.com/office/drawing/2014/main" xmlns="" val="3509474900"/>
                    </a:ext>
                  </a:extLst>
                </a:gridCol>
                <a:gridCol w="490011">
                  <a:extLst>
                    <a:ext uri="{9D8B030D-6E8A-4147-A177-3AD203B41FA5}">
                      <a16:colId xmlns:a16="http://schemas.microsoft.com/office/drawing/2014/main" xmlns="" val="1189944801"/>
                    </a:ext>
                  </a:extLst>
                </a:gridCol>
                <a:gridCol w="474419">
                  <a:extLst>
                    <a:ext uri="{9D8B030D-6E8A-4147-A177-3AD203B41FA5}">
                      <a16:colId xmlns:a16="http://schemas.microsoft.com/office/drawing/2014/main" xmlns="" val="149569299"/>
                    </a:ext>
                  </a:extLst>
                </a:gridCol>
                <a:gridCol w="474419">
                  <a:extLst>
                    <a:ext uri="{9D8B030D-6E8A-4147-A177-3AD203B41FA5}">
                      <a16:colId xmlns:a16="http://schemas.microsoft.com/office/drawing/2014/main" xmlns="" val="432537367"/>
                    </a:ext>
                  </a:extLst>
                </a:gridCol>
                <a:gridCol w="474419">
                  <a:extLst>
                    <a:ext uri="{9D8B030D-6E8A-4147-A177-3AD203B41FA5}">
                      <a16:colId xmlns:a16="http://schemas.microsoft.com/office/drawing/2014/main" xmlns=""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3,2</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7,31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17.621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xmlns=""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18.238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9"/>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xmlns="" val="2569539944"/>
                  </a:ext>
                </a:extLst>
              </a:tr>
            </a:tbl>
          </a:graphicData>
        </a:graphic>
      </p:graphicFrame>
      <p:graphicFrame>
        <p:nvGraphicFramePr>
          <p:cNvPr id="13" name="Table 12">
            <a:extLst>
              <a:ext uri="{FF2B5EF4-FFF2-40B4-BE49-F238E27FC236}">
                <a16:creationId xmlns:a16="http://schemas.microsoft.com/office/drawing/2014/main" xmlns="" id="{631383FA-742C-FAA0-6E10-A0E2EB999ADC}"/>
              </a:ext>
            </a:extLst>
          </p:cNvPr>
          <p:cNvGraphicFramePr>
            <a:graphicFrameLocks noGrp="1"/>
          </p:cNvGraphicFramePr>
          <p:nvPr/>
        </p:nvGraphicFramePr>
        <p:xfrm>
          <a:off x="327025" y="4818425"/>
          <a:ext cx="6327775" cy="2892450"/>
        </p:xfrm>
        <a:graphic>
          <a:graphicData uri="http://schemas.openxmlformats.org/drawingml/2006/table">
            <a:tbl>
              <a:tblPr/>
              <a:tblGrid>
                <a:gridCol w="1240350">
                  <a:extLst>
                    <a:ext uri="{9D8B030D-6E8A-4147-A177-3AD203B41FA5}">
                      <a16:colId xmlns:a16="http://schemas.microsoft.com/office/drawing/2014/main" xmlns="" val="20000"/>
                    </a:ext>
                  </a:extLst>
                </a:gridCol>
                <a:gridCol w="2275081">
                  <a:extLst>
                    <a:ext uri="{9D8B030D-6E8A-4147-A177-3AD203B41FA5}">
                      <a16:colId xmlns:a16="http://schemas.microsoft.com/office/drawing/2014/main" xmlns="" val="20001"/>
                    </a:ext>
                  </a:extLst>
                </a:gridCol>
                <a:gridCol w="937448">
                  <a:extLst>
                    <a:ext uri="{9D8B030D-6E8A-4147-A177-3AD203B41FA5}">
                      <a16:colId xmlns:a16="http://schemas.microsoft.com/office/drawing/2014/main" xmlns="" val="20002"/>
                    </a:ext>
                  </a:extLst>
                </a:gridCol>
                <a:gridCol w="937448">
                  <a:extLst>
                    <a:ext uri="{9D8B030D-6E8A-4147-A177-3AD203B41FA5}">
                      <a16:colId xmlns:a16="http://schemas.microsoft.com/office/drawing/2014/main" xmlns="" val="20003"/>
                    </a:ext>
                  </a:extLst>
                </a:gridCol>
                <a:gridCol w="937448">
                  <a:extLst>
                    <a:ext uri="{9D8B030D-6E8A-4147-A177-3AD203B41FA5}">
                      <a16:colId xmlns:a16="http://schemas.microsoft.com/office/drawing/2014/main" xmlns=""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xmlns=""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ISM Non-Manufacturing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55,40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55,70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Crude Oil Inventories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0,92 Mn</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0786800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Initial Jobless Claims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200,00K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2023283864"/>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30-Year Bond Auction</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5,31%</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83588552"/>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Services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Composite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2183262965"/>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-63,30K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9071441"/>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52,50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51,60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3193980066"/>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10-Year JGB Auction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2,99%</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6-Oct-26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1438621321"/>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CFTC JPY Speculative Net Positions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55,40K</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636673274"/>
                  </a:ext>
                </a:extLst>
              </a:tr>
              <a:tr h="274320">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3,44 Tn</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13"/>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146,50 Bn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Consumer Confidence September 2026</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118,50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216946848"/>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Retail Sales August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4091166241"/>
                  </a:ext>
                </a:extLst>
              </a:tr>
            </a:tbl>
          </a:graphicData>
        </a:graphic>
      </p:graphicFrame>
      <p:pic>
        <p:nvPicPr>
          <p:cNvPr id="2097157" name="Picture 15">
            <a:extLst>
              <a:ext uri="{FF2B5EF4-FFF2-40B4-BE49-F238E27FC236}">
                <a16:creationId xmlns:a16="http://schemas.microsoft.com/office/drawing/2014/main" xmlns=""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xmlns=""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xmlns=""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xmlns=""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xmlns=""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xmlns=""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xmlns="" id="{5F935AB8-4CE1-D254-7223-E63C9C83C7CC}"/>
              </a:ext>
            </a:extLst>
          </p:cNvPr>
          <p:cNvSpPr txBox="1"/>
          <p:nvPr/>
        </p:nvSpPr>
        <p:spPr>
          <a:xfrm>
            <a:off x="304800" y="7765679"/>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xmlns=""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xmlns=""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sp>
        <p:nvSpPr>
          <p:cNvPr id="2" name="TextBox 1">
            <a:extLst>
              <a:ext uri="{FF2B5EF4-FFF2-40B4-BE49-F238E27FC236}">
                <a16:creationId xmlns:a16="http://schemas.microsoft.com/office/drawing/2014/main" xmlns="" id="{6BF49385-9C4C-9BE5-92C1-FD7DB3660EF9}"/>
              </a:ext>
            </a:extLst>
          </p:cNvPr>
          <p:cNvSpPr txBox="1"/>
          <p:nvPr/>
        </p:nvSpPr>
        <p:spPr>
          <a:xfrm>
            <a:off x="306430" y="4578803"/>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xmlns="" id="{554FB8FF-B950-0DC1-5110-367175277929}"/>
              </a:ext>
            </a:extLst>
          </p:cNvPr>
          <p:cNvPicPr>
            <a:picLocks noChangeAspect="1" noChangeArrowheads="1"/>
          </p:cNvPicPr>
          <p:nvPr/>
        </p:nvPicPr>
        <p:blipFill>
          <a:blip r:embed="rId4" cstate="print"/>
          <a:srcRect/>
          <a:stretch>
            <a:fillRect/>
          </a:stretch>
        </p:blipFill>
        <p:spPr bwMode="auto">
          <a:xfrm>
            <a:off x="424492" y="5293064"/>
            <a:ext cx="259471" cy="252000"/>
          </a:xfrm>
          <a:prstGeom prst="rect">
            <a:avLst/>
          </a:prstGeom>
          <a:noFill/>
        </p:spPr>
      </p:pic>
      <p:pic>
        <p:nvPicPr>
          <p:cNvPr id="15" name="Picture 26" descr="C:\Users\u062353\Downloads\europe.png">
            <a:extLst>
              <a:ext uri="{FF2B5EF4-FFF2-40B4-BE49-F238E27FC236}">
                <a16:creationId xmlns:a16="http://schemas.microsoft.com/office/drawing/2014/main" xmlns="" id="{C0E53487-0FE9-DD9A-856A-927CC354F353}"/>
              </a:ext>
            </a:extLst>
          </p:cNvPr>
          <p:cNvPicPr>
            <a:picLocks noChangeAspect="1" noChangeArrowheads="1"/>
          </p:cNvPicPr>
          <p:nvPr/>
        </p:nvPicPr>
        <p:blipFill>
          <a:blip r:embed="rId5" cstate="print"/>
          <a:srcRect/>
          <a:stretch>
            <a:fillRect/>
          </a:stretch>
        </p:blipFill>
        <p:spPr bwMode="auto">
          <a:xfrm>
            <a:off x="424492" y="5978957"/>
            <a:ext cx="258296" cy="245478"/>
          </a:xfrm>
          <a:prstGeom prst="rect">
            <a:avLst/>
          </a:prstGeom>
          <a:noFill/>
        </p:spPr>
      </p:pic>
      <p:pic>
        <p:nvPicPr>
          <p:cNvPr id="22" name="image4.png">
            <a:extLst>
              <a:ext uri="{FF2B5EF4-FFF2-40B4-BE49-F238E27FC236}">
                <a16:creationId xmlns:a16="http://schemas.microsoft.com/office/drawing/2014/main" xmlns="" id="{D00B4B8B-4F51-55F0-2270-D64E262469E9}"/>
              </a:ext>
            </a:extLst>
          </p:cNvPr>
          <p:cNvPicPr preferRelativeResize="0">
            <a:picLocks noChangeAspect="1"/>
          </p:cNvPicPr>
          <p:nvPr/>
        </p:nvPicPr>
        <p:blipFill>
          <a:blip r:embed="rId6" cstate="print"/>
          <a:stretch>
            <a:fillRect/>
          </a:stretch>
        </p:blipFill>
        <p:spPr>
          <a:xfrm>
            <a:off x="425532" y="6880817"/>
            <a:ext cx="252000" cy="252000"/>
          </a:xfrm>
          <a:prstGeom prst="rect">
            <a:avLst/>
          </a:prstGeom>
          <a:noFill/>
        </p:spPr>
      </p:pic>
      <p:pic>
        <p:nvPicPr>
          <p:cNvPr id="24" name="Picture 29">
            <a:extLst>
              <a:ext uri="{FF2B5EF4-FFF2-40B4-BE49-F238E27FC236}">
                <a16:creationId xmlns:a16="http://schemas.microsoft.com/office/drawing/2014/main" xmlns="" id="{724CA62C-6225-F1CF-53F5-BE0644A9C7A9}"/>
              </a:ext>
            </a:extLst>
          </p:cNvPr>
          <p:cNvPicPr>
            <a:picLocks noChangeAspect="1"/>
          </p:cNvPicPr>
          <p:nvPr/>
        </p:nvPicPr>
        <p:blipFill>
          <a:blip r:embed="rId7"/>
          <a:stretch>
            <a:fillRect/>
          </a:stretch>
        </p:blipFill>
        <p:spPr>
          <a:xfrm>
            <a:off x="418357" y="7270376"/>
            <a:ext cx="259175" cy="259175"/>
          </a:xfrm>
          <a:prstGeom prst="rect">
            <a:avLst/>
          </a:prstGeom>
        </p:spPr>
      </p:pic>
      <p:pic>
        <p:nvPicPr>
          <p:cNvPr id="3" name="Picture 27" descr="C:\Users\u062353\Downloads\japan.png">
            <a:extLst>
              <a:ext uri="{FF2B5EF4-FFF2-40B4-BE49-F238E27FC236}">
                <a16:creationId xmlns:a16="http://schemas.microsoft.com/office/drawing/2014/main" xmlns="" id="{BD7F973C-41A4-C2A9-BDFC-6EBE0AC3DD59}"/>
              </a:ext>
            </a:extLst>
          </p:cNvPr>
          <p:cNvPicPr>
            <a:picLocks noChangeAspect="1" noChangeArrowheads="1"/>
          </p:cNvPicPr>
          <p:nvPr/>
        </p:nvPicPr>
        <p:blipFill>
          <a:blip r:embed="rId8" cstate="print"/>
          <a:srcRect/>
          <a:stretch>
            <a:fillRect/>
          </a:stretch>
        </p:blipFill>
        <p:spPr bwMode="auto">
          <a:xfrm>
            <a:off x="424492" y="6487670"/>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xml:space="preserve">: selisih </a:t>
            </a:r>
            <a:r>
              <a:rPr lang="en-US" sz="1050" b="0" i="1" dirty="0"/>
              <a:t>yield</a:t>
            </a:r>
            <a:r>
              <a:rPr lang="en-US" sz="1050" b="0" i="0" dirty="0"/>
              <a:t xml:space="preserve">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xml:space="preserve">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Hawkish</a:t>
            </a:r>
            <a:r>
              <a:rPr lang="en-US" sz="1050" b="0" i="0" dirty="0"/>
              <a:t>: sikap bank sentral yang condong menaikkan suku bunga untuk meredam inflasi.</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xml:space="preserve">: penyedia </a:t>
            </a:r>
            <a:r>
              <a:rPr lang="en-US" sz="1050" b="0" i="1" dirty="0"/>
              <a:t>cloud</a:t>
            </a:r>
            <a:r>
              <a:rPr lang="en-US" sz="1050" b="0" i="0" dirty="0"/>
              <a:t xml:space="preserve">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xml:space="preserve">: </a:t>
            </a:r>
            <a:r>
              <a:rPr lang="en-US" sz="1050" b="0" i="1" dirty="0"/>
              <a:t>yield</a:t>
            </a:r>
            <a:r>
              <a:rPr lang="en-US" sz="1050" b="0" i="0" dirty="0"/>
              <a:t xml:space="preserve">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Ship-to-ship transfer</a:t>
            </a:r>
            <a:r>
              <a:rPr lang="en-US" sz="1050" b="0" i="0" dirty="0"/>
              <a:t>: pemindahan muatan minyak antarkapal di tengah laut.</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The Fed, kini 3,75‑4,00%; WMO mengutip batas atasnya.</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xml:space="preserve">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5982</TotalTime>
  <Words>2087</Words>
  <Application>Microsoft Office PowerPoint</Application>
  <PresentationFormat>On-screen Show (4:3)</PresentationFormat>
  <Paragraphs>563</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-webkit-standard</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ANASTASIA GRACIA</cp:lastModifiedBy>
  <cp:revision>2430</cp:revision>
  <dcterms:created xsi:type="dcterms:W3CDTF">2018-10-24T01:42:20Z</dcterms:created>
  <dcterms:modified xsi:type="dcterms:W3CDTF">2026-10-08T02:11:34Z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